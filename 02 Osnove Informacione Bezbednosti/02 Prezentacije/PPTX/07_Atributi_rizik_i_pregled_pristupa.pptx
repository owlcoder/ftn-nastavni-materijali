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31037e0414c143db" /><Relationship Type="http://schemas.openxmlformats.org/officeDocument/2006/relationships/extended-properties" Target="/docProps/app.xml" Id="R40a3c07ae6204297" /><Relationship Type="http://schemas.openxmlformats.org/officeDocument/2006/relationships/officeDocument" Target="/ppt/presentation.xml" Id="R437b94d6158f43bc" /></Relationships>
</file>

<file path=ppt/presentation.xml><?xml version="1.0" encoding="utf-8"?>
<p:presentation xmlns:p="http://schemas.openxmlformats.org/presentationml/2006/main">
  <p:sldMasterIdLst>
    <p:sldMasterId xmlns:r="http://schemas.openxmlformats.org/officeDocument/2006/relationships" id="2147483648" r:id="R640be117a4dd4761"/>
  </p:sldMasterIdLst>
  <p:notesMasterIdLst>
    <p:notesMasterId xmlns:r="http://schemas.openxmlformats.org/officeDocument/2006/relationships" r:id="R141521366c264427"/>
  </p:notesMasterIdLst>
  <p:sldIdLst>
    <p:sldId xmlns:r="http://schemas.openxmlformats.org/officeDocument/2006/relationships" id="256" r:id="Rc215ad3f180541a1"/>
    <p:sldId xmlns:r="http://schemas.openxmlformats.org/officeDocument/2006/relationships" id="257" r:id="Rd30acd94b6754ffc"/>
    <p:sldId xmlns:r="http://schemas.openxmlformats.org/officeDocument/2006/relationships" id="258" r:id="Rb877499a7c3740e7"/>
    <p:sldId xmlns:r="http://schemas.openxmlformats.org/officeDocument/2006/relationships" id="259" r:id="R301966f831f243da"/>
    <p:sldId xmlns:r="http://schemas.openxmlformats.org/officeDocument/2006/relationships" id="260" r:id="Re4580adccc774114"/>
    <p:sldId xmlns:r="http://schemas.openxmlformats.org/officeDocument/2006/relationships" id="261" r:id="Re5d19f3b6f8d4f2f"/>
    <p:sldId xmlns:r="http://schemas.openxmlformats.org/officeDocument/2006/relationships" id="262" r:id="R94726723af864939"/>
    <p:sldId xmlns:r="http://schemas.openxmlformats.org/officeDocument/2006/relationships" id="263" r:id="R1864579133cc4985"/>
    <p:sldId xmlns:r="http://schemas.openxmlformats.org/officeDocument/2006/relationships" id="264" r:id="Rf60993ba87c34fb6"/>
    <p:sldId xmlns:r="http://schemas.openxmlformats.org/officeDocument/2006/relationships" id="265" r:id="R3fb71d2b1cf641c9"/>
    <p:sldId xmlns:r="http://schemas.openxmlformats.org/officeDocument/2006/relationships" id="266" r:id="R00d1d4da0d3e42fc"/>
    <p:sldId xmlns:r="http://schemas.openxmlformats.org/officeDocument/2006/relationships" id="267" r:id="R15b2e93d39eb4f83"/>
    <p:sldId xmlns:r="http://schemas.openxmlformats.org/officeDocument/2006/relationships" id="268" r:id="Rd2419f53ab4649b4"/>
    <p:sldId xmlns:r="http://schemas.openxmlformats.org/officeDocument/2006/relationships" id="269" r:id="R396c18ebc93c4641"/>
    <p:sldId xmlns:r="http://schemas.openxmlformats.org/officeDocument/2006/relationships" id="270" r:id="R063140b5bcfc471d"/>
    <p:sldId xmlns:r="http://schemas.openxmlformats.org/officeDocument/2006/relationships" id="271" r:id="R533b5ea342c24711"/>
    <p:sldId xmlns:r="http://schemas.openxmlformats.org/officeDocument/2006/relationships" id="272" r:id="Rf24cd73ae8dc4d23"/>
    <p:sldId xmlns:r="http://schemas.openxmlformats.org/officeDocument/2006/relationships" id="273" r:id="R3a78261e11a64f9f"/>
    <p:sldId xmlns:r="http://schemas.openxmlformats.org/officeDocument/2006/relationships" id="274" r:id="R83319b515f7d4dd8"/>
    <p:sldId xmlns:r="http://schemas.openxmlformats.org/officeDocument/2006/relationships" id="275" r:id="R269606aa7c294aaf"/>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viewProps.xml><?xml version="1.0" encoding="utf-8"?>
<p:viewPr xmlns:p="http://schemas.openxmlformats.org/presentationml/2006/main">
  <p:slideViewPr>
    <p:cSldViewPr snapToGrid="0">
      <p:cViewPr>
        <p:scale>
          <a:sx xmlns:a="http://schemas.openxmlformats.org/drawingml/2006/main" n="1" d="1"/>
          <a:sy xmlns:a="http://schemas.openxmlformats.org/drawingml/2006/main" n="1" d="1"/>
        </p:scale>
        <p:origin x="0" y="0"/>
      </p:cViewPr>
      <p:guideLst/>
    </p:cSldViewPr>
  </p:slideViewPr>
  <p:gridSpacing cx="72008" cy="72008"/>
</p:viewPr>
</file>

<file path=ppt/_rels/presentation.xml.rels>&#65279;<?xml version="1.0" encoding="utf-8"?><Relationships xmlns="http://schemas.openxmlformats.org/package/2006/relationships"><Relationship Type="http://schemas.openxmlformats.org/officeDocument/2006/relationships/theme" Target="/ppt/theme/theme1.xml" Id="R154cc12099c641dd" /><Relationship Type="http://schemas.openxmlformats.org/officeDocument/2006/relationships/slideMaster" Target="/ppt/slideMasters/slideMaster1.xml" Id="R640be117a4dd4761" /><Relationship Type="http://schemas.openxmlformats.org/officeDocument/2006/relationships/notesMaster" Target="/ppt/notesMasters/notesMaster1.xml" Id="R141521366c264427" /><Relationship Type="http://schemas.openxmlformats.org/officeDocument/2006/relationships/presProps" Target="/ppt/presProps.xml" Id="Rc034152541064f11" /><Relationship Type="http://schemas.openxmlformats.org/officeDocument/2006/relationships/viewProps" Target="/ppt/viewProps.xml" Id="Ra55e58c225de4fc1" /><Relationship Type="http://schemas.openxmlformats.org/officeDocument/2006/relationships/tableStyles" Target="/ppt/tableStyles.xml" Id="Rb27ca9686e87441d" /><Relationship Type="http://schemas.openxmlformats.org/officeDocument/2006/relationships/slide" Target="/ppt/slides/slide1.xml" Id="Rc215ad3f180541a1" /><Relationship Type="http://schemas.openxmlformats.org/officeDocument/2006/relationships/slide" Target="/ppt/slides/slide2.xml" Id="Rd30acd94b6754ffc" /><Relationship Type="http://schemas.openxmlformats.org/officeDocument/2006/relationships/slide" Target="/ppt/slides/slide3.xml" Id="Rb877499a7c3740e7" /><Relationship Type="http://schemas.openxmlformats.org/officeDocument/2006/relationships/slide" Target="/ppt/slides/slide4.xml" Id="R301966f831f243da" /><Relationship Type="http://schemas.openxmlformats.org/officeDocument/2006/relationships/slide" Target="/ppt/slides/slide5.xml" Id="Re4580adccc774114" /><Relationship Type="http://schemas.openxmlformats.org/officeDocument/2006/relationships/slide" Target="/ppt/slides/slide6.xml" Id="Re5d19f3b6f8d4f2f" /><Relationship Type="http://schemas.openxmlformats.org/officeDocument/2006/relationships/slide" Target="/ppt/slides/slide7.xml" Id="R94726723af864939" /><Relationship Type="http://schemas.openxmlformats.org/officeDocument/2006/relationships/slide" Target="/ppt/slides/slide8.xml" Id="R1864579133cc4985" /><Relationship Type="http://schemas.openxmlformats.org/officeDocument/2006/relationships/slide" Target="/ppt/slides/slide9.xml" Id="Rf60993ba87c34fb6" /><Relationship Type="http://schemas.openxmlformats.org/officeDocument/2006/relationships/slide" Target="/ppt/slides/slide10.xml" Id="R3fb71d2b1cf641c9" /><Relationship Type="http://schemas.openxmlformats.org/officeDocument/2006/relationships/slide" Target="/ppt/slides/slide11.xml" Id="R00d1d4da0d3e42fc" /><Relationship Type="http://schemas.openxmlformats.org/officeDocument/2006/relationships/slide" Target="/ppt/slides/slide12.xml" Id="R15b2e93d39eb4f83" /><Relationship Type="http://schemas.openxmlformats.org/officeDocument/2006/relationships/slide" Target="/ppt/slides/slide13.xml" Id="Rd2419f53ab4649b4" /><Relationship Type="http://schemas.openxmlformats.org/officeDocument/2006/relationships/slide" Target="/ppt/slides/slide14.xml" Id="R396c18ebc93c4641" /><Relationship Type="http://schemas.openxmlformats.org/officeDocument/2006/relationships/slide" Target="/ppt/slides/slide15.xml" Id="R063140b5bcfc471d" /><Relationship Type="http://schemas.openxmlformats.org/officeDocument/2006/relationships/slide" Target="/ppt/slides/slide16.xml" Id="R533b5ea342c24711" /><Relationship Type="http://schemas.openxmlformats.org/officeDocument/2006/relationships/slide" Target="/ppt/slides/slide17.xml" Id="Rf24cd73ae8dc4d23" /><Relationship Type="http://schemas.openxmlformats.org/officeDocument/2006/relationships/slide" Target="/ppt/slides/slide18.xml" Id="R3a78261e11a64f9f" /><Relationship Type="http://schemas.openxmlformats.org/officeDocument/2006/relationships/slide" Target="/ppt/slides/slide19.xml" Id="R83319b515f7d4dd8" /><Relationship Type="http://schemas.openxmlformats.org/officeDocument/2006/relationships/slide" Target="/ppt/slides/slide20.xml" Id="R269606aa7c294aaf"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943ea779f97f4277"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
          <a:effectLst>
            <a:outerShdw blurRad="19050" dist="9525" dir="5400000">
              <a:srgbClr val="000000">
                <a:alpha val="8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dc60ec7fdab74738" /><Relationship Type="http://schemas.openxmlformats.org/officeDocument/2006/relationships/notesMaster" Target="/ppt/notesMasters/notesMaster1.xml" Id="R12c34c77dba8426a" /></Relationships>
</file>

<file path=ppt/notesSlides/_rels/notesSlide2.xml.rels>&#65279;<?xml version="1.0" encoding="utf-8"?><Relationships xmlns="http://schemas.openxmlformats.org/package/2006/relationships"><Relationship Type="http://schemas.openxmlformats.org/officeDocument/2006/relationships/slide" Target="/ppt/slides/slide2.xml" Id="R3e0bd96a43054e51" /><Relationship Type="http://schemas.openxmlformats.org/officeDocument/2006/relationships/notesMaster" Target="/ppt/notesMasters/notesMaster1.xml" Id="R770f7e6b0a564b4e" /></Relationships>
</file>

<file path=ppt/notesSlides/_rels/notesSlide3.xml.rels>&#65279;<?xml version="1.0" encoding="utf-8"?><Relationships xmlns="http://schemas.openxmlformats.org/package/2006/relationships"><Relationship Type="http://schemas.openxmlformats.org/officeDocument/2006/relationships/slide" Target="/ppt/slides/slide3.xml" Id="Rfb55a11eec4b4eba" /><Relationship Type="http://schemas.openxmlformats.org/officeDocument/2006/relationships/notesMaster" Target="/ppt/notesMasters/notesMaster1.xml" Id="R49d233037581499b" /></Relationships>
</file>

<file path=ppt/notesSlides/_rels/notesSlide4.xml.rels>&#65279;<?xml version="1.0" encoding="utf-8"?><Relationships xmlns="http://schemas.openxmlformats.org/package/2006/relationships"><Relationship Type="http://schemas.openxmlformats.org/officeDocument/2006/relationships/slide" Target="/ppt/slides/slide4.xml" Id="Re2f4f42244b94833" /><Relationship Type="http://schemas.openxmlformats.org/officeDocument/2006/relationships/notesMaster" Target="/ppt/notesMasters/notesMaster1.xml" Id="Rff7b3f2e7931432e" /></Relationships>
</file>

<file path=ppt/notesSlides/_rels/notesSlide5.xml.rels>&#65279;<?xml version="1.0" encoding="utf-8"?><Relationships xmlns="http://schemas.openxmlformats.org/package/2006/relationships"><Relationship Type="http://schemas.openxmlformats.org/officeDocument/2006/relationships/slide" Target="/ppt/slides/slide5.xml" Id="R0755900bf5ae4f2d" /><Relationship Type="http://schemas.openxmlformats.org/officeDocument/2006/relationships/notesMaster" Target="/ppt/notesMasters/notesMaster1.xml" Id="Re78c94a45cf94671" /></Relationships>
</file>

<file path=ppt/notesSlides/_rels/notesSlide6.xml.rels>&#65279;<?xml version="1.0" encoding="utf-8"?><Relationships xmlns="http://schemas.openxmlformats.org/package/2006/relationships"><Relationship Type="http://schemas.openxmlformats.org/officeDocument/2006/relationships/slide" Target="/ppt/slides/slide6.xml" Id="R2e97f1447c134192" /><Relationship Type="http://schemas.openxmlformats.org/officeDocument/2006/relationships/notesMaster" Target="/ppt/notesMasters/notesMaster1.xml" Id="Rf22c7560b847429c" /></Relationships>
</file>

<file path=ppt/notesSlides/_rels/notesSlide7.xml.rels>&#65279;<?xml version="1.0" encoding="utf-8"?><Relationships xmlns="http://schemas.openxmlformats.org/package/2006/relationships"><Relationship Type="http://schemas.openxmlformats.org/officeDocument/2006/relationships/slide" Target="/ppt/slides/slide7.xml" Id="R48750d34b8f5433c" /><Relationship Type="http://schemas.openxmlformats.org/officeDocument/2006/relationships/notesMaster" Target="/ppt/notesMasters/notesMaster1.xml" Id="R12d4ffcd9f9b467f" /></Relationships>
</file>

<file path=ppt/notesSlides/_rels/notesSlide8.xml.rels>&#65279;<?xml version="1.0" encoding="utf-8"?><Relationships xmlns="http://schemas.openxmlformats.org/package/2006/relationships"><Relationship Type="http://schemas.openxmlformats.org/officeDocument/2006/relationships/slide" Target="/ppt/slides/slide8.xml" Id="Re65b2d72abdb4ffa" /><Relationship Type="http://schemas.openxmlformats.org/officeDocument/2006/relationships/notesMaster" Target="/ppt/notesMasters/notesMaster1.xml" Id="Rdee739e4a4794eef" /></Relationships>
</file>

<file path=ppt/notesSlides/_rels/notesSlide9.xml.rels>&#65279;<?xml version="1.0" encoding="utf-8"?><Relationships xmlns="http://schemas.openxmlformats.org/package/2006/relationships"><Relationship Type="http://schemas.openxmlformats.org/officeDocument/2006/relationships/slide" Target="/ppt/slides/slide9.xml" Id="Rf312d84df45943c0" /><Relationship Type="http://schemas.openxmlformats.org/officeDocument/2006/relationships/notesMaster" Target="/ppt/notesMasters/notesMaster1.xml" Id="R4cdbf23a9de24fea"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d9a3c4711b794747" /><Relationship Type="http://schemas.openxmlformats.org/officeDocument/2006/relationships/notesMaster" Target="/ppt/notesMasters/notesMaster1.xml" Id="Ra7d36935ce364cba"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06fff46df0184fe8" /><Relationship Type="http://schemas.openxmlformats.org/officeDocument/2006/relationships/notesMaster" Target="/ppt/notesMasters/notesMaster1.xml" Id="R93b79d43c3884aae"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8ed2fba10b074e8a" /><Relationship Type="http://schemas.openxmlformats.org/officeDocument/2006/relationships/notesMaster" Target="/ppt/notesMasters/notesMaster1.xml" Id="R7ea243e19eb440f0"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07de23237afb4616" /><Relationship Type="http://schemas.openxmlformats.org/officeDocument/2006/relationships/notesMaster" Target="/ppt/notesMasters/notesMaster1.xml" Id="R4d420c8c6f184d53"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2bfc455295b24aab" /><Relationship Type="http://schemas.openxmlformats.org/officeDocument/2006/relationships/notesMaster" Target="/ppt/notesMasters/notesMaster1.xml" Id="R962fcfbf9e6343af"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b8844e788a4c4305" /><Relationship Type="http://schemas.openxmlformats.org/officeDocument/2006/relationships/notesMaster" Target="/ppt/notesMasters/notesMaster1.xml" Id="R3a0d962466a2467c"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37ff9fa21074409a" /><Relationship Type="http://schemas.openxmlformats.org/officeDocument/2006/relationships/notesMaster" Target="/ppt/notesMasters/notesMaster1.xml" Id="R6ff74c42d7164f3d"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5b1ecca21dc84778" /><Relationship Type="http://schemas.openxmlformats.org/officeDocument/2006/relationships/notesMaster" Target="/ppt/notesMasters/notesMaster1.xml" Id="R7f8a1da9c256437b"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63ed810a97274205" /><Relationship Type="http://schemas.openxmlformats.org/officeDocument/2006/relationships/notesMaster" Target="/ppt/notesMasters/notesMaster1.xml" Id="Rb1494df7c5014f74"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cbcd987516fc43d3" /><Relationship Type="http://schemas.openxmlformats.org/officeDocument/2006/relationships/notesMaster" Target="/ppt/notesMasters/notesMaster1.xml" Id="R33f66e81f30d4fa4"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21d86877947c4596" /><Relationship Type="http://schemas.openxmlformats.org/officeDocument/2006/relationships/notesMaster" Target="/ppt/notesMasters/notesMaster1.xml" Id="R0ff3595bc5134bdd"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Извор: oibThematicExercises.ts и oibThematicPresentations.ts.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Извор: oibThematicExercises.ts и oibThematicPresentations.ts.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Извор: oibThematicExercises.ts и oibThematicPresentations.ts.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Извор: oibThematicExercises.ts и oibThematicPresentations.ts.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Извор: oibThematicExercises.ts и oibThematicPresentations.ts.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Извор: oibThematicExercises.ts и oibThematicPresentations.ts.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Извор: oibThematicExercises.ts и oibThematicPresentations.ts.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Извор: oibThematicExercises.ts и oibThematicPresentations.ts.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Извор: oibThematicExercises.ts и oibThematicPresentations.ts.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Извор: oibThematicExercises.ts и oibThematicPresentations.ts.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Извор: oibThematicExercises.ts и oibThematicPresentations.ts.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Извор: oibThematicExercises.ts и oibThematicPresentations.ts.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Извор: oibThematicExercises.ts и oibThematicPresentations.ts.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Извор: oibThematicExercises.ts и oibThematicPresentations.ts.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Извор: oibThematicExercises.ts и oibThematicPresentations.ts.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Извор: oibThematicExercises.ts и oibThematicPresentations.ts.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Извор: oibThematicExercises.ts и oibThematicPresentations.ts.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Извор: oibThematicExercises.ts и oibThematicPresentations.ts.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Извор: oibThematicExercises.ts и oibThematicPresentations.ts.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Извор: oibThematicExercises.ts и oibThematicPresentations.ts.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a66c2e95c6ec41e8"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70b9f6b941874c0b" /><Relationship Type="http://schemas.openxmlformats.org/officeDocument/2006/relationships/slideLayout" Target="/ppt/slideLayouts/slideLayout1.xml" Id="R946003a449c9458a"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946003a449c9458a"/>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
          <a:effectLst>
            <a:outerShdw blurRad="19050" dist="9525" dir="5400000">
              <a:srgbClr val="000000">
                <a:alpha val="8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93502d09bee54cd5" /><Relationship Type="http://schemas.openxmlformats.org/officeDocument/2006/relationships/notesSlide" Target="/ppt/notesSlides/notesSlide1.xml" Id="R4d47a60c51724035"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f56e4efec21b427b" /><Relationship Type="http://schemas.openxmlformats.org/officeDocument/2006/relationships/notesSlide" Target="/ppt/notesSlides/notesSlide2.xml" Id="Rd0f4d6d514ea4a0a"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da883744cceb4433" /><Relationship Type="http://schemas.openxmlformats.org/officeDocument/2006/relationships/notesSlide" Target="/ppt/notesSlides/notesSlide3.xml" Id="Rebba7ead15514299"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c27953ec44504a0a" /><Relationship Type="http://schemas.openxmlformats.org/officeDocument/2006/relationships/notesSlide" Target="/ppt/notesSlides/notesSlide4.xml" Id="Ra5a47e25dd4842ef"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2cf4fd9ced78444b" /><Relationship Type="http://schemas.openxmlformats.org/officeDocument/2006/relationships/notesSlide" Target="/ppt/notesSlides/notesSlide5.xml" Id="Ra3e7f21880914183"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3c63ef3edb9a4390" /><Relationship Type="http://schemas.openxmlformats.org/officeDocument/2006/relationships/notesSlide" Target="/ppt/notesSlides/notesSlide6.xml" Id="Rababe6b315704a60"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91ffdf619ff64142" /><Relationship Type="http://schemas.openxmlformats.org/officeDocument/2006/relationships/notesSlide" Target="/ppt/notesSlides/notesSlide7.xml" Id="R64a30e3d36a64015"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85928d0af54a4218" /><Relationship Type="http://schemas.openxmlformats.org/officeDocument/2006/relationships/notesSlide" Target="/ppt/notesSlides/notesSlide8.xml" Id="R9f42a40bd4994b58"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f09eeb71d02f4720" /><Relationship Type="http://schemas.openxmlformats.org/officeDocument/2006/relationships/notesSlide" Target="/ppt/notesSlides/notesSlide9.xml" Id="R0eb093899bfb4014"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c588f8b168864ea3" /><Relationship Type="http://schemas.openxmlformats.org/officeDocument/2006/relationships/notesSlide" Target="/ppt/notesSlides/notesSlide10.xml" Id="R6e258c82f6df4ebd"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0e1af09890c54fb4" /><Relationship Type="http://schemas.openxmlformats.org/officeDocument/2006/relationships/notesSlide" Target="/ppt/notesSlides/notesSlide11.xml" Id="R493296e0b2b440f5"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e12ff923b6cd4e14" /><Relationship Type="http://schemas.openxmlformats.org/officeDocument/2006/relationships/notesSlide" Target="/ppt/notesSlides/notesSlide12.xml" Id="Rdb6a383f73264087"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87d2716d85c74655" /><Relationship Type="http://schemas.openxmlformats.org/officeDocument/2006/relationships/notesSlide" Target="/ppt/notesSlides/notesSlide13.xml" Id="R6255ac2fff0841db"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23c630fd78f94b32" /><Relationship Type="http://schemas.openxmlformats.org/officeDocument/2006/relationships/notesSlide" Target="/ppt/notesSlides/notesSlide14.xml" Id="Re48024b3b00848ac"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e0782eec16374732" /><Relationship Type="http://schemas.openxmlformats.org/officeDocument/2006/relationships/notesSlide" Target="/ppt/notesSlides/notesSlide15.xml" Id="R2734af07a442467e"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4f927eb719634f66" /><Relationship Type="http://schemas.openxmlformats.org/officeDocument/2006/relationships/notesSlide" Target="/ppt/notesSlides/notesSlide16.xml" Id="Rff856d2e1398476a"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f0b0044a34884891" /><Relationship Type="http://schemas.openxmlformats.org/officeDocument/2006/relationships/notesSlide" Target="/ppt/notesSlides/notesSlide17.xml" Id="R53123264aadb4a9c"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fa61d1e0a5f041bd" /><Relationship Type="http://schemas.openxmlformats.org/officeDocument/2006/relationships/notesSlide" Target="/ppt/notesSlides/notesSlide18.xml" Id="R482dabb4193c4ca4"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092fc66ab7cd4c85" /><Relationship Type="http://schemas.openxmlformats.org/officeDocument/2006/relationships/notesSlide" Target="/ppt/notesSlides/notesSlide19.xml" Id="R9a24bbef78804220"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52de1e12d5f74ca0" /><Relationship Type="http://schemas.openxmlformats.org/officeDocument/2006/relationships/notesSlide" Target="/ppt/notesSlides/notesSlide20.xml" Id="Rb8a94248738a45b0"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Rectangle 8">
            <a:extLst xmlns:a="http://schemas.openxmlformats.org/drawingml/2006/main">
              <a:ext uri="{FF2B5EF4-FFF2-40B4-BE49-F238E27FC236}">
                <a16:creationId xmlns:a16="http://schemas.microsoft.com/office/drawing/2014/main" id="{BB0E6D2A-B684-4BFE-AA69-8A154E137B3C}"/>
              </a:ext>
            </a:extLst>
          </p:cNvPr>
          <p:cNvSpPr>
            <a:spLocks xmlns:a="http://schemas.openxmlformats.org/drawingml/2006/main" noGrp="1"/>
          </p:cNvSpPr>
          <p:nvPr/>
        </p:nvSpPr>
        <p:spPr>
          <a:xfrm xmlns:a="http://schemas.openxmlformats.org/drawingml/2006/main">
            <a:off x="914400" y="590550"/>
            <a:ext cx="7810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0000"/>
              </a:lnSpc>
              <a:buNone/>
              <a:defRPr sz="1050" b="1">
                <a:solidFill>
                  <a:srgbClr val="647084"/>
                </a:solidFill>
                <a:latin typeface="Aptos"/>
                <a:ea typeface="Aptos"/>
                <a:cs typeface="Aptos"/>
              </a:defRPr>
            </a:pPr>
            <a:r>
              <a:rPr sz="1050" b="1">
                <a:solidFill>
                  <a:srgbClr val="647084"/>
                </a:solidFill>
                <a:latin typeface="Aptos"/>
                <a:ea typeface="Aptos"/>
                <a:cs typeface="Aptos"/>
              </a:rPr>
              <a:t>ОСНОВЕ ИНФОРМАЦИОНЕ БЕЗБЕДНОСТИ</a:t>
            </a:r>
          </a:p>
        </p:txBody>
      </p:sp>
      <p:sp>
        <p:nvSpPr>
          <p:cNvPr id="2" name="Straight Connector 1">
            <a:extLst xmlns:a="http://schemas.openxmlformats.org/drawingml/2006/main">
              <a:ext uri="{FF2B5EF4-FFF2-40B4-BE49-F238E27FC236}">
                <a16:creationId xmlns:a16="http://schemas.microsoft.com/office/drawing/2014/main" id="{7AB27BD4-A743-47CA-94F0-5E557748A3AD}"/>
              </a:ext>
            </a:extLst>
          </p:cNvPr>
          <p:cNvSpPr>
            <a:spLocks xmlns:a="http://schemas.openxmlformats.org/drawingml/2006/main" noGrp="1"/>
          </p:cNvSpPr>
          <p:nvPr/>
        </p:nvSpPr>
        <p:spPr>
          <a:xfrm xmlns:a="http://schemas.openxmlformats.org/drawingml/2006/main">
            <a:off x="914400" y="1009650"/>
            <a:ext cx="10363200" cy="9525"/>
          </a:xfrm>
          <a:prstGeom xmlns:a="http://schemas.openxmlformats.org/drawingml/2006/main" prst="line">
            <a:avLst/>
          </a:prstGeom>
          <a:noFill xmlns:a="http://schemas.openxmlformats.org/drawingml/2006/main"/>
          <a:ln xmlns:a="http://schemas.openxmlformats.org/drawingml/2006/main" w="8573">
            <a:solidFill>
              <a:srgbClr val="8D5560"/>
            </a:solidFill>
            <a:prstDash val="solid"/>
          </a:ln>
        </p:spPr>
      </p:sp>
      <p:sp>
        <p:nvSpPr>
          <p:cNvPr id="3" name="Rounded Rectangle 2">
            <a:extLst xmlns:a="http://schemas.openxmlformats.org/drawingml/2006/main">
              <a:ext uri="{FF2B5EF4-FFF2-40B4-BE49-F238E27FC236}">
                <a16:creationId xmlns:a16="http://schemas.microsoft.com/office/drawing/2014/main" id="{E6F14CF2-0DF6-4E2C-8D04-3A79A06B65E1}"/>
              </a:ext>
            </a:extLst>
          </p:cNvPr>
          <p:cNvSpPr>
            <a:spLocks xmlns:a="http://schemas.openxmlformats.org/drawingml/2006/main" noGrp="1"/>
          </p:cNvSpPr>
          <p:nvPr/>
        </p:nvSpPr>
        <p:spPr>
          <a:xfrm xmlns:a="http://schemas.openxmlformats.org/drawingml/2006/main">
            <a:off x="914400" y="1438275"/>
            <a:ext cx="647700" cy="66675"/>
          </a:xfrm>
          <a:prstGeom xmlns:a="http://schemas.openxmlformats.org/drawingml/2006/main" prst="roundRect">
            <a:avLst>
              <a:gd name="adj" fmla="val 50000"/>
            </a:avLst>
          </a:prstGeom>
          <a:solidFill xmlns:a="http://schemas.openxmlformats.org/drawingml/2006/main">
            <a:srgbClr val="7A2636"/>
          </a:solidFill>
          <a:ln xmlns:a="http://schemas.openxmlformats.org/drawingml/2006/main" w="0">
            <a:noFill/>
          </a:ln>
        </p:spPr>
      </p:sp>
      <p:sp>
        <p:nvSpPr>
          <p:cNvPr id="4" name="Rectangle 3">
            <a:extLst xmlns:a="http://schemas.openxmlformats.org/drawingml/2006/main">
              <a:ext uri="{FF2B5EF4-FFF2-40B4-BE49-F238E27FC236}">
                <a16:creationId xmlns:a16="http://schemas.microsoft.com/office/drawing/2014/main" id="{78BA2D62-2C26-460E-9F02-6B5CB205F89E}"/>
              </a:ext>
            </a:extLst>
          </p:cNvPr>
          <p:cNvSpPr>
            <a:spLocks xmlns:a="http://schemas.openxmlformats.org/drawingml/2006/main" noGrp="1"/>
          </p:cNvSpPr>
          <p:nvPr/>
        </p:nvSpPr>
        <p:spPr>
          <a:xfrm xmlns:a="http://schemas.openxmlformats.org/drawingml/2006/main">
            <a:off x="914400" y="1771650"/>
            <a:ext cx="10363200" cy="1562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l">
              <a:lnSpc>
                <a:spcPct val="94000"/>
              </a:lnSpc>
              <a:buNone/>
              <a:defRPr sz="3450" b="1">
                <a:solidFill>
                  <a:srgbClr val="1A202C"/>
                </a:solidFill>
                <a:latin typeface="Aptos Display"/>
                <a:ea typeface="Aptos Display"/>
                <a:cs typeface="Aptos Display"/>
              </a:defRPr>
            </a:pPr>
            <a:r>
              <a:rPr sz="3450" b="1">
                <a:solidFill>
                  <a:srgbClr val="1A202C"/>
                </a:solidFill>
                <a:latin typeface="Aptos Display"/>
                <a:ea typeface="Aptos Display"/>
                <a:cs typeface="Aptos Display"/>
              </a:rPr>
              <a:t>Атрибути, ризик и периодични преглед приступа</a:t>
            </a:r>
          </a:p>
        </p:txBody>
      </p:sp>
      <p:sp>
        <p:nvSpPr>
          <p:cNvPr id="5" name="Rectangle 4">
            <a:extLst xmlns:a="http://schemas.openxmlformats.org/drawingml/2006/main">
              <a:ext uri="{FF2B5EF4-FFF2-40B4-BE49-F238E27FC236}">
                <a16:creationId xmlns:a16="http://schemas.microsoft.com/office/drawing/2014/main" id="{7DB7F43A-6087-4653-8FD2-5E699B10E632}"/>
              </a:ext>
            </a:extLst>
          </p:cNvPr>
          <p:cNvSpPr>
            <a:spLocks xmlns:a="http://schemas.openxmlformats.org/drawingml/2006/main" noGrp="1"/>
          </p:cNvSpPr>
          <p:nvPr/>
        </p:nvSpPr>
        <p:spPr>
          <a:xfrm xmlns:a="http://schemas.openxmlformats.org/drawingml/2006/main">
            <a:off x="933450" y="3600450"/>
            <a:ext cx="96202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4000"/>
              </a:lnSpc>
              <a:buNone/>
              <a:defRPr sz="1725" b="0">
                <a:solidFill>
                  <a:srgbClr val="647084"/>
                </a:solidFill>
                <a:latin typeface="Aptos"/>
                <a:ea typeface="Aptos"/>
                <a:cs typeface="Aptos"/>
              </a:defRPr>
            </a:pPr>
            <a:r>
              <a:rPr sz="1725" b="0">
                <a:solidFill>
                  <a:srgbClr val="647084"/>
                </a:solidFill>
                <a:latin typeface="Aptos"/>
                <a:ea typeface="Aptos"/>
                <a:cs typeface="Aptos"/>
              </a:rPr>
              <a:t>Контекстуална контрола приступа и периодична процена ризика</a:t>
            </a:r>
          </a:p>
        </p:txBody>
      </p:sp>
      <p:sp>
        <p:nvSpPr>
          <p:cNvPr id="6" name="Straight Connector 5">
            <a:extLst xmlns:a="http://schemas.openxmlformats.org/drawingml/2006/main">
              <a:ext uri="{FF2B5EF4-FFF2-40B4-BE49-F238E27FC236}">
                <a16:creationId xmlns:a16="http://schemas.microsoft.com/office/drawing/2014/main" id="{FA6191B0-C333-4A43-AC73-1F055EA7F108}"/>
              </a:ext>
            </a:extLst>
          </p:cNvPr>
          <p:cNvSpPr>
            <a:spLocks xmlns:a="http://schemas.openxmlformats.org/drawingml/2006/main" noGrp="1"/>
          </p:cNvSpPr>
          <p:nvPr/>
        </p:nvSpPr>
        <p:spPr>
          <a:xfrm xmlns:a="http://schemas.openxmlformats.org/drawingml/2006/main">
            <a:off x="914400" y="5286375"/>
            <a:ext cx="10363200" cy="9525"/>
          </a:xfrm>
          <a:prstGeom xmlns:a="http://schemas.openxmlformats.org/drawingml/2006/main" prst="line">
            <a:avLst/>
          </a:prstGeom>
          <a:noFill xmlns:a="http://schemas.openxmlformats.org/drawingml/2006/main"/>
          <a:ln xmlns:a="http://schemas.openxmlformats.org/drawingml/2006/main" w="8573">
            <a:solidFill>
              <a:srgbClr val="8D5560"/>
            </a:solidFill>
            <a:prstDash val="solid"/>
          </a:ln>
        </p:spPr>
      </p:sp>
      <p:sp>
        <p:nvSpPr>
          <p:cNvPr id="7" name="Rectangle 6">
            <a:extLst xmlns:a="http://schemas.openxmlformats.org/drawingml/2006/main">
              <a:ext uri="{FF2B5EF4-FFF2-40B4-BE49-F238E27FC236}">
                <a16:creationId xmlns:a16="http://schemas.microsoft.com/office/drawing/2014/main" id="{8B4A651A-36AB-4EB8-948E-47E48DA6E5CB}"/>
              </a:ext>
            </a:extLst>
          </p:cNvPr>
          <p:cNvSpPr>
            <a:spLocks xmlns:a="http://schemas.openxmlformats.org/drawingml/2006/main" noGrp="1"/>
          </p:cNvSpPr>
          <p:nvPr/>
        </p:nvSpPr>
        <p:spPr>
          <a:xfrm xmlns:a="http://schemas.openxmlformats.org/drawingml/2006/main">
            <a:off x="914400" y="5581650"/>
            <a:ext cx="6191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1200" b="1">
                <a:solidFill>
                  <a:srgbClr val="1A202C"/>
                </a:solidFill>
                <a:latin typeface="Aptos"/>
                <a:ea typeface="Aptos"/>
                <a:cs typeface="Aptos"/>
              </a:defRPr>
            </a:pPr>
            <a:r>
              <a:rPr sz="1125" b="0">
                <a:solidFill>
                  <a:srgbClr val="1A202C"/>
                </a:solidFill>
                <a:latin typeface="Aptos"/>
                <a:ea typeface="Aptos"/>
                <a:cs typeface="Aptos"/>
              </a:rPr>
              <a:t>Факултет техничких наука · Универзитет у Новом Саду</a:t>
            </a:r>
          </a:p>
        </p:txBody>
      </p:sp>
      <p:sp>
        <p:nvSpPr>
          <p:cNvPr id="8" name="Rectangle 7">
            <a:extLst xmlns:a="http://schemas.openxmlformats.org/drawingml/2006/main">
              <a:ext uri="{FF2B5EF4-FFF2-40B4-BE49-F238E27FC236}">
                <a16:creationId xmlns:a16="http://schemas.microsoft.com/office/drawing/2014/main" id="{A2FFD508-BD9F-46E4-853D-488428BF74BA}"/>
              </a:ext>
            </a:extLst>
          </p:cNvPr>
          <p:cNvSpPr>
            <a:spLocks xmlns:a="http://schemas.openxmlformats.org/drawingml/2006/main" noGrp="1"/>
          </p:cNvSpPr>
          <p:nvPr/>
        </p:nvSpPr>
        <p:spPr>
          <a:xfrm xmlns:a="http://schemas.openxmlformats.org/drawingml/2006/main">
            <a:off x="8096250" y="5581650"/>
            <a:ext cx="31813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0000"/>
              </a:lnSpc>
              <a:buNone/>
              <a:defRPr sz="1200" b="0">
                <a:solidFill>
                  <a:srgbClr val="647084"/>
                </a:solidFill>
                <a:latin typeface="Aptos"/>
                <a:ea typeface="Aptos"/>
                <a:cs typeface="Aptos"/>
              </a:defRPr>
            </a:pPr>
            <a:r>
              <a:rPr sz="1200" b="0">
                <a:solidFill>
                  <a:srgbClr val="647084"/>
                </a:solidFill>
                <a:latin typeface="Aptos"/>
                <a:ea typeface="Aptos"/>
                <a:cs typeface="Aptos"/>
              </a:rPr>
              <a:t>Академска 2026/27.</a:t>
            </a:r>
          </a:p>
        </p:txBody>
      </p:sp>
    </p:spTree>
    <p:extLst>
      <p:ext uri="{BB962C8B-B14F-4D97-AF65-F5344CB8AC3E}">
        <p14:creationId xmlns:p14="http://schemas.microsoft.com/office/powerpoint/2010/main" val="1896834068"/>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8" name="Rectangle 17">
            <a:extLst xmlns:a="http://schemas.openxmlformats.org/drawingml/2006/main">
              <a:ext uri="{FF2B5EF4-FFF2-40B4-BE49-F238E27FC236}">
                <a16:creationId xmlns:a16="http://schemas.microsoft.com/office/drawing/2014/main" id="{DA54CD75-93E8-46B3-88FD-88E3211329B1}"/>
              </a:ext>
            </a:extLst>
          </p:cNvPr>
          <p:cNvSpPr>
            <a:spLocks xmlns:a="http://schemas.openxmlformats.org/drawingml/2006/main" noGrp="1"/>
          </p:cNvSpPr>
          <p:nvPr/>
        </p:nvSpPr>
        <p:spPr>
          <a:xfrm xmlns:a="http://schemas.openxmlformats.org/drawingml/2006/main">
            <a:off x="495300" y="238125"/>
            <a:ext cx="3429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825" b="0">
                <a:solidFill>
                  <a:srgbClr val="657184"/>
                </a:solidFill>
                <a:latin typeface="Aptos"/>
                <a:ea typeface="Aptos"/>
                <a:cs typeface="Aptos"/>
              </a:defRPr>
            </a:pPr>
            <a:r>
              <a:rPr sz="825" b="0">
                <a:solidFill>
                  <a:srgbClr val="5E6B7D"/>
                </a:solidFill>
                <a:latin typeface="Aptos"/>
                <a:ea typeface="Aptos"/>
                <a:cs typeface="Aptos"/>
              </a:rPr>
              <a:t>Основе информационе безбедности</a:t>
            </a:r>
          </a:p>
        </p:txBody>
      </p:sp>
      <p:sp>
        <p:nvSpPr>
          <p:cNvPr id="2" name="Straight Connector 1">
            <a:extLst xmlns:a="http://schemas.openxmlformats.org/drawingml/2006/main">
              <a:ext uri="{FF2B5EF4-FFF2-40B4-BE49-F238E27FC236}">
                <a16:creationId xmlns:a16="http://schemas.microsoft.com/office/drawing/2014/main" id="{51BA85CA-59AD-4BCD-8E15-802632FCB3EA}"/>
              </a:ext>
            </a:extLst>
          </p:cNvPr>
          <p:cNvSpPr>
            <a:spLocks xmlns:a="http://schemas.openxmlformats.org/drawingml/2006/main" noGrp="1"/>
          </p:cNvSpPr>
          <p:nvPr/>
        </p:nvSpPr>
        <p:spPr>
          <a:xfrm xmlns:a="http://schemas.openxmlformats.org/drawingml/2006/main">
            <a:off x="495300" y="476250"/>
            <a:ext cx="11201400" cy="9525"/>
          </a:xfrm>
          <a:prstGeom xmlns:a="http://schemas.openxmlformats.org/drawingml/2006/main" prst="line">
            <a:avLst/>
          </a:prstGeom>
          <a:solidFill xmlns:a="http://schemas.openxmlformats.org/drawingml/2006/main">
            <a:srgbClr val="8D5560"/>
          </a:solidFill>
          <a:ln xmlns:a="http://schemas.openxmlformats.org/drawingml/2006/main" w="7144">
            <a:solidFill>
              <a:srgbClr val="8D5560"/>
            </a:solidFill>
            <a:prstDash val="solid"/>
          </a:ln>
        </p:spPr>
      </p:sp>
      <p:sp>
        <p:nvSpPr>
          <p:cNvPr id="3" name="Rectangle 2">
            <a:extLst xmlns:a="http://schemas.openxmlformats.org/drawingml/2006/main">
              <a:ext uri="{FF2B5EF4-FFF2-40B4-BE49-F238E27FC236}">
                <a16:creationId xmlns:a16="http://schemas.microsoft.com/office/drawing/2014/main" id="{125B35A2-84A0-4ABE-B366-6B95D40BCC39}"/>
              </a:ext>
            </a:extLst>
          </p:cNvPr>
          <p:cNvSpPr>
            <a:spLocks xmlns:a="http://schemas.openxmlformats.org/drawingml/2006/main" noGrp="1"/>
          </p:cNvSpPr>
          <p:nvPr/>
        </p:nvSpPr>
        <p:spPr>
          <a:xfrm xmlns:a="http://schemas.openxmlformats.org/drawingml/2006/main">
            <a:off x="11372850" y="6477000"/>
            <a:ext cx="3238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r">
              <a:lnSpc>
                <a:spcPct val="102000"/>
              </a:lnSpc>
              <a:buNone/>
              <a:defRPr sz="975" b="0">
                <a:solidFill>
                  <a:srgbClr val="1A202C"/>
                </a:solidFill>
                <a:latin typeface="Aptos"/>
                <a:ea typeface="Aptos"/>
                <a:cs typeface="Aptos"/>
              </a:defRPr>
            </a:pPr>
            <a:r>
              <a:rPr sz="975" b="0">
                <a:solidFill>
                  <a:srgbClr val="1A202C"/>
                </a:solidFill>
                <a:latin typeface="Aptos"/>
                <a:ea typeface="Aptos"/>
                <a:cs typeface="Aptos"/>
              </a:rPr>
              <a:t>2</a:t>
            </a:r>
          </a:p>
        </p:txBody>
      </p:sp>
      <p:sp>
        <p:nvSpPr>
          <p:cNvPr id="4" name="Rectangle 3">
            <a:extLst xmlns:a="http://schemas.openxmlformats.org/drawingml/2006/main">
              <a:ext uri="{FF2B5EF4-FFF2-40B4-BE49-F238E27FC236}">
                <a16:creationId xmlns:a16="http://schemas.microsoft.com/office/drawing/2014/main" id="{64D6B80F-C151-4DFB-B7F9-68F858EE06BC}"/>
              </a:ext>
            </a:extLst>
          </p:cNvPr>
          <p:cNvSpPr>
            <a:spLocks xmlns:a="http://schemas.openxmlformats.org/drawingml/2006/main" noGrp="1"/>
          </p:cNvSpPr>
          <p:nvPr/>
        </p:nvSpPr>
        <p:spPr>
          <a:xfrm xmlns:a="http://schemas.openxmlformats.org/drawingml/2006/main">
            <a:off x="685800" y="781050"/>
            <a:ext cx="108204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2550" b="1">
                <a:solidFill>
                  <a:srgbClr val="1A202C"/>
                </a:solidFill>
                <a:latin typeface="Aptos Display"/>
                <a:ea typeface="Aptos Display"/>
                <a:cs typeface="Aptos Display"/>
              </a:defRPr>
            </a:pPr>
            <a:r>
              <a:rPr sz="2550" b="1">
                <a:solidFill>
                  <a:srgbClr val="1A202C"/>
                </a:solidFill>
                <a:latin typeface="Aptos Display"/>
                <a:ea typeface="Aptos Display"/>
                <a:cs typeface="Aptos Display"/>
              </a:rPr>
              <a:t>Контекстуална одлука о приступу</a:t>
            </a:r>
          </a:p>
        </p:txBody>
      </p:sp>
      <p:sp>
        <p:nvSpPr>
          <p:cNvPr id="5" name="Rectangle 4">
            <a:extLst xmlns:a="http://schemas.openxmlformats.org/drawingml/2006/main">
              <a:ext uri="{FF2B5EF4-FFF2-40B4-BE49-F238E27FC236}">
                <a16:creationId xmlns:a16="http://schemas.microsoft.com/office/drawing/2014/main" id="{09F13FA1-82D2-487E-8441-B2C44591A1C3}"/>
              </a:ext>
            </a:extLst>
          </p:cNvPr>
          <p:cNvSpPr>
            <a:spLocks xmlns:a="http://schemas.openxmlformats.org/drawingml/2006/main" noGrp="1"/>
          </p:cNvSpPr>
          <p:nvPr/>
        </p:nvSpPr>
        <p:spPr>
          <a:xfrm xmlns:a="http://schemas.openxmlformats.org/drawingml/2006/main">
            <a:off x="685800" y="1428750"/>
            <a:ext cx="108204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1575" b="0">
                <a:solidFill>
                  <a:srgbClr val="657184"/>
                </a:solidFill>
                <a:latin typeface="Aptos"/>
                <a:ea typeface="Aptos"/>
                <a:cs typeface="Aptos"/>
              </a:defRPr>
            </a:pPr>
            <a:r>
              <a:rPr sz="1575" b="0">
                <a:solidFill>
                  <a:srgbClr val="657184"/>
                </a:solidFill>
                <a:latin typeface="Aptos"/>
                <a:ea typeface="Aptos"/>
                <a:cs typeface="Aptos"/>
              </a:rPr>
              <a:t>RBAC обезбеђује стабилну основу, док атрибути субјекта, ресурса и окружења прецизирају одлуку.</a:t>
            </a:r>
          </a:p>
        </p:txBody>
      </p:sp>
      <p:sp>
        <p:nvSpPr>
          <p:cNvPr id="6" name="Rounded Rectangle 5">
            <a:extLst xmlns:a="http://schemas.openxmlformats.org/drawingml/2006/main">
              <a:ext uri="{FF2B5EF4-FFF2-40B4-BE49-F238E27FC236}">
                <a16:creationId xmlns:a16="http://schemas.microsoft.com/office/drawing/2014/main" id="{6A0EA668-8A62-4ADA-9740-5EA3851A3081}"/>
              </a:ext>
            </a:extLst>
          </p:cNvPr>
          <p:cNvSpPr>
            <a:spLocks xmlns:a="http://schemas.openxmlformats.org/drawingml/2006/main" noGrp="1"/>
          </p:cNvSpPr>
          <p:nvPr/>
        </p:nvSpPr>
        <p:spPr>
          <a:xfrm xmlns:a="http://schemas.openxmlformats.org/drawingml/2006/main">
            <a:off x="819150" y="2571750"/>
            <a:ext cx="3257550" cy="2228850"/>
          </a:xfrm>
          <a:prstGeom xmlns:a="http://schemas.openxmlformats.org/drawingml/2006/main" prst="roundRect">
            <a:avLst>
              <a:gd name="adj" fmla="val 5983"/>
            </a:avLst>
          </a:prstGeom>
          <a:solidFill xmlns:a="http://schemas.openxmlformats.org/drawingml/2006/main">
            <a:srgbClr val="FFF0F0"/>
          </a:solidFill>
          <a:ln xmlns:a="http://schemas.openxmlformats.org/drawingml/2006/main" w="9525">
            <a:solidFill>
              <a:srgbClr val="D7DEE8"/>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7" name="Rectangle 6">
            <a:extLst xmlns:a="http://schemas.openxmlformats.org/drawingml/2006/main">
              <a:ext uri="{FF2B5EF4-FFF2-40B4-BE49-F238E27FC236}">
                <a16:creationId xmlns:a16="http://schemas.microsoft.com/office/drawing/2014/main" id="{B8D79833-7930-4DF7-B757-05AA4C7A8810}"/>
              </a:ext>
            </a:extLst>
          </p:cNvPr>
          <p:cNvSpPr>
            <a:spLocks xmlns:a="http://schemas.openxmlformats.org/drawingml/2006/main" noGrp="1"/>
          </p:cNvSpPr>
          <p:nvPr/>
        </p:nvSpPr>
        <p:spPr>
          <a:xfrm xmlns:a="http://schemas.openxmlformats.org/drawingml/2006/main">
            <a:off x="971550" y="2695575"/>
            <a:ext cx="2952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975" b="1">
                <a:solidFill>
                  <a:srgbClr val="C34747"/>
                </a:solidFill>
                <a:latin typeface="Aptos"/>
                <a:ea typeface="Aptos"/>
                <a:cs typeface="Aptos"/>
              </a:defRPr>
            </a:pPr>
            <a:r>
              <a:rPr sz="1200" b="1">
                <a:solidFill>
                  <a:srgbClr val="C34747"/>
                </a:solidFill>
                <a:latin typeface="Aptos"/>
                <a:ea typeface="Aptos"/>
                <a:cs typeface="Aptos"/>
              </a:rPr>
              <a:t>ПРЕДМЕТ АНАЛИЗЕ</a:t>
            </a:r>
          </a:p>
        </p:txBody>
      </p:sp>
      <p:sp>
        <p:nvSpPr>
          <p:cNvPr id="8" name="Rectangle 7">
            <a:extLst xmlns:a="http://schemas.openxmlformats.org/drawingml/2006/main">
              <a:ext uri="{FF2B5EF4-FFF2-40B4-BE49-F238E27FC236}">
                <a16:creationId xmlns:a16="http://schemas.microsoft.com/office/drawing/2014/main" id="{23364A97-1342-40B5-AB25-53CD05C2E2CA}"/>
              </a:ext>
            </a:extLst>
          </p:cNvPr>
          <p:cNvSpPr>
            <a:spLocks xmlns:a="http://schemas.openxmlformats.org/drawingml/2006/main" noGrp="1"/>
          </p:cNvSpPr>
          <p:nvPr/>
        </p:nvSpPr>
        <p:spPr>
          <a:xfrm xmlns:a="http://schemas.openxmlformats.org/drawingml/2006/main">
            <a:off x="971550" y="2943225"/>
            <a:ext cx="2952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2000"/>
              </a:lnSpc>
              <a:buNone/>
              <a:defRPr sz="1500" b="1">
                <a:solidFill>
                  <a:srgbClr val="1A202C"/>
                </a:solidFill>
                <a:latin typeface="Aptos"/>
                <a:ea typeface="Aptos"/>
                <a:cs typeface="Aptos"/>
              </a:defRPr>
            </a:pPr>
            <a:r>
              <a:rPr sz="1500" b="1">
                <a:solidFill>
                  <a:srgbClr val="1A202C"/>
                </a:solidFill>
                <a:latin typeface="Aptos"/>
                <a:ea typeface="Aptos"/>
                <a:cs typeface="Aptos"/>
              </a:rPr>
              <a:t>Ризик који се анализира</a:t>
            </a:r>
          </a:p>
        </p:txBody>
      </p:sp>
      <p:sp>
        <p:nvSpPr>
          <p:cNvPr id="9" name="Rectangle 8">
            <a:extLst xmlns:a="http://schemas.openxmlformats.org/drawingml/2006/main">
              <a:ext uri="{FF2B5EF4-FFF2-40B4-BE49-F238E27FC236}">
                <a16:creationId xmlns:a16="http://schemas.microsoft.com/office/drawing/2014/main" id="{B7DFCA31-25A0-4B92-9B61-46962D0822B1}"/>
              </a:ext>
            </a:extLst>
          </p:cNvPr>
          <p:cNvSpPr>
            <a:spLocks xmlns:a="http://schemas.openxmlformats.org/drawingml/2006/main" noGrp="1"/>
          </p:cNvSpPr>
          <p:nvPr/>
        </p:nvSpPr>
        <p:spPr>
          <a:xfrm xmlns:a="http://schemas.openxmlformats.org/drawingml/2006/main">
            <a:off x="971550" y="3352800"/>
            <a:ext cx="2952750" cy="1343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87975"/>
          </a:bodyPr>
          <a:lstStyle xmlns:a="http://schemas.openxmlformats.org/drawingml/2006/main"/>
          <a:p xmlns:a="http://schemas.openxmlformats.org/drawingml/2006/main">
            <a:pPr algn="l">
              <a:lnSpc>
                <a:spcPct val="106000"/>
              </a:lnSpc>
              <a:buNone/>
              <a:defRPr sz="1200" b="0">
                <a:solidFill>
                  <a:srgbClr val="657184"/>
                </a:solidFill>
                <a:latin typeface="Aptos"/>
                <a:ea typeface="Aptos"/>
                <a:cs typeface="Aptos"/>
              </a:defRPr>
            </a:pPr>
            <a:r>
              <a:rPr sz="1350" b="0">
                <a:solidFill>
                  <a:srgbClr val="657184"/>
                </a:solidFill>
                <a:latin typeface="Aptos"/>
                <a:ea typeface="Aptos"/>
                <a:cs typeface="Aptos"/>
              </a:rPr>
              <a:t>RBAC даје стабилну основу, али сложеније одлуке често зависе и од контекста: припадности, врсте података, времена, стања ресурса или нивоа ризика. Атрибутска правила уводе тај контекст без претварања сваке могуће комбинације у нову улогу.</a:t>
            </a:r>
          </a:p>
        </p:txBody>
      </p:sp>
      <p:sp>
        <p:nvSpPr>
          <p:cNvPr id="10" name="Rounded Rectangle 9">
            <a:extLst xmlns:a="http://schemas.openxmlformats.org/drawingml/2006/main">
              <a:ext uri="{FF2B5EF4-FFF2-40B4-BE49-F238E27FC236}">
                <a16:creationId xmlns:a16="http://schemas.microsoft.com/office/drawing/2014/main" id="{A71E3580-2044-42AA-B312-1F1996972040}"/>
              </a:ext>
            </a:extLst>
          </p:cNvPr>
          <p:cNvSpPr>
            <a:spLocks xmlns:a="http://schemas.openxmlformats.org/drawingml/2006/main" noGrp="1"/>
          </p:cNvSpPr>
          <p:nvPr/>
        </p:nvSpPr>
        <p:spPr>
          <a:xfrm xmlns:a="http://schemas.openxmlformats.org/drawingml/2006/main">
            <a:off x="4467225" y="2571750"/>
            <a:ext cx="3257550" cy="2228850"/>
          </a:xfrm>
          <a:prstGeom xmlns:a="http://schemas.openxmlformats.org/drawingml/2006/main" prst="roundRect">
            <a:avLst>
              <a:gd name="adj" fmla="val 5983"/>
            </a:avLst>
          </a:prstGeom>
          <a:solidFill xmlns:a="http://schemas.openxmlformats.org/drawingml/2006/main">
            <a:srgbClr val="FFF6E9"/>
          </a:solidFill>
          <a:ln xmlns:a="http://schemas.openxmlformats.org/drawingml/2006/main" w="9525">
            <a:solidFill>
              <a:srgbClr val="D7DEE8"/>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1" name="Rectangle 10">
            <a:extLst xmlns:a="http://schemas.openxmlformats.org/drawingml/2006/main">
              <a:ext uri="{FF2B5EF4-FFF2-40B4-BE49-F238E27FC236}">
                <a16:creationId xmlns:a16="http://schemas.microsoft.com/office/drawing/2014/main" id="{E4AD8281-4FD8-4640-8DE7-5211C8D10BC5}"/>
              </a:ext>
            </a:extLst>
          </p:cNvPr>
          <p:cNvSpPr>
            <a:spLocks xmlns:a="http://schemas.openxmlformats.org/drawingml/2006/main" noGrp="1"/>
          </p:cNvSpPr>
          <p:nvPr/>
        </p:nvSpPr>
        <p:spPr>
          <a:xfrm xmlns:a="http://schemas.openxmlformats.org/drawingml/2006/main">
            <a:off x="4619625" y="2695575"/>
            <a:ext cx="2952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975" b="1">
                <a:solidFill>
                  <a:srgbClr val="B86A09"/>
                </a:solidFill>
                <a:latin typeface="Aptos"/>
                <a:ea typeface="Aptos"/>
                <a:cs typeface="Aptos"/>
              </a:defRPr>
            </a:pPr>
            <a:r>
              <a:rPr sz="1200" b="1">
                <a:solidFill>
                  <a:srgbClr val="B86A09"/>
                </a:solidFill>
                <a:latin typeface="Aptos"/>
                <a:ea typeface="Aptos"/>
                <a:cs typeface="Aptos"/>
              </a:rPr>
              <a:t>ЗНАЧАЈ</a:t>
            </a:r>
          </a:p>
        </p:txBody>
      </p:sp>
      <p:sp>
        <p:nvSpPr>
          <p:cNvPr id="12" name="Rectangle 11">
            <a:extLst xmlns:a="http://schemas.openxmlformats.org/drawingml/2006/main">
              <a:ext uri="{FF2B5EF4-FFF2-40B4-BE49-F238E27FC236}">
                <a16:creationId xmlns:a16="http://schemas.microsoft.com/office/drawing/2014/main" id="{18A09451-7E90-4DDE-97F6-6EE1A2982F51}"/>
              </a:ext>
            </a:extLst>
          </p:cNvPr>
          <p:cNvSpPr>
            <a:spLocks xmlns:a="http://schemas.openxmlformats.org/drawingml/2006/main" noGrp="1"/>
          </p:cNvSpPr>
          <p:nvPr/>
        </p:nvSpPr>
        <p:spPr>
          <a:xfrm xmlns:a="http://schemas.openxmlformats.org/drawingml/2006/main">
            <a:off x="4619625" y="2943225"/>
            <a:ext cx="2952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2000"/>
              </a:lnSpc>
              <a:buNone/>
              <a:defRPr sz="1500" b="1">
                <a:solidFill>
                  <a:srgbClr val="1A202C"/>
                </a:solidFill>
                <a:latin typeface="Aptos"/>
                <a:ea typeface="Aptos"/>
                <a:cs typeface="Aptos"/>
              </a:defRPr>
            </a:pPr>
            <a:r>
              <a:rPr sz="1500" b="1">
                <a:solidFill>
                  <a:srgbClr val="1A202C"/>
                </a:solidFill>
                <a:latin typeface="Aptos"/>
                <a:ea typeface="Aptos"/>
                <a:cs typeface="Aptos"/>
              </a:rPr>
              <a:t>Значај за безбедност система</a:t>
            </a:r>
          </a:p>
        </p:txBody>
      </p:sp>
      <p:sp>
        <p:nvSpPr>
          <p:cNvPr id="13" name="Rectangle 12">
            <a:extLst xmlns:a="http://schemas.openxmlformats.org/drawingml/2006/main">
              <a:ext uri="{FF2B5EF4-FFF2-40B4-BE49-F238E27FC236}">
                <a16:creationId xmlns:a16="http://schemas.microsoft.com/office/drawing/2014/main" id="{12A34F80-72FF-4322-A677-5E27DFC28371}"/>
              </a:ext>
            </a:extLst>
          </p:cNvPr>
          <p:cNvSpPr>
            <a:spLocks xmlns:a="http://schemas.openxmlformats.org/drawingml/2006/main" noGrp="1"/>
          </p:cNvSpPr>
          <p:nvPr/>
        </p:nvSpPr>
        <p:spPr>
          <a:xfrm xmlns:a="http://schemas.openxmlformats.org/drawingml/2006/main">
            <a:off x="4619625" y="3352800"/>
            <a:ext cx="2952750" cy="1343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91231"/>
          </a:bodyPr>
          <a:lstStyle xmlns:a="http://schemas.openxmlformats.org/drawingml/2006/main"/>
          <a:p xmlns:a="http://schemas.openxmlformats.org/drawingml/2006/main">
            <a:pPr algn="l">
              <a:lnSpc>
                <a:spcPct val="106000"/>
              </a:lnSpc>
              <a:buNone/>
              <a:defRPr sz="1200" b="0">
                <a:solidFill>
                  <a:srgbClr val="657184"/>
                </a:solidFill>
                <a:latin typeface="Aptos"/>
                <a:ea typeface="Aptos"/>
                <a:cs typeface="Aptos"/>
              </a:defRPr>
            </a:pPr>
            <a:r>
              <a:rPr sz="1350" b="0">
                <a:solidFill>
                  <a:srgbClr val="657184"/>
                </a:solidFill>
                <a:latin typeface="Aptos"/>
                <a:ea typeface="Aptos"/>
                <a:cs typeface="Aptos"/>
              </a:rPr>
              <a:t>Risk register и редован преглед приступа спречавају да се старе одлуке претворе у трајне претпоставке. Они чине видљивим преостали ризик, власништво над њим и тренутак када одлуку треба преиспитати.</a:t>
            </a:r>
          </a:p>
        </p:txBody>
      </p:sp>
      <p:sp>
        <p:nvSpPr>
          <p:cNvPr id="14" name="Rounded Rectangle 13">
            <a:extLst xmlns:a="http://schemas.openxmlformats.org/drawingml/2006/main">
              <a:ext uri="{FF2B5EF4-FFF2-40B4-BE49-F238E27FC236}">
                <a16:creationId xmlns:a16="http://schemas.microsoft.com/office/drawing/2014/main" id="{D6B62208-75C3-4D58-9C43-CECDF88B5880}"/>
              </a:ext>
            </a:extLst>
          </p:cNvPr>
          <p:cNvSpPr>
            <a:spLocks xmlns:a="http://schemas.openxmlformats.org/drawingml/2006/main" noGrp="1"/>
          </p:cNvSpPr>
          <p:nvPr/>
        </p:nvSpPr>
        <p:spPr>
          <a:xfrm xmlns:a="http://schemas.openxmlformats.org/drawingml/2006/main">
            <a:off x="8115300" y="2571750"/>
            <a:ext cx="3257550" cy="2228850"/>
          </a:xfrm>
          <a:prstGeom xmlns:a="http://schemas.openxmlformats.org/drawingml/2006/main" prst="roundRect">
            <a:avLst>
              <a:gd name="adj" fmla="val 5983"/>
            </a:avLst>
          </a:prstGeom>
          <a:solidFill xmlns:a="http://schemas.openxmlformats.org/drawingml/2006/main">
            <a:srgbClr val="EDF8F2"/>
          </a:solidFill>
          <a:ln xmlns:a="http://schemas.openxmlformats.org/drawingml/2006/main" w="9525">
            <a:solidFill>
              <a:srgbClr val="D7DEE8"/>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5" name="Rectangle 14">
            <a:extLst xmlns:a="http://schemas.openxmlformats.org/drawingml/2006/main">
              <a:ext uri="{FF2B5EF4-FFF2-40B4-BE49-F238E27FC236}">
                <a16:creationId xmlns:a16="http://schemas.microsoft.com/office/drawing/2014/main" id="{1918CD9E-078A-4A56-88BA-2D12540B9987}"/>
              </a:ext>
            </a:extLst>
          </p:cNvPr>
          <p:cNvSpPr>
            <a:spLocks xmlns:a="http://schemas.openxmlformats.org/drawingml/2006/main" noGrp="1"/>
          </p:cNvSpPr>
          <p:nvPr/>
        </p:nvSpPr>
        <p:spPr>
          <a:xfrm xmlns:a="http://schemas.openxmlformats.org/drawingml/2006/main">
            <a:off x="8267700" y="2695575"/>
            <a:ext cx="2952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975" b="1">
                <a:solidFill>
                  <a:srgbClr val="138A5B"/>
                </a:solidFill>
                <a:latin typeface="Aptos"/>
                <a:ea typeface="Aptos"/>
                <a:cs typeface="Aptos"/>
              </a:defRPr>
            </a:pPr>
            <a:r>
              <a:rPr sz="1200" b="1">
                <a:solidFill>
                  <a:srgbClr val="138A5B"/>
                </a:solidFill>
                <a:latin typeface="Aptos"/>
                <a:ea typeface="Aptos"/>
                <a:cs typeface="Aptos"/>
              </a:rPr>
              <a:t>КРИТЕРИЈУМ ПРОВЕРЕ</a:t>
            </a:r>
          </a:p>
        </p:txBody>
      </p:sp>
      <p:sp>
        <p:nvSpPr>
          <p:cNvPr id="16" name="Rectangle 15">
            <a:extLst xmlns:a="http://schemas.openxmlformats.org/drawingml/2006/main">
              <a:ext uri="{FF2B5EF4-FFF2-40B4-BE49-F238E27FC236}">
                <a16:creationId xmlns:a16="http://schemas.microsoft.com/office/drawing/2014/main" id="{15B733EA-1A22-49F1-A622-EC1B1244A01B}"/>
              </a:ext>
            </a:extLst>
          </p:cNvPr>
          <p:cNvSpPr>
            <a:spLocks xmlns:a="http://schemas.openxmlformats.org/drawingml/2006/main" noGrp="1"/>
          </p:cNvSpPr>
          <p:nvPr/>
        </p:nvSpPr>
        <p:spPr>
          <a:xfrm xmlns:a="http://schemas.openxmlformats.org/drawingml/2006/main">
            <a:off x="8267700" y="2943225"/>
            <a:ext cx="2952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2000"/>
              </a:lnSpc>
              <a:buNone/>
              <a:defRPr sz="1500" b="1">
                <a:solidFill>
                  <a:srgbClr val="1A202C"/>
                </a:solidFill>
                <a:latin typeface="Aptos"/>
                <a:ea typeface="Aptos"/>
                <a:cs typeface="Aptos"/>
              </a:defRPr>
            </a:pPr>
            <a:r>
              <a:rPr sz="1500" b="1">
                <a:solidFill>
                  <a:srgbClr val="1A202C"/>
                </a:solidFill>
                <a:latin typeface="Aptos"/>
                <a:ea typeface="Aptos"/>
                <a:cs typeface="Aptos"/>
              </a:rPr>
              <a:t>Проверљив резултат</a:t>
            </a:r>
          </a:p>
        </p:txBody>
      </p:sp>
      <p:sp>
        <p:nvSpPr>
          <p:cNvPr id="17" name="Rectangle 16">
            <a:extLst xmlns:a="http://schemas.openxmlformats.org/drawingml/2006/main">
              <a:ext uri="{FF2B5EF4-FFF2-40B4-BE49-F238E27FC236}">
                <a16:creationId xmlns:a16="http://schemas.microsoft.com/office/drawing/2014/main" id="{F6E174E1-7B6F-402E-94F3-2F5ACA784D13}"/>
              </a:ext>
            </a:extLst>
          </p:cNvPr>
          <p:cNvSpPr>
            <a:spLocks xmlns:a="http://schemas.openxmlformats.org/drawingml/2006/main" noGrp="1"/>
          </p:cNvSpPr>
          <p:nvPr/>
        </p:nvSpPr>
        <p:spPr>
          <a:xfrm xmlns:a="http://schemas.openxmlformats.org/drawingml/2006/main">
            <a:off x="8267700" y="3352800"/>
            <a:ext cx="2952750" cy="1343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6000"/>
              </a:lnSpc>
              <a:buNone/>
              <a:defRPr sz="1200" b="0">
                <a:solidFill>
                  <a:srgbClr val="657184"/>
                </a:solidFill>
                <a:latin typeface="Aptos"/>
                <a:ea typeface="Aptos"/>
                <a:cs typeface="Aptos"/>
              </a:defRPr>
            </a:pPr>
            <a:r>
              <a:rPr sz="1350" b="0">
                <a:solidFill>
                  <a:srgbClr val="657184"/>
                </a:solidFill>
                <a:latin typeface="Aptos"/>
                <a:ea typeface="Aptos"/>
                <a:cs typeface="Aptos"/>
              </a:rPr>
              <a:t>Одлука је јасна, примењује се на серверу и оставља поновљив доказ успешног и одбијеног исхода.</a:t>
            </a:r>
          </a:p>
        </p:txBody>
      </p:sp>
    </p:spTree>
    <p:extLst>
      <p:ext uri="{BB962C8B-B14F-4D97-AF65-F5344CB8AC3E}">
        <p14:creationId xmlns:p14="http://schemas.microsoft.com/office/powerpoint/2010/main" val="249571332"/>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8" name="Rectangle 27">
            <a:extLst xmlns:a="http://schemas.openxmlformats.org/drawingml/2006/main">
              <a:ext uri="{FF2B5EF4-FFF2-40B4-BE49-F238E27FC236}">
                <a16:creationId xmlns:a16="http://schemas.microsoft.com/office/drawing/2014/main" id="{A3598ABC-03F3-4421-9187-D57DAE7A97DE}"/>
              </a:ext>
            </a:extLst>
          </p:cNvPr>
          <p:cNvSpPr>
            <a:spLocks xmlns:a="http://schemas.openxmlformats.org/drawingml/2006/main" noGrp="1"/>
          </p:cNvSpPr>
          <p:nvPr/>
        </p:nvSpPr>
        <p:spPr>
          <a:xfrm xmlns:a="http://schemas.openxmlformats.org/drawingml/2006/main">
            <a:off x="495300" y="238125"/>
            <a:ext cx="3429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825" b="0">
                <a:solidFill>
                  <a:srgbClr val="657184"/>
                </a:solidFill>
                <a:latin typeface="Aptos"/>
                <a:ea typeface="Aptos"/>
                <a:cs typeface="Aptos"/>
              </a:defRPr>
            </a:pPr>
            <a:r>
              <a:rPr sz="825" b="0">
                <a:solidFill>
                  <a:srgbClr val="5E6B7D"/>
                </a:solidFill>
                <a:latin typeface="Aptos"/>
                <a:ea typeface="Aptos"/>
                <a:cs typeface="Aptos"/>
              </a:rPr>
              <a:t>Основе информационе безбедности</a:t>
            </a:r>
          </a:p>
        </p:txBody>
      </p:sp>
      <p:sp>
        <p:nvSpPr>
          <p:cNvPr id="2" name="Straight Connector 1">
            <a:extLst xmlns:a="http://schemas.openxmlformats.org/drawingml/2006/main">
              <a:ext uri="{FF2B5EF4-FFF2-40B4-BE49-F238E27FC236}">
                <a16:creationId xmlns:a16="http://schemas.microsoft.com/office/drawing/2014/main" id="{93965602-7AA8-4E7B-BCFE-51A983E52E0F}"/>
              </a:ext>
            </a:extLst>
          </p:cNvPr>
          <p:cNvSpPr>
            <a:spLocks xmlns:a="http://schemas.openxmlformats.org/drawingml/2006/main" noGrp="1"/>
          </p:cNvSpPr>
          <p:nvPr/>
        </p:nvSpPr>
        <p:spPr>
          <a:xfrm xmlns:a="http://schemas.openxmlformats.org/drawingml/2006/main">
            <a:off x="495300" y="476250"/>
            <a:ext cx="11201400" cy="9525"/>
          </a:xfrm>
          <a:prstGeom xmlns:a="http://schemas.openxmlformats.org/drawingml/2006/main" prst="line">
            <a:avLst/>
          </a:prstGeom>
          <a:solidFill xmlns:a="http://schemas.openxmlformats.org/drawingml/2006/main">
            <a:srgbClr val="8D5560"/>
          </a:solidFill>
          <a:ln xmlns:a="http://schemas.openxmlformats.org/drawingml/2006/main" w="7144">
            <a:solidFill>
              <a:srgbClr val="8D5560"/>
            </a:solidFill>
            <a:prstDash val="solid"/>
          </a:ln>
        </p:spPr>
      </p:sp>
      <p:sp>
        <p:nvSpPr>
          <p:cNvPr id="3" name="Rectangle 2">
            <a:extLst xmlns:a="http://schemas.openxmlformats.org/drawingml/2006/main">
              <a:ext uri="{FF2B5EF4-FFF2-40B4-BE49-F238E27FC236}">
                <a16:creationId xmlns:a16="http://schemas.microsoft.com/office/drawing/2014/main" id="{999DF3AE-9421-49DA-A971-8DEE4E64DE95}"/>
              </a:ext>
            </a:extLst>
          </p:cNvPr>
          <p:cNvSpPr>
            <a:spLocks xmlns:a="http://schemas.openxmlformats.org/drawingml/2006/main" noGrp="1"/>
          </p:cNvSpPr>
          <p:nvPr/>
        </p:nvSpPr>
        <p:spPr>
          <a:xfrm xmlns:a="http://schemas.openxmlformats.org/drawingml/2006/main">
            <a:off x="11372850" y="6477000"/>
            <a:ext cx="3238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r">
              <a:lnSpc>
                <a:spcPct val="102000"/>
              </a:lnSpc>
              <a:buNone/>
              <a:defRPr sz="975" b="0">
                <a:solidFill>
                  <a:srgbClr val="1A202C"/>
                </a:solidFill>
                <a:latin typeface="Aptos"/>
                <a:ea typeface="Aptos"/>
                <a:cs typeface="Aptos"/>
              </a:defRPr>
            </a:pPr>
            <a:r>
              <a:rPr sz="975" b="0">
                <a:solidFill>
                  <a:srgbClr val="1A202C"/>
                </a:solidFill>
                <a:latin typeface="Aptos"/>
                <a:ea typeface="Aptos"/>
                <a:cs typeface="Aptos"/>
              </a:rPr>
              <a:t>3</a:t>
            </a:r>
          </a:p>
        </p:txBody>
      </p:sp>
      <p:sp>
        <p:nvSpPr>
          <p:cNvPr id="4" name="Rectangle 3">
            <a:extLst xmlns:a="http://schemas.openxmlformats.org/drawingml/2006/main">
              <a:ext uri="{FF2B5EF4-FFF2-40B4-BE49-F238E27FC236}">
                <a16:creationId xmlns:a16="http://schemas.microsoft.com/office/drawing/2014/main" id="{5FFE250D-F4AA-48F6-8E89-8AAAB92D47FC}"/>
              </a:ext>
            </a:extLst>
          </p:cNvPr>
          <p:cNvSpPr>
            <a:spLocks xmlns:a="http://schemas.openxmlformats.org/drawingml/2006/main" noGrp="1"/>
          </p:cNvSpPr>
          <p:nvPr/>
        </p:nvSpPr>
        <p:spPr>
          <a:xfrm xmlns:a="http://schemas.openxmlformats.org/drawingml/2006/main">
            <a:off x="685800" y="781050"/>
            <a:ext cx="108204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2550" b="1">
                <a:solidFill>
                  <a:srgbClr val="1A202C"/>
                </a:solidFill>
                <a:latin typeface="Aptos Display"/>
                <a:ea typeface="Aptos Display"/>
                <a:cs typeface="Aptos Display"/>
              </a:defRPr>
            </a:pPr>
            <a:r>
              <a:rPr sz="2550" b="1">
                <a:solidFill>
                  <a:srgbClr val="1A202C"/>
                </a:solidFill>
                <a:latin typeface="Aptos Display"/>
                <a:ea typeface="Aptos Display"/>
                <a:cs typeface="Aptos Display"/>
              </a:rPr>
              <a:t>Основни појмови</a:t>
            </a:r>
          </a:p>
        </p:txBody>
      </p:sp>
      <p:sp>
        <p:nvSpPr>
          <p:cNvPr id="5" name="Rectangle 4">
            <a:extLst xmlns:a="http://schemas.openxmlformats.org/drawingml/2006/main">
              <a:ext uri="{FF2B5EF4-FFF2-40B4-BE49-F238E27FC236}">
                <a16:creationId xmlns:a16="http://schemas.microsoft.com/office/drawing/2014/main" id="{E7C18329-24DC-4EC1-B76C-3A557594CE73}"/>
              </a:ext>
            </a:extLst>
          </p:cNvPr>
          <p:cNvSpPr>
            <a:spLocks xmlns:a="http://schemas.openxmlformats.org/drawingml/2006/main" noGrp="1"/>
          </p:cNvSpPr>
          <p:nvPr/>
        </p:nvSpPr>
        <p:spPr>
          <a:xfrm xmlns:a="http://schemas.openxmlformats.org/drawingml/2006/main">
            <a:off x="685800" y="1428750"/>
            <a:ext cx="108204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1575" b="0">
                <a:solidFill>
                  <a:srgbClr val="657184"/>
                </a:solidFill>
                <a:latin typeface="Aptos"/>
                <a:ea typeface="Aptos"/>
                <a:cs typeface="Aptos"/>
              </a:defRPr>
            </a:pPr>
            <a:r>
              <a:rPr sz="1575" b="0">
                <a:solidFill>
                  <a:srgbClr val="657184"/>
                </a:solidFill>
                <a:latin typeface="Aptos"/>
                <a:ea typeface="Aptos"/>
                <a:cs typeface="Aptos"/>
              </a:rPr>
              <a:t>Атрибути, политика, ризик и периодични преглед одређују контекст и трајање права приступа.</a:t>
            </a:r>
          </a:p>
        </p:txBody>
      </p:sp>
      <p:sp>
        <p:nvSpPr>
          <p:cNvPr id="6" name="Rounded Rectangle 5">
            <a:extLst xmlns:a="http://schemas.openxmlformats.org/drawingml/2006/main">
              <a:ext uri="{FF2B5EF4-FFF2-40B4-BE49-F238E27FC236}">
                <a16:creationId xmlns:a16="http://schemas.microsoft.com/office/drawing/2014/main" id="{B3F31949-8FB3-4011-8AA5-44298D91A5B4}"/>
              </a:ext>
            </a:extLst>
          </p:cNvPr>
          <p:cNvSpPr>
            <a:spLocks xmlns:a="http://schemas.openxmlformats.org/drawingml/2006/main" noGrp="1"/>
          </p:cNvSpPr>
          <p:nvPr/>
        </p:nvSpPr>
        <p:spPr>
          <a:xfrm xmlns:a="http://schemas.openxmlformats.org/drawingml/2006/main">
            <a:off x="723900" y="2419350"/>
            <a:ext cx="2471738" cy="1257300"/>
          </a:xfrm>
          <a:prstGeom xmlns:a="http://schemas.openxmlformats.org/drawingml/2006/main" prst="roundRect">
            <a:avLst>
              <a:gd name="adj" fmla="val 10606"/>
            </a:avLst>
          </a:prstGeom>
          <a:solidFill xmlns:a="http://schemas.openxmlformats.org/drawingml/2006/main">
            <a:srgbClr val="F4F6F9"/>
          </a:solidFill>
          <a:ln xmlns:a="http://schemas.openxmlformats.org/drawingml/2006/main" w="9525">
            <a:solidFill>
              <a:srgbClr val="D7DEE8"/>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7" name="Rectangle 6">
            <a:extLst xmlns:a="http://schemas.openxmlformats.org/drawingml/2006/main">
              <a:ext uri="{FF2B5EF4-FFF2-40B4-BE49-F238E27FC236}">
                <a16:creationId xmlns:a16="http://schemas.microsoft.com/office/drawing/2014/main" id="{7270358C-A0FE-48D9-9B71-D79CDA1683D2}"/>
              </a:ext>
            </a:extLst>
          </p:cNvPr>
          <p:cNvSpPr>
            <a:spLocks xmlns:a="http://schemas.openxmlformats.org/drawingml/2006/main" noGrp="1"/>
          </p:cNvSpPr>
          <p:nvPr/>
        </p:nvSpPr>
        <p:spPr>
          <a:xfrm xmlns:a="http://schemas.openxmlformats.org/drawingml/2006/main">
            <a:off x="866775" y="2533650"/>
            <a:ext cx="2185988" cy="180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97018"/>
          </a:bodyPr>
          <a:lstStyle xmlns:a="http://schemas.openxmlformats.org/drawingml/2006/main"/>
          <a:p xmlns:a="http://schemas.openxmlformats.org/drawingml/2006/main">
            <a:pPr algn="l">
              <a:lnSpc>
                <a:spcPct val="102000"/>
              </a:lnSpc>
              <a:buNone/>
              <a:defRPr sz="975" b="1">
                <a:solidFill>
                  <a:srgbClr val="748092"/>
                </a:solidFill>
                <a:latin typeface="Aptos"/>
                <a:ea typeface="Aptos"/>
                <a:cs typeface="Aptos"/>
              </a:defRPr>
            </a:pPr>
            <a:r>
              <a:rPr sz="1200" b="1">
                <a:solidFill>
                  <a:srgbClr val="748092"/>
                </a:solidFill>
                <a:latin typeface="Aptos"/>
                <a:ea typeface="Aptos"/>
                <a:cs typeface="Aptos"/>
              </a:rPr>
              <a:t>01</a:t>
            </a:r>
          </a:p>
        </p:txBody>
      </p:sp>
      <p:sp>
        <p:nvSpPr>
          <p:cNvPr id="8" name="Rectangle 7">
            <a:extLst xmlns:a="http://schemas.openxmlformats.org/drawingml/2006/main">
              <a:ext uri="{FF2B5EF4-FFF2-40B4-BE49-F238E27FC236}">
                <a16:creationId xmlns:a16="http://schemas.microsoft.com/office/drawing/2014/main" id="{86E121FC-F0DA-4E36-8A22-B97A8624B455}"/>
              </a:ext>
            </a:extLst>
          </p:cNvPr>
          <p:cNvSpPr>
            <a:spLocks xmlns:a="http://schemas.openxmlformats.org/drawingml/2006/main" noGrp="1"/>
          </p:cNvSpPr>
          <p:nvPr/>
        </p:nvSpPr>
        <p:spPr>
          <a:xfrm xmlns:a="http://schemas.openxmlformats.org/drawingml/2006/main">
            <a:off x="857250" y="2819400"/>
            <a:ext cx="2205038"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ctr">
              <a:lnSpc>
                <a:spcPct val="102000"/>
              </a:lnSpc>
              <a:buNone/>
              <a:defRPr sz="1500" b="1">
                <a:solidFill>
                  <a:srgbClr val="1A202C"/>
                </a:solidFill>
                <a:latin typeface="Aptos"/>
                <a:ea typeface="Aptos"/>
                <a:cs typeface="Aptos"/>
              </a:defRPr>
            </a:pPr>
            <a:r>
              <a:rPr sz="1500" b="1">
                <a:solidFill>
                  <a:srgbClr val="1A202C"/>
                </a:solidFill>
                <a:latin typeface="Aptos"/>
                <a:ea typeface="Aptos"/>
                <a:cs typeface="Aptos"/>
              </a:rPr>
              <a:t>Атрибути</a:t>
            </a:r>
          </a:p>
        </p:txBody>
      </p:sp>
      <p:sp>
        <p:nvSpPr>
          <p:cNvPr id="9" name="Rectangle 8">
            <a:extLst xmlns:a="http://schemas.openxmlformats.org/drawingml/2006/main">
              <a:ext uri="{FF2B5EF4-FFF2-40B4-BE49-F238E27FC236}">
                <a16:creationId xmlns:a16="http://schemas.microsoft.com/office/drawing/2014/main" id="{33672A32-0A9F-4562-A23A-BF06840C1ADC}"/>
              </a:ext>
            </a:extLst>
          </p:cNvPr>
          <p:cNvSpPr>
            <a:spLocks xmlns:a="http://schemas.openxmlformats.org/drawingml/2006/main" noGrp="1"/>
          </p:cNvSpPr>
          <p:nvPr/>
        </p:nvSpPr>
        <p:spPr>
          <a:xfrm xmlns:a="http://schemas.openxmlformats.org/drawingml/2006/main">
            <a:off x="866775" y="3209925"/>
            <a:ext cx="2185988"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ctr">
              <a:lnSpc>
                <a:spcPct val="102000"/>
              </a:lnSpc>
              <a:buNone/>
              <a:defRPr sz="1125" b="0">
                <a:solidFill>
                  <a:srgbClr val="657184"/>
                </a:solidFill>
                <a:latin typeface="Aptos"/>
                <a:ea typeface="Aptos"/>
                <a:cs typeface="Aptos"/>
              </a:defRPr>
            </a:pPr>
            <a:r>
              <a:rPr sz="1275" b="0">
                <a:solidFill>
                  <a:srgbClr val="657184"/>
                </a:solidFill>
                <a:latin typeface="Aptos"/>
                <a:ea typeface="Aptos"/>
                <a:cs typeface="Aptos"/>
              </a:rPr>
              <a:t>контекст одлуке</a:t>
            </a:r>
          </a:p>
        </p:txBody>
      </p:sp>
      <p:sp>
        <p:nvSpPr>
          <p:cNvPr id="10" name="Rounded Rectangle 9">
            <a:extLst xmlns:a="http://schemas.openxmlformats.org/drawingml/2006/main">
              <a:ext uri="{FF2B5EF4-FFF2-40B4-BE49-F238E27FC236}">
                <a16:creationId xmlns:a16="http://schemas.microsoft.com/office/drawing/2014/main" id="{06B4E239-ED41-42AA-B3F2-F2124589C027}"/>
              </a:ext>
            </a:extLst>
          </p:cNvPr>
          <p:cNvSpPr>
            <a:spLocks xmlns:a="http://schemas.openxmlformats.org/drawingml/2006/main" noGrp="1"/>
          </p:cNvSpPr>
          <p:nvPr/>
        </p:nvSpPr>
        <p:spPr>
          <a:xfrm xmlns:a="http://schemas.openxmlformats.org/drawingml/2006/main">
            <a:off x="3481388" y="2419350"/>
            <a:ext cx="2471738" cy="1257300"/>
          </a:xfrm>
          <a:prstGeom xmlns:a="http://schemas.openxmlformats.org/drawingml/2006/main" prst="roundRect">
            <a:avLst>
              <a:gd name="adj" fmla="val 10606"/>
            </a:avLst>
          </a:prstGeom>
          <a:solidFill xmlns:a="http://schemas.openxmlformats.org/drawingml/2006/main">
            <a:srgbClr val="EDF8FA"/>
          </a:solidFill>
          <a:ln xmlns:a="http://schemas.openxmlformats.org/drawingml/2006/main" w="9525">
            <a:solidFill>
              <a:srgbClr val="D7DEE8"/>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1" name="Rectangle 10">
            <a:extLst xmlns:a="http://schemas.openxmlformats.org/drawingml/2006/main">
              <a:ext uri="{FF2B5EF4-FFF2-40B4-BE49-F238E27FC236}">
                <a16:creationId xmlns:a16="http://schemas.microsoft.com/office/drawing/2014/main" id="{6CB68FA7-B6AC-4D7A-852D-750F00739780}"/>
              </a:ext>
            </a:extLst>
          </p:cNvPr>
          <p:cNvSpPr>
            <a:spLocks xmlns:a="http://schemas.openxmlformats.org/drawingml/2006/main" noGrp="1"/>
          </p:cNvSpPr>
          <p:nvPr/>
        </p:nvSpPr>
        <p:spPr>
          <a:xfrm xmlns:a="http://schemas.openxmlformats.org/drawingml/2006/main">
            <a:off x="3624263" y="2533650"/>
            <a:ext cx="2185988" cy="180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97018"/>
          </a:bodyPr>
          <a:lstStyle xmlns:a="http://schemas.openxmlformats.org/drawingml/2006/main"/>
          <a:p xmlns:a="http://schemas.openxmlformats.org/drawingml/2006/main">
            <a:pPr algn="l">
              <a:lnSpc>
                <a:spcPct val="102000"/>
              </a:lnSpc>
              <a:buNone/>
              <a:defRPr sz="975" b="1">
                <a:solidFill>
                  <a:srgbClr val="168496"/>
                </a:solidFill>
                <a:latin typeface="Aptos"/>
                <a:ea typeface="Aptos"/>
                <a:cs typeface="Aptos"/>
              </a:defRPr>
            </a:pPr>
            <a:r>
              <a:rPr sz="1200" b="1">
                <a:solidFill>
                  <a:srgbClr val="168496"/>
                </a:solidFill>
                <a:latin typeface="Aptos"/>
                <a:ea typeface="Aptos"/>
                <a:cs typeface="Aptos"/>
              </a:rPr>
              <a:t>02</a:t>
            </a:r>
          </a:p>
        </p:txBody>
      </p:sp>
      <p:sp>
        <p:nvSpPr>
          <p:cNvPr id="12" name="Rectangle 11">
            <a:extLst xmlns:a="http://schemas.openxmlformats.org/drawingml/2006/main">
              <a:ext uri="{FF2B5EF4-FFF2-40B4-BE49-F238E27FC236}">
                <a16:creationId xmlns:a16="http://schemas.microsoft.com/office/drawing/2014/main" id="{D47589B8-4AF0-403C-BCEC-270FF64D96A4}"/>
              </a:ext>
            </a:extLst>
          </p:cNvPr>
          <p:cNvSpPr>
            <a:spLocks xmlns:a="http://schemas.openxmlformats.org/drawingml/2006/main" noGrp="1"/>
          </p:cNvSpPr>
          <p:nvPr/>
        </p:nvSpPr>
        <p:spPr>
          <a:xfrm xmlns:a="http://schemas.openxmlformats.org/drawingml/2006/main">
            <a:off x="3614738" y="2819400"/>
            <a:ext cx="2205038"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ctr">
              <a:lnSpc>
                <a:spcPct val="102000"/>
              </a:lnSpc>
              <a:buNone/>
              <a:defRPr sz="1500" b="1">
                <a:solidFill>
                  <a:srgbClr val="1A202C"/>
                </a:solidFill>
                <a:latin typeface="Aptos"/>
                <a:ea typeface="Aptos"/>
                <a:cs typeface="Aptos"/>
              </a:defRPr>
            </a:pPr>
            <a:r>
              <a:rPr sz="1500" b="1">
                <a:solidFill>
                  <a:srgbClr val="1A202C"/>
                </a:solidFill>
                <a:latin typeface="Aptos"/>
                <a:ea typeface="Aptos"/>
                <a:cs typeface="Aptos"/>
              </a:rPr>
              <a:t>Политика</a:t>
            </a:r>
          </a:p>
        </p:txBody>
      </p:sp>
      <p:sp>
        <p:nvSpPr>
          <p:cNvPr id="13" name="Rectangle 12">
            <a:extLst xmlns:a="http://schemas.openxmlformats.org/drawingml/2006/main">
              <a:ext uri="{FF2B5EF4-FFF2-40B4-BE49-F238E27FC236}">
                <a16:creationId xmlns:a16="http://schemas.microsoft.com/office/drawing/2014/main" id="{7859B108-6D01-48C7-A641-581B59A88B63}"/>
              </a:ext>
            </a:extLst>
          </p:cNvPr>
          <p:cNvSpPr>
            <a:spLocks xmlns:a="http://schemas.openxmlformats.org/drawingml/2006/main" noGrp="1"/>
          </p:cNvSpPr>
          <p:nvPr/>
        </p:nvSpPr>
        <p:spPr>
          <a:xfrm xmlns:a="http://schemas.openxmlformats.org/drawingml/2006/main">
            <a:off x="3624263" y="3209925"/>
            <a:ext cx="2185988"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ctr">
              <a:lnSpc>
                <a:spcPct val="102000"/>
              </a:lnSpc>
              <a:buNone/>
              <a:defRPr sz="1125" b="0">
                <a:solidFill>
                  <a:srgbClr val="657184"/>
                </a:solidFill>
                <a:latin typeface="Aptos"/>
                <a:ea typeface="Aptos"/>
                <a:cs typeface="Aptos"/>
              </a:defRPr>
            </a:pPr>
            <a:r>
              <a:rPr sz="1275" b="0">
                <a:solidFill>
                  <a:srgbClr val="657184"/>
                </a:solidFill>
                <a:latin typeface="Aptos"/>
                <a:ea typeface="Aptos"/>
                <a:cs typeface="Aptos"/>
              </a:rPr>
              <a:t>правило које их тумачи</a:t>
            </a:r>
          </a:p>
        </p:txBody>
      </p:sp>
      <p:sp>
        <p:nvSpPr>
          <p:cNvPr id="14" name="Rounded Rectangle 13">
            <a:extLst xmlns:a="http://schemas.openxmlformats.org/drawingml/2006/main">
              <a:ext uri="{FF2B5EF4-FFF2-40B4-BE49-F238E27FC236}">
                <a16:creationId xmlns:a16="http://schemas.microsoft.com/office/drawing/2014/main" id="{4DF3C777-2235-4C9A-9984-28E0606B3D07}"/>
              </a:ext>
            </a:extLst>
          </p:cNvPr>
          <p:cNvSpPr>
            <a:spLocks xmlns:a="http://schemas.openxmlformats.org/drawingml/2006/main" noGrp="1"/>
          </p:cNvSpPr>
          <p:nvPr/>
        </p:nvSpPr>
        <p:spPr>
          <a:xfrm xmlns:a="http://schemas.openxmlformats.org/drawingml/2006/main">
            <a:off x="6238875" y="2419350"/>
            <a:ext cx="2471738" cy="1257300"/>
          </a:xfrm>
          <a:prstGeom xmlns:a="http://schemas.openxmlformats.org/drawingml/2006/main" prst="roundRect">
            <a:avLst>
              <a:gd name="adj" fmla="val 10606"/>
            </a:avLst>
          </a:prstGeom>
          <a:solidFill xmlns:a="http://schemas.openxmlformats.org/drawingml/2006/main">
            <a:srgbClr val="FFF6E9"/>
          </a:solidFill>
          <a:ln xmlns:a="http://schemas.openxmlformats.org/drawingml/2006/main" w="9525">
            <a:solidFill>
              <a:srgbClr val="D7DEE8"/>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5" name="Rectangle 14">
            <a:extLst xmlns:a="http://schemas.openxmlformats.org/drawingml/2006/main">
              <a:ext uri="{FF2B5EF4-FFF2-40B4-BE49-F238E27FC236}">
                <a16:creationId xmlns:a16="http://schemas.microsoft.com/office/drawing/2014/main" id="{26C98B26-B5B2-4FF2-AC75-0A749AE33643}"/>
              </a:ext>
            </a:extLst>
          </p:cNvPr>
          <p:cNvSpPr>
            <a:spLocks xmlns:a="http://schemas.openxmlformats.org/drawingml/2006/main" noGrp="1"/>
          </p:cNvSpPr>
          <p:nvPr/>
        </p:nvSpPr>
        <p:spPr>
          <a:xfrm xmlns:a="http://schemas.openxmlformats.org/drawingml/2006/main">
            <a:off x="6381750" y="2533650"/>
            <a:ext cx="2185988" cy="180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97018"/>
          </a:bodyPr>
          <a:lstStyle xmlns:a="http://schemas.openxmlformats.org/drawingml/2006/main"/>
          <a:p xmlns:a="http://schemas.openxmlformats.org/drawingml/2006/main">
            <a:pPr algn="l">
              <a:lnSpc>
                <a:spcPct val="102000"/>
              </a:lnSpc>
              <a:buNone/>
              <a:defRPr sz="975" b="1">
                <a:solidFill>
                  <a:srgbClr val="B86A09"/>
                </a:solidFill>
                <a:latin typeface="Aptos"/>
                <a:ea typeface="Aptos"/>
                <a:cs typeface="Aptos"/>
              </a:defRPr>
            </a:pPr>
            <a:r>
              <a:rPr sz="1200" b="1">
                <a:solidFill>
                  <a:srgbClr val="B86A09"/>
                </a:solidFill>
                <a:latin typeface="Aptos"/>
                <a:ea typeface="Aptos"/>
                <a:cs typeface="Aptos"/>
              </a:rPr>
              <a:t>03</a:t>
            </a:r>
          </a:p>
        </p:txBody>
      </p:sp>
      <p:sp>
        <p:nvSpPr>
          <p:cNvPr id="16" name="Rectangle 15">
            <a:extLst xmlns:a="http://schemas.openxmlformats.org/drawingml/2006/main">
              <a:ext uri="{FF2B5EF4-FFF2-40B4-BE49-F238E27FC236}">
                <a16:creationId xmlns:a16="http://schemas.microsoft.com/office/drawing/2014/main" id="{CA61A6A2-819D-4450-AB30-5D58EE250F85}"/>
              </a:ext>
            </a:extLst>
          </p:cNvPr>
          <p:cNvSpPr>
            <a:spLocks xmlns:a="http://schemas.openxmlformats.org/drawingml/2006/main" noGrp="1"/>
          </p:cNvSpPr>
          <p:nvPr/>
        </p:nvSpPr>
        <p:spPr>
          <a:xfrm xmlns:a="http://schemas.openxmlformats.org/drawingml/2006/main">
            <a:off x="6372225" y="2819400"/>
            <a:ext cx="2205038"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ctr">
              <a:lnSpc>
                <a:spcPct val="102000"/>
              </a:lnSpc>
              <a:buNone/>
              <a:defRPr sz="1500" b="1">
                <a:solidFill>
                  <a:srgbClr val="1A202C"/>
                </a:solidFill>
                <a:latin typeface="Aptos"/>
                <a:ea typeface="Aptos"/>
                <a:cs typeface="Aptos"/>
              </a:defRPr>
            </a:pPr>
            <a:r>
              <a:rPr sz="1500" b="1">
                <a:solidFill>
                  <a:srgbClr val="1A202C"/>
                </a:solidFill>
                <a:latin typeface="Aptos"/>
                <a:ea typeface="Aptos"/>
                <a:cs typeface="Aptos"/>
              </a:rPr>
              <a:t>Ризик</a:t>
            </a:r>
          </a:p>
        </p:txBody>
      </p:sp>
      <p:sp>
        <p:nvSpPr>
          <p:cNvPr id="17" name="Rectangle 16">
            <a:extLst xmlns:a="http://schemas.openxmlformats.org/drawingml/2006/main">
              <a:ext uri="{FF2B5EF4-FFF2-40B4-BE49-F238E27FC236}">
                <a16:creationId xmlns:a16="http://schemas.microsoft.com/office/drawing/2014/main" id="{68B4A160-169B-432D-972B-80BA69FC9CC5}"/>
              </a:ext>
            </a:extLst>
          </p:cNvPr>
          <p:cNvSpPr>
            <a:spLocks xmlns:a="http://schemas.openxmlformats.org/drawingml/2006/main" noGrp="1"/>
          </p:cNvSpPr>
          <p:nvPr/>
        </p:nvSpPr>
        <p:spPr>
          <a:xfrm xmlns:a="http://schemas.openxmlformats.org/drawingml/2006/main">
            <a:off x="6381750" y="3209925"/>
            <a:ext cx="2185988"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ctr">
              <a:lnSpc>
                <a:spcPct val="102000"/>
              </a:lnSpc>
              <a:buNone/>
              <a:defRPr sz="1125" b="0">
                <a:solidFill>
                  <a:srgbClr val="657184"/>
                </a:solidFill>
                <a:latin typeface="Aptos"/>
                <a:ea typeface="Aptos"/>
                <a:cs typeface="Aptos"/>
              </a:defRPr>
            </a:pPr>
            <a:r>
              <a:rPr sz="1275" b="0">
                <a:solidFill>
                  <a:srgbClr val="657184"/>
                </a:solidFill>
                <a:latin typeface="Aptos"/>
                <a:ea typeface="Aptos"/>
                <a:cs typeface="Aptos"/>
              </a:rPr>
              <a:t>утицај и вероватноћа</a:t>
            </a:r>
          </a:p>
        </p:txBody>
      </p:sp>
      <p:sp>
        <p:nvSpPr>
          <p:cNvPr id="18" name="Rounded Rectangle 17">
            <a:extLst xmlns:a="http://schemas.openxmlformats.org/drawingml/2006/main">
              <a:ext uri="{FF2B5EF4-FFF2-40B4-BE49-F238E27FC236}">
                <a16:creationId xmlns:a16="http://schemas.microsoft.com/office/drawing/2014/main" id="{D092699A-17B5-41B6-BE81-E773F63CA584}"/>
              </a:ext>
            </a:extLst>
          </p:cNvPr>
          <p:cNvSpPr>
            <a:spLocks xmlns:a="http://schemas.openxmlformats.org/drawingml/2006/main" noGrp="1"/>
          </p:cNvSpPr>
          <p:nvPr/>
        </p:nvSpPr>
        <p:spPr>
          <a:xfrm xmlns:a="http://schemas.openxmlformats.org/drawingml/2006/main">
            <a:off x="8996363" y="2419350"/>
            <a:ext cx="2471738" cy="1257300"/>
          </a:xfrm>
          <a:prstGeom xmlns:a="http://schemas.openxmlformats.org/drawingml/2006/main" prst="roundRect">
            <a:avLst>
              <a:gd name="adj" fmla="val 10606"/>
            </a:avLst>
          </a:prstGeom>
          <a:solidFill xmlns:a="http://schemas.openxmlformats.org/drawingml/2006/main">
            <a:srgbClr val="EDF8F2"/>
          </a:solidFill>
          <a:ln xmlns:a="http://schemas.openxmlformats.org/drawingml/2006/main" w="9525">
            <a:solidFill>
              <a:srgbClr val="D7DEE8"/>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9" name="Rectangle 18">
            <a:extLst xmlns:a="http://schemas.openxmlformats.org/drawingml/2006/main">
              <a:ext uri="{FF2B5EF4-FFF2-40B4-BE49-F238E27FC236}">
                <a16:creationId xmlns:a16="http://schemas.microsoft.com/office/drawing/2014/main" id="{97327782-9664-45A2-BB61-8D4B6C8D7F89}"/>
              </a:ext>
            </a:extLst>
          </p:cNvPr>
          <p:cNvSpPr>
            <a:spLocks xmlns:a="http://schemas.openxmlformats.org/drawingml/2006/main" noGrp="1"/>
          </p:cNvSpPr>
          <p:nvPr/>
        </p:nvSpPr>
        <p:spPr>
          <a:xfrm xmlns:a="http://schemas.openxmlformats.org/drawingml/2006/main">
            <a:off x="9139238" y="2533650"/>
            <a:ext cx="2185988" cy="180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97018"/>
          </a:bodyPr>
          <a:lstStyle xmlns:a="http://schemas.openxmlformats.org/drawingml/2006/main"/>
          <a:p xmlns:a="http://schemas.openxmlformats.org/drawingml/2006/main">
            <a:pPr algn="l">
              <a:lnSpc>
                <a:spcPct val="102000"/>
              </a:lnSpc>
              <a:buNone/>
              <a:defRPr sz="975" b="1">
                <a:solidFill>
                  <a:srgbClr val="138A5B"/>
                </a:solidFill>
                <a:latin typeface="Aptos"/>
                <a:ea typeface="Aptos"/>
                <a:cs typeface="Aptos"/>
              </a:defRPr>
            </a:pPr>
            <a:r>
              <a:rPr sz="1200" b="1">
                <a:solidFill>
                  <a:srgbClr val="138A5B"/>
                </a:solidFill>
                <a:latin typeface="Aptos"/>
                <a:ea typeface="Aptos"/>
                <a:cs typeface="Aptos"/>
              </a:rPr>
              <a:t>04</a:t>
            </a:r>
          </a:p>
        </p:txBody>
      </p:sp>
      <p:sp>
        <p:nvSpPr>
          <p:cNvPr id="20" name="Rectangle 19">
            <a:extLst xmlns:a="http://schemas.openxmlformats.org/drawingml/2006/main">
              <a:ext uri="{FF2B5EF4-FFF2-40B4-BE49-F238E27FC236}">
                <a16:creationId xmlns:a16="http://schemas.microsoft.com/office/drawing/2014/main" id="{F33DFDF8-8271-4C10-8319-4BF6E7A307AC}"/>
              </a:ext>
            </a:extLst>
          </p:cNvPr>
          <p:cNvSpPr>
            <a:spLocks xmlns:a="http://schemas.openxmlformats.org/drawingml/2006/main" noGrp="1"/>
          </p:cNvSpPr>
          <p:nvPr/>
        </p:nvSpPr>
        <p:spPr>
          <a:xfrm xmlns:a="http://schemas.openxmlformats.org/drawingml/2006/main">
            <a:off x="9129713" y="2819400"/>
            <a:ext cx="2205038"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ctr">
              <a:lnSpc>
                <a:spcPct val="102000"/>
              </a:lnSpc>
              <a:buNone/>
              <a:defRPr sz="1500" b="1">
                <a:solidFill>
                  <a:srgbClr val="1A202C"/>
                </a:solidFill>
                <a:latin typeface="Aptos"/>
                <a:ea typeface="Aptos"/>
                <a:cs typeface="Aptos"/>
              </a:defRPr>
            </a:pPr>
            <a:r>
              <a:rPr sz="1500" b="1">
                <a:solidFill>
                  <a:srgbClr val="1A202C"/>
                </a:solidFill>
                <a:latin typeface="Aptos"/>
                <a:ea typeface="Aptos"/>
                <a:cs typeface="Aptos"/>
              </a:rPr>
              <a:t>Преглед</a:t>
            </a:r>
          </a:p>
        </p:txBody>
      </p:sp>
      <p:sp>
        <p:nvSpPr>
          <p:cNvPr id="21" name="Rectangle 20">
            <a:extLst xmlns:a="http://schemas.openxmlformats.org/drawingml/2006/main">
              <a:ext uri="{FF2B5EF4-FFF2-40B4-BE49-F238E27FC236}">
                <a16:creationId xmlns:a16="http://schemas.microsoft.com/office/drawing/2014/main" id="{A58E084F-C2D0-42F4-9E0D-FDC6018EFB46}"/>
              </a:ext>
            </a:extLst>
          </p:cNvPr>
          <p:cNvSpPr>
            <a:spLocks xmlns:a="http://schemas.openxmlformats.org/drawingml/2006/main" noGrp="1"/>
          </p:cNvSpPr>
          <p:nvPr/>
        </p:nvSpPr>
        <p:spPr>
          <a:xfrm xmlns:a="http://schemas.openxmlformats.org/drawingml/2006/main">
            <a:off x="9139238" y="3209925"/>
            <a:ext cx="2185988"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ctr">
              <a:lnSpc>
                <a:spcPct val="102000"/>
              </a:lnSpc>
              <a:buNone/>
              <a:defRPr sz="1125" b="0">
                <a:solidFill>
                  <a:srgbClr val="657184"/>
                </a:solidFill>
                <a:latin typeface="Aptos"/>
                <a:ea typeface="Aptos"/>
                <a:cs typeface="Aptos"/>
              </a:defRPr>
            </a:pPr>
            <a:r>
              <a:rPr sz="1275" b="0">
                <a:solidFill>
                  <a:srgbClr val="657184"/>
                </a:solidFill>
                <a:latin typeface="Aptos"/>
                <a:ea typeface="Aptos"/>
                <a:cs typeface="Aptos"/>
              </a:rPr>
              <a:t>потврда да одлука још важи</a:t>
            </a:r>
          </a:p>
        </p:txBody>
      </p:sp>
      <p:cxnSp>
        <p:nvCxnSpPr>
          <p:cNvPr id="221" name="Straight Arrow Connector 124"/>
          <p:cNvCxnSpPr>
            <a:stCxn xmlns:a="http://schemas.openxmlformats.org/drawingml/2006/main" id="6" idx="3"/>
            <a:endCxn xmlns:a="http://schemas.openxmlformats.org/drawingml/2006/main" id="10" idx="1"/>
          </p:cNvCxnSpPr>
          <p:nvPr/>
        </p:nvCxnSpPr>
        <p:spPr>
          <a:xfrm xmlns:a="http://schemas.openxmlformats.org/drawingml/2006/main">
            <a:off x="3195638" y="3048000"/>
            <a:ext cx="285750" cy="0"/>
          </a:xfrm>
          <a:prstGeom xmlns:a="http://schemas.openxmlformats.org/drawingml/2006/main" prst="straightConnector1">
            <a:avLst/>
          </a:prstGeom>
          <a:ln xmlns:a="http://schemas.openxmlformats.org/drawingml/2006/main" w="13335">
            <a:solidFill>
              <a:srgbClr val="748092"/>
            </a:solidFill>
            <a:prstDash val="solid"/>
            <a:tailEnd type="arrow" w="sm" len="sm"/>
          </a:ln>
        </p:spPr>
      </p:cxnSp>
      <p:cxnSp>
        <p:nvCxnSpPr>
          <p:cNvPr id="222" name="Straight Arrow Connector 125"/>
          <p:cNvCxnSpPr>
            <a:stCxn xmlns:a="http://schemas.openxmlformats.org/drawingml/2006/main" id="10" idx="3"/>
            <a:endCxn xmlns:a="http://schemas.openxmlformats.org/drawingml/2006/main" id="14" idx="1"/>
          </p:cNvCxnSpPr>
          <p:nvPr/>
        </p:nvCxnSpPr>
        <p:spPr>
          <a:xfrm xmlns:a="http://schemas.openxmlformats.org/drawingml/2006/main">
            <a:off x="5953126" y="3048000"/>
            <a:ext cx="285749" cy="0"/>
          </a:xfrm>
          <a:prstGeom xmlns:a="http://schemas.openxmlformats.org/drawingml/2006/main" prst="straightConnector1">
            <a:avLst/>
          </a:prstGeom>
          <a:ln xmlns:a="http://schemas.openxmlformats.org/drawingml/2006/main" w="13335">
            <a:solidFill>
              <a:srgbClr val="748092"/>
            </a:solidFill>
            <a:prstDash val="solid"/>
            <a:tailEnd type="arrow" w="sm" len="sm"/>
          </a:ln>
        </p:spPr>
      </p:cxnSp>
      <p:cxnSp>
        <p:nvCxnSpPr>
          <p:cNvPr id="223" name="Straight Arrow Connector 126"/>
          <p:cNvCxnSpPr>
            <a:stCxn xmlns:a="http://schemas.openxmlformats.org/drawingml/2006/main" id="14" idx="3"/>
            <a:endCxn xmlns:a="http://schemas.openxmlformats.org/drawingml/2006/main" id="18" idx="1"/>
          </p:cNvCxnSpPr>
          <p:nvPr/>
        </p:nvCxnSpPr>
        <p:spPr>
          <a:xfrm xmlns:a="http://schemas.openxmlformats.org/drawingml/2006/main">
            <a:off x="8710613" y="3048000"/>
            <a:ext cx="285750" cy="0"/>
          </a:xfrm>
          <a:prstGeom xmlns:a="http://schemas.openxmlformats.org/drawingml/2006/main" prst="straightConnector1">
            <a:avLst/>
          </a:prstGeom>
          <a:ln xmlns:a="http://schemas.openxmlformats.org/drawingml/2006/main" w="13335">
            <a:solidFill>
              <a:srgbClr val="748092"/>
            </a:solidFill>
            <a:prstDash val="solid"/>
            <a:tailEnd type="arrow" w="sm" len="sm"/>
          </a:ln>
        </p:spPr>
      </p:cxnSp>
      <p:sp>
        <p:nvSpPr>
          <p:cNvPr id="25" name="Rounded Rectangle 24">
            <a:extLst xmlns:a="http://schemas.openxmlformats.org/drawingml/2006/main">
              <a:ext uri="{FF2B5EF4-FFF2-40B4-BE49-F238E27FC236}">
                <a16:creationId xmlns:a16="http://schemas.microsoft.com/office/drawing/2014/main" id="{710B3244-FE61-4A2C-A190-1B8886A4760F}"/>
              </a:ext>
            </a:extLst>
          </p:cNvPr>
          <p:cNvSpPr>
            <a:spLocks xmlns:a="http://schemas.openxmlformats.org/drawingml/2006/main" noGrp="1"/>
          </p:cNvSpPr>
          <p:nvPr/>
        </p:nvSpPr>
        <p:spPr>
          <a:xfrm xmlns:a="http://schemas.openxmlformats.org/drawingml/2006/main">
            <a:off x="1619250" y="4286250"/>
            <a:ext cx="8953500" cy="800100"/>
          </a:xfrm>
          <a:prstGeom xmlns:a="http://schemas.openxmlformats.org/drawingml/2006/main" prst="roundRect">
            <a:avLst>
              <a:gd name="adj" fmla="val 15476"/>
            </a:avLst>
          </a:prstGeom>
          <a:solidFill xmlns:a="http://schemas.openxmlformats.org/drawingml/2006/main">
            <a:srgbClr val="F4F6F9"/>
          </a:solidFill>
          <a:ln xmlns:a="http://schemas.openxmlformats.org/drawingml/2006/main" w="9525">
            <a:solidFill>
              <a:srgbClr val="D7DEE8"/>
            </a:solidFill>
            <a:prstDash val="solid"/>
          </a:ln>
        </p:spPr>
      </p:sp>
      <p:sp>
        <p:nvSpPr>
          <p:cNvPr id="26" name="Rounded Rectangle 25">
            <a:extLst xmlns:a="http://schemas.openxmlformats.org/drawingml/2006/main">
              <a:ext uri="{FF2B5EF4-FFF2-40B4-BE49-F238E27FC236}">
                <a16:creationId xmlns:a16="http://schemas.microsoft.com/office/drawing/2014/main" id="{B52648D7-4EB0-4995-AF03-6093C3FBAC4B}"/>
              </a:ext>
            </a:extLst>
          </p:cNvPr>
          <p:cNvSpPr>
            <a:spLocks xmlns:a="http://schemas.openxmlformats.org/drawingml/2006/main" noGrp="1"/>
          </p:cNvSpPr>
          <p:nvPr/>
        </p:nvSpPr>
        <p:spPr>
          <a:xfrm xmlns:a="http://schemas.openxmlformats.org/drawingml/2006/main">
            <a:off x="1752600" y="4429125"/>
            <a:ext cx="57150" cy="514350"/>
          </a:xfrm>
          <a:prstGeom xmlns:a="http://schemas.openxmlformats.org/drawingml/2006/main" prst="roundRect">
            <a:avLst>
              <a:gd name="adj" fmla="val 50000"/>
            </a:avLst>
          </a:prstGeom>
          <a:solidFill xmlns:a="http://schemas.openxmlformats.org/drawingml/2006/main">
            <a:srgbClr val="7A2636"/>
          </a:solidFill>
          <a:ln xmlns:a="http://schemas.openxmlformats.org/drawingml/2006/main" w="0">
            <a:noFill/>
          </a:ln>
        </p:spPr>
      </p:sp>
      <p:sp>
        <p:nvSpPr>
          <p:cNvPr id="76" name="Rounded Rectangle 75">
            <a:extLst xmlns:a="http://schemas.openxmlformats.org/drawingml/2006/main">
              <a:ext uri="{FF2B5EF4-FFF2-40B4-BE49-F238E27FC236}">
                <a16:creationId xmlns:a16="http://schemas.microsoft.com/office/drawing/2014/main" id="{456735B9-866A-419C-BDBD-2012CE44E655}"/>
              </a:ext>
            </a:extLst>
          </p:cNvPr>
          <p:cNvSpPr>
            <a:spLocks xmlns:a="http://schemas.openxmlformats.org/drawingml/2006/main" noGrp="1"/>
          </p:cNvSpPr>
          <p:nvPr/>
        </p:nvSpPr>
        <p:spPr>
          <a:xfrm xmlns:a="http://schemas.openxmlformats.org/drawingml/2006/main">
            <a:off x="914400" y="4305300"/>
            <a:ext cx="10363200" cy="800100"/>
          </a:xfrm>
          <a:prstGeom xmlns:a="http://schemas.openxmlformats.org/drawingml/2006/main" prst="roundRect">
            <a:avLst>
              <a:gd name="adj" fmla="val 16667"/>
            </a:avLst>
          </a:prstGeom>
          <a:solidFill xmlns:a="http://schemas.openxmlformats.org/drawingml/2006/main">
            <a:srgbClr val="F7EFF1"/>
          </a:solidFill>
          <a:ln xmlns:a="http://schemas.openxmlformats.org/drawingml/2006/main" w="8573">
            <a:solidFill>
              <a:srgbClr val="DBC7CC"/>
            </a:solidFill>
            <a:prstDash val="solid"/>
          </a:ln>
        </p:spPr>
      </p:sp>
      <p:sp>
        <p:nvSpPr>
          <p:cNvPr id="77" name="Rounded Rectangle 76">
            <a:extLst xmlns:a="http://schemas.openxmlformats.org/drawingml/2006/main">
              <a:ext uri="{FF2B5EF4-FFF2-40B4-BE49-F238E27FC236}">
                <a16:creationId xmlns:a16="http://schemas.microsoft.com/office/drawing/2014/main" id="{31625E23-8E33-439B-921C-750ABE7C2701}"/>
              </a:ext>
            </a:extLst>
          </p:cNvPr>
          <p:cNvSpPr>
            <a:spLocks xmlns:a="http://schemas.openxmlformats.org/drawingml/2006/main" noGrp="1"/>
          </p:cNvSpPr>
          <p:nvPr/>
        </p:nvSpPr>
        <p:spPr>
          <a:xfrm xmlns:a="http://schemas.openxmlformats.org/drawingml/2006/main">
            <a:off x="1085850" y="4457700"/>
            <a:ext cx="57150" cy="495300"/>
          </a:xfrm>
          <a:prstGeom xmlns:a="http://schemas.openxmlformats.org/drawingml/2006/main" prst="roundRect">
            <a:avLst>
              <a:gd name="adj" fmla="val 50000"/>
            </a:avLst>
          </a:prstGeom>
          <a:solidFill xmlns:a="http://schemas.openxmlformats.org/drawingml/2006/main">
            <a:srgbClr val="7A2636"/>
          </a:solidFill>
          <a:ln xmlns:a="http://schemas.openxmlformats.org/drawingml/2006/main" w="0">
            <a:noFill/>
          </a:ln>
        </p:spPr>
      </p:sp>
      <p:sp>
        <p:nvSpPr>
          <p:cNvPr id="78" name="Rectangle 77">
            <a:extLst xmlns:a="http://schemas.openxmlformats.org/drawingml/2006/main">
              <a:ext uri="{FF2B5EF4-FFF2-40B4-BE49-F238E27FC236}">
                <a16:creationId xmlns:a16="http://schemas.microsoft.com/office/drawing/2014/main" id="{7AD33881-FA8C-42FD-A33C-7B99CECE4E48}"/>
              </a:ext>
            </a:extLst>
          </p:cNvPr>
          <p:cNvSpPr>
            <a:spLocks xmlns:a="http://schemas.openxmlformats.org/drawingml/2006/main" noGrp="1"/>
          </p:cNvSpPr>
          <p:nvPr/>
        </p:nvSpPr>
        <p:spPr>
          <a:xfrm xmlns:a="http://schemas.openxmlformats.org/drawingml/2006/main">
            <a:off x="1333500" y="4410075"/>
            <a:ext cx="96393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buNone/>
              <a:defRPr sz="1013" b="1">
                <a:solidFill>
                  <a:srgbClr val="2854D7"/>
                </a:solidFill>
                <a:latin typeface="Aptos"/>
                <a:ea typeface="Aptos"/>
                <a:cs typeface="Aptos"/>
              </a:defRPr>
            </a:pPr>
            <a:r>
              <a:rPr sz="1200" b="1">
                <a:solidFill>
                  <a:srgbClr val="7A2636"/>
                </a:solidFill>
                <a:latin typeface="Aptos"/>
                <a:ea typeface="Aptos"/>
                <a:cs typeface="Aptos"/>
              </a:rPr>
              <a:t>ЗАКЉУЧАК</a:t>
            </a:r>
          </a:p>
        </p:txBody>
      </p:sp>
      <p:sp>
        <p:nvSpPr>
          <p:cNvPr id="79" name="Rectangle 78">
            <a:extLst xmlns:a="http://schemas.openxmlformats.org/drawingml/2006/main">
              <a:ext uri="{FF2B5EF4-FFF2-40B4-BE49-F238E27FC236}">
                <a16:creationId xmlns:a16="http://schemas.microsoft.com/office/drawing/2014/main" id="{174D6E3B-6093-4B00-9656-DE3A115705BD}"/>
              </a:ext>
            </a:extLst>
          </p:cNvPr>
          <p:cNvSpPr>
            <a:spLocks xmlns:a="http://schemas.openxmlformats.org/drawingml/2006/main" noGrp="1"/>
          </p:cNvSpPr>
          <p:nvPr/>
        </p:nvSpPr>
        <p:spPr>
          <a:xfrm xmlns:a="http://schemas.openxmlformats.org/drawingml/2006/main">
            <a:off x="1333500" y="4638675"/>
            <a:ext cx="96393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buNone/>
              <a:defRPr sz="1388" b="1">
                <a:solidFill>
                  <a:srgbClr val="1B2432"/>
                </a:solidFill>
                <a:latin typeface="Aptos"/>
                <a:ea typeface="Aptos"/>
                <a:cs typeface="Aptos"/>
              </a:defRPr>
            </a:pPr>
            <a:r>
              <a:rPr sz="1388" b="1">
                <a:solidFill>
                  <a:srgbClr val="1B2432"/>
                </a:solidFill>
                <a:latin typeface="Aptos"/>
                <a:ea typeface="Aptos"/>
                <a:cs typeface="Aptos"/>
              </a:rPr>
              <a:t>Контекст даје прецизност одлуци, а редован преглед проверава да ли одлука и даље има смисла.</a:t>
            </a:r>
          </a:p>
        </p:txBody>
      </p:sp>
    </p:spTree>
    <p:extLst>
      <p:ext uri="{BB962C8B-B14F-4D97-AF65-F5344CB8AC3E}">
        <p14:creationId xmlns:p14="http://schemas.microsoft.com/office/powerpoint/2010/main" val="287336925"/>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1" name="Rectangle 20">
            <a:extLst xmlns:a="http://schemas.openxmlformats.org/drawingml/2006/main">
              <a:ext uri="{FF2B5EF4-FFF2-40B4-BE49-F238E27FC236}">
                <a16:creationId xmlns:a16="http://schemas.microsoft.com/office/drawing/2014/main" id="{91048B31-209A-416A-A9CD-B73C17E1D000}"/>
              </a:ext>
            </a:extLst>
          </p:cNvPr>
          <p:cNvSpPr>
            <a:spLocks xmlns:a="http://schemas.openxmlformats.org/drawingml/2006/main" noGrp="1"/>
          </p:cNvSpPr>
          <p:nvPr/>
        </p:nvSpPr>
        <p:spPr>
          <a:xfrm xmlns:a="http://schemas.openxmlformats.org/drawingml/2006/main">
            <a:off x="495300" y="238125"/>
            <a:ext cx="3429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825" b="0">
                <a:solidFill>
                  <a:srgbClr val="657184"/>
                </a:solidFill>
                <a:latin typeface="Aptos"/>
                <a:ea typeface="Aptos"/>
                <a:cs typeface="Aptos"/>
              </a:defRPr>
            </a:pPr>
            <a:r>
              <a:rPr sz="825" b="0">
                <a:solidFill>
                  <a:srgbClr val="5E6B7D"/>
                </a:solidFill>
                <a:latin typeface="Aptos"/>
                <a:ea typeface="Aptos"/>
                <a:cs typeface="Aptos"/>
              </a:rPr>
              <a:t>Основе информационе безбедности</a:t>
            </a:r>
          </a:p>
        </p:txBody>
      </p:sp>
      <p:sp>
        <p:nvSpPr>
          <p:cNvPr id="2" name="Straight Connector 1">
            <a:extLst xmlns:a="http://schemas.openxmlformats.org/drawingml/2006/main">
              <a:ext uri="{FF2B5EF4-FFF2-40B4-BE49-F238E27FC236}">
                <a16:creationId xmlns:a16="http://schemas.microsoft.com/office/drawing/2014/main" id="{DFFF0C5B-C110-4403-B1F4-8647DAF371D8}"/>
              </a:ext>
            </a:extLst>
          </p:cNvPr>
          <p:cNvSpPr>
            <a:spLocks xmlns:a="http://schemas.openxmlformats.org/drawingml/2006/main" noGrp="1"/>
          </p:cNvSpPr>
          <p:nvPr/>
        </p:nvSpPr>
        <p:spPr>
          <a:xfrm xmlns:a="http://schemas.openxmlformats.org/drawingml/2006/main">
            <a:off x="495300" y="476250"/>
            <a:ext cx="11201400" cy="9525"/>
          </a:xfrm>
          <a:prstGeom xmlns:a="http://schemas.openxmlformats.org/drawingml/2006/main" prst="line">
            <a:avLst/>
          </a:prstGeom>
          <a:solidFill xmlns:a="http://schemas.openxmlformats.org/drawingml/2006/main">
            <a:srgbClr val="8D5560"/>
          </a:solidFill>
          <a:ln xmlns:a="http://schemas.openxmlformats.org/drawingml/2006/main" w="7144">
            <a:solidFill>
              <a:srgbClr val="8D5560"/>
            </a:solidFill>
            <a:prstDash val="solid"/>
          </a:ln>
        </p:spPr>
      </p:sp>
      <p:sp>
        <p:nvSpPr>
          <p:cNvPr id="3" name="Rectangle 2">
            <a:extLst xmlns:a="http://schemas.openxmlformats.org/drawingml/2006/main">
              <a:ext uri="{FF2B5EF4-FFF2-40B4-BE49-F238E27FC236}">
                <a16:creationId xmlns:a16="http://schemas.microsoft.com/office/drawing/2014/main" id="{29A56109-B6DB-41AC-A9CB-41B536A1A104}"/>
              </a:ext>
            </a:extLst>
          </p:cNvPr>
          <p:cNvSpPr>
            <a:spLocks xmlns:a="http://schemas.openxmlformats.org/drawingml/2006/main" noGrp="1"/>
          </p:cNvSpPr>
          <p:nvPr/>
        </p:nvSpPr>
        <p:spPr>
          <a:xfrm xmlns:a="http://schemas.openxmlformats.org/drawingml/2006/main">
            <a:off x="11372850" y="6477000"/>
            <a:ext cx="3238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r">
              <a:lnSpc>
                <a:spcPct val="102000"/>
              </a:lnSpc>
              <a:buNone/>
              <a:defRPr sz="975" b="0">
                <a:solidFill>
                  <a:srgbClr val="1A202C"/>
                </a:solidFill>
                <a:latin typeface="Aptos"/>
                <a:ea typeface="Aptos"/>
                <a:cs typeface="Aptos"/>
              </a:defRPr>
            </a:pPr>
            <a:r>
              <a:rPr sz="975" b="0">
                <a:solidFill>
                  <a:srgbClr val="1A202C"/>
                </a:solidFill>
                <a:latin typeface="Aptos"/>
                <a:ea typeface="Aptos"/>
                <a:cs typeface="Aptos"/>
              </a:rPr>
              <a:t>4</a:t>
            </a:r>
          </a:p>
        </p:txBody>
      </p:sp>
      <p:sp>
        <p:nvSpPr>
          <p:cNvPr id="4" name="Rectangle 3">
            <a:extLst xmlns:a="http://schemas.openxmlformats.org/drawingml/2006/main">
              <a:ext uri="{FF2B5EF4-FFF2-40B4-BE49-F238E27FC236}">
                <a16:creationId xmlns:a16="http://schemas.microsoft.com/office/drawing/2014/main" id="{9C868987-B81C-4B58-93E8-53DACE55EF04}"/>
              </a:ext>
            </a:extLst>
          </p:cNvPr>
          <p:cNvSpPr>
            <a:spLocks xmlns:a="http://schemas.openxmlformats.org/drawingml/2006/main" noGrp="1"/>
          </p:cNvSpPr>
          <p:nvPr/>
        </p:nvSpPr>
        <p:spPr>
          <a:xfrm xmlns:a="http://schemas.openxmlformats.org/drawingml/2006/main">
            <a:off x="685800" y="781050"/>
            <a:ext cx="108204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2000"/>
              </a:lnSpc>
              <a:buNone/>
              <a:defRPr sz="2550" b="1">
                <a:solidFill>
                  <a:srgbClr val="1A202C"/>
                </a:solidFill>
                <a:latin typeface="Aptos Display"/>
                <a:ea typeface="Aptos Display"/>
                <a:cs typeface="Aptos Display"/>
              </a:defRPr>
            </a:pPr>
            <a:r>
              <a:rPr sz="2550" b="1">
                <a:solidFill>
                  <a:srgbClr val="1A202C"/>
                </a:solidFill>
                <a:latin typeface="Aptos Display"/>
                <a:ea typeface="Aptos Display"/>
                <a:cs typeface="Aptos Display"/>
              </a:rPr>
              <a:t>Атрибути</a:t>
            </a:r>
          </a:p>
        </p:txBody>
      </p:sp>
      <p:sp>
        <p:nvSpPr>
          <p:cNvPr id="5" name="Rectangle 4">
            <a:extLst xmlns:a="http://schemas.openxmlformats.org/drawingml/2006/main">
              <a:ext uri="{FF2B5EF4-FFF2-40B4-BE49-F238E27FC236}">
                <a16:creationId xmlns:a16="http://schemas.microsoft.com/office/drawing/2014/main" id="{FEE6A0B3-9A37-4B62-8070-7410698B1BD3}"/>
              </a:ext>
            </a:extLst>
          </p:cNvPr>
          <p:cNvSpPr>
            <a:spLocks xmlns:a="http://schemas.openxmlformats.org/drawingml/2006/main" noGrp="1"/>
          </p:cNvSpPr>
          <p:nvPr/>
        </p:nvSpPr>
        <p:spPr>
          <a:xfrm xmlns:a="http://schemas.openxmlformats.org/drawingml/2006/main">
            <a:off x="685800" y="1428750"/>
            <a:ext cx="108204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2000"/>
              </a:lnSpc>
              <a:buNone/>
              <a:defRPr sz="1575" b="0">
                <a:solidFill>
                  <a:srgbClr val="657184"/>
                </a:solidFill>
                <a:latin typeface="Aptos"/>
                <a:ea typeface="Aptos"/>
                <a:cs typeface="Aptos"/>
              </a:defRPr>
            </a:pPr>
            <a:r>
              <a:rPr sz="1575" b="0">
                <a:solidFill>
                  <a:srgbClr val="657184"/>
                </a:solidFill>
                <a:latin typeface="Aptos"/>
                <a:ea typeface="Aptos"/>
                <a:cs typeface="Aptos"/>
              </a:rPr>
              <a:t>контекст одлуке</a:t>
            </a:r>
          </a:p>
        </p:txBody>
      </p:sp>
      <p:sp>
        <p:nvSpPr>
          <p:cNvPr id="6" name="Rounded Rectangle 5">
            <a:extLst xmlns:a="http://schemas.openxmlformats.org/drawingml/2006/main">
              <a:ext uri="{FF2B5EF4-FFF2-40B4-BE49-F238E27FC236}">
                <a16:creationId xmlns:a16="http://schemas.microsoft.com/office/drawing/2014/main" id="{ED2BE4D5-4123-4CB8-8524-2F015B336447}"/>
              </a:ext>
            </a:extLst>
          </p:cNvPr>
          <p:cNvSpPr>
            <a:spLocks xmlns:a="http://schemas.openxmlformats.org/drawingml/2006/main" noGrp="1"/>
          </p:cNvSpPr>
          <p:nvPr/>
        </p:nvSpPr>
        <p:spPr>
          <a:xfrm xmlns:a="http://schemas.openxmlformats.org/drawingml/2006/main">
            <a:off x="895350" y="2428875"/>
            <a:ext cx="3257550" cy="1952625"/>
          </a:xfrm>
          <a:prstGeom xmlns:a="http://schemas.openxmlformats.org/drawingml/2006/main" prst="roundRect">
            <a:avLst>
              <a:gd name="adj" fmla="val 6829"/>
            </a:avLst>
          </a:prstGeom>
          <a:solidFill xmlns:a="http://schemas.openxmlformats.org/drawingml/2006/main">
            <a:srgbClr val="F4F6F9"/>
          </a:solidFill>
          <a:ln xmlns:a="http://schemas.openxmlformats.org/drawingml/2006/main" w="9525">
            <a:solidFill>
              <a:srgbClr val="D7DEE8"/>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7" name="Rectangle 6">
            <a:extLst xmlns:a="http://schemas.openxmlformats.org/drawingml/2006/main">
              <a:ext uri="{FF2B5EF4-FFF2-40B4-BE49-F238E27FC236}">
                <a16:creationId xmlns:a16="http://schemas.microsoft.com/office/drawing/2014/main" id="{120BF318-057F-495A-B0F4-C96D49F37C09}"/>
              </a:ext>
            </a:extLst>
          </p:cNvPr>
          <p:cNvSpPr>
            <a:spLocks xmlns:a="http://schemas.openxmlformats.org/drawingml/2006/main" noGrp="1"/>
          </p:cNvSpPr>
          <p:nvPr/>
        </p:nvSpPr>
        <p:spPr>
          <a:xfrm xmlns:a="http://schemas.openxmlformats.org/drawingml/2006/main">
            <a:off x="1047750" y="2552700"/>
            <a:ext cx="2952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2000"/>
              </a:lnSpc>
              <a:buNone/>
              <a:defRPr sz="975" b="1">
                <a:solidFill>
                  <a:srgbClr val="748092"/>
                </a:solidFill>
                <a:latin typeface="Aptos"/>
                <a:ea typeface="Aptos"/>
                <a:cs typeface="Aptos"/>
              </a:defRPr>
            </a:pPr>
            <a:r>
              <a:rPr sz="1200" b="1">
                <a:solidFill>
                  <a:srgbClr val="748092"/>
                </a:solidFill>
                <a:latin typeface="Aptos"/>
                <a:ea typeface="Aptos"/>
                <a:cs typeface="Aptos"/>
              </a:rPr>
              <a:t>01</a:t>
            </a:r>
          </a:p>
        </p:txBody>
      </p:sp>
      <p:sp>
        <p:nvSpPr>
          <p:cNvPr id="8" name="Rectangle 7">
            <a:extLst xmlns:a="http://schemas.openxmlformats.org/drawingml/2006/main">
              <a:ext uri="{FF2B5EF4-FFF2-40B4-BE49-F238E27FC236}">
                <a16:creationId xmlns:a16="http://schemas.microsoft.com/office/drawing/2014/main" id="{A48ADF71-6AB5-443E-ABDF-35679F999A02}"/>
              </a:ext>
            </a:extLst>
          </p:cNvPr>
          <p:cNvSpPr>
            <a:spLocks xmlns:a="http://schemas.openxmlformats.org/drawingml/2006/main" noGrp="1"/>
          </p:cNvSpPr>
          <p:nvPr/>
        </p:nvSpPr>
        <p:spPr>
          <a:xfrm xmlns:a="http://schemas.openxmlformats.org/drawingml/2006/main">
            <a:off x="1047750" y="2800350"/>
            <a:ext cx="29527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l">
              <a:lnSpc>
                <a:spcPct val="102000"/>
              </a:lnSpc>
              <a:buNone/>
              <a:defRPr sz="1350" b="1">
                <a:solidFill>
                  <a:srgbClr val="1A202C"/>
                </a:solidFill>
                <a:latin typeface="Aptos"/>
                <a:ea typeface="Aptos"/>
                <a:cs typeface="Aptos"/>
              </a:defRPr>
            </a:pPr>
            <a:r>
              <a:rPr sz="1350" b="1">
                <a:solidFill>
                  <a:srgbClr val="1A202C"/>
                </a:solidFill>
                <a:latin typeface="Aptos"/>
                <a:ea typeface="Aptos"/>
                <a:cs typeface="Aptos"/>
              </a:rPr>
              <a:t>Атрибути се читају из поузданог, јасног контекста.</a:t>
            </a:r>
          </a:p>
        </p:txBody>
      </p:sp>
      <p:sp>
        <p:nvSpPr>
          <p:cNvPr id="9" name="Rectangle 8">
            <a:extLst xmlns:a="http://schemas.openxmlformats.org/drawingml/2006/main">
              <a:ext uri="{FF2B5EF4-FFF2-40B4-BE49-F238E27FC236}">
                <a16:creationId xmlns:a16="http://schemas.microsoft.com/office/drawing/2014/main" id="{701AB954-67A2-460D-9A21-D2271EF8DE01}"/>
              </a:ext>
            </a:extLst>
          </p:cNvPr>
          <p:cNvSpPr>
            <a:spLocks xmlns:a="http://schemas.openxmlformats.org/drawingml/2006/main" noGrp="1"/>
          </p:cNvSpPr>
          <p:nvPr/>
        </p:nvSpPr>
        <p:spPr>
          <a:xfrm xmlns:a="http://schemas.openxmlformats.org/drawingml/2006/main">
            <a:off x="1047750" y="3648075"/>
            <a:ext cx="2952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6000"/>
              </a:lnSpc>
              <a:buNone/>
              <a:defRPr sz="1125" b="0">
                <a:solidFill>
                  <a:srgbClr val="657184"/>
                </a:solidFill>
                <a:latin typeface="Aptos"/>
                <a:ea typeface="Aptos"/>
                <a:cs typeface="Aptos"/>
              </a:defRPr>
            </a:pPr>
            <a:r>
              <a:rPr sz="1275" b="0">
                <a:solidFill>
                  <a:srgbClr val="657184"/>
                </a:solidFill>
                <a:latin typeface="Aptos"/>
                <a:ea typeface="Aptos"/>
                <a:cs typeface="Aptos"/>
              </a:rPr>
              <a:t>Питање: који улаз покреће ову одлуку?</a:t>
            </a:r>
          </a:p>
        </p:txBody>
      </p:sp>
      <p:sp>
        <p:nvSpPr>
          <p:cNvPr id="10" name="Rounded Rectangle 9">
            <a:extLst xmlns:a="http://schemas.openxmlformats.org/drawingml/2006/main">
              <a:ext uri="{FF2B5EF4-FFF2-40B4-BE49-F238E27FC236}">
                <a16:creationId xmlns:a16="http://schemas.microsoft.com/office/drawing/2014/main" id="{77868CD6-99F9-48C8-8188-82FDEC38BCE1}"/>
              </a:ext>
            </a:extLst>
          </p:cNvPr>
          <p:cNvSpPr>
            <a:spLocks xmlns:a="http://schemas.openxmlformats.org/drawingml/2006/main" noGrp="1"/>
          </p:cNvSpPr>
          <p:nvPr/>
        </p:nvSpPr>
        <p:spPr>
          <a:xfrm xmlns:a="http://schemas.openxmlformats.org/drawingml/2006/main">
            <a:off x="4457700" y="2428875"/>
            <a:ext cx="3257550" cy="1952625"/>
          </a:xfrm>
          <a:prstGeom xmlns:a="http://schemas.openxmlformats.org/drawingml/2006/main" prst="roundRect">
            <a:avLst>
              <a:gd name="adj" fmla="val 6829"/>
            </a:avLst>
          </a:prstGeom>
          <a:solidFill xmlns:a="http://schemas.openxmlformats.org/drawingml/2006/main">
            <a:srgbClr val="F7EFF1"/>
          </a:solidFill>
          <a:ln xmlns:a="http://schemas.openxmlformats.org/drawingml/2006/main" w="9525">
            <a:solidFill>
              <a:srgbClr val="D7DEE8"/>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1" name="Rectangle 10">
            <a:extLst xmlns:a="http://schemas.openxmlformats.org/drawingml/2006/main">
              <a:ext uri="{FF2B5EF4-FFF2-40B4-BE49-F238E27FC236}">
                <a16:creationId xmlns:a16="http://schemas.microsoft.com/office/drawing/2014/main" id="{0132F917-4553-47EE-842D-C2B7EE1ABF0C}"/>
              </a:ext>
            </a:extLst>
          </p:cNvPr>
          <p:cNvSpPr>
            <a:spLocks xmlns:a="http://schemas.openxmlformats.org/drawingml/2006/main" noGrp="1"/>
          </p:cNvSpPr>
          <p:nvPr/>
        </p:nvSpPr>
        <p:spPr>
          <a:xfrm xmlns:a="http://schemas.openxmlformats.org/drawingml/2006/main">
            <a:off x="4610100" y="2552700"/>
            <a:ext cx="2952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975" b="1">
                <a:solidFill>
                  <a:srgbClr val="2F5EF5"/>
                </a:solidFill>
                <a:latin typeface="Aptos"/>
                <a:ea typeface="Aptos"/>
                <a:cs typeface="Aptos"/>
              </a:defRPr>
            </a:pPr>
            <a:r>
              <a:rPr sz="1200" b="1">
                <a:solidFill>
                  <a:srgbClr val="7A2636"/>
                </a:solidFill>
                <a:latin typeface="Aptos"/>
                <a:ea typeface="Aptos"/>
                <a:cs typeface="Aptos"/>
              </a:rPr>
              <a:t>02</a:t>
            </a:r>
          </a:p>
        </p:txBody>
      </p:sp>
      <p:sp>
        <p:nvSpPr>
          <p:cNvPr id="12" name="Rectangle 11">
            <a:extLst xmlns:a="http://schemas.openxmlformats.org/drawingml/2006/main">
              <a:ext uri="{FF2B5EF4-FFF2-40B4-BE49-F238E27FC236}">
                <a16:creationId xmlns:a16="http://schemas.microsoft.com/office/drawing/2014/main" id="{9FCD1287-D39E-449B-B49F-095B061EE055}"/>
              </a:ext>
            </a:extLst>
          </p:cNvPr>
          <p:cNvSpPr>
            <a:spLocks xmlns:a="http://schemas.openxmlformats.org/drawingml/2006/main" noGrp="1"/>
          </p:cNvSpPr>
          <p:nvPr/>
        </p:nvSpPr>
        <p:spPr>
          <a:xfrm xmlns:a="http://schemas.openxmlformats.org/drawingml/2006/main">
            <a:off x="4610100" y="2800350"/>
            <a:ext cx="29527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99236"/>
          </a:bodyPr>
          <a:lstStyle xmlns:a="http://schemas.openxmlformats.org/drawingml/2006/main"/>
          <a:p xmlns:a="http://schemas.openxmlformats.org/drawingml/2006/main">
            <a:pPr algn="l">
              <a:lnSpc>
                <a:spcPct val="102000"/>
              </a:lnSpc>
              <a:buNone/>
              <a:defRPr sz="1350" b="1">
                <a:solidFill>
                  <a:srgbClr val="1A202C"/>
                </a:solidFill>
                <a:latin typeface="Aptos"/>
                <a:ea typeface="Aptos"/>
                <a:cs typeface="Aptos"/>
              </a:defRPr>
            </a:pPr>
            <a:r>
              <a:rPr sz="1350" b="1">
                <a:solidFill>
                  <a:srgbClr val="1A202C"/>
                </a:solidFill>
                <a:latin typeface="Aptos"/>
                <a:ea typeface="Aptos"/>
                <a:cs typeface="Aptos"/>
              </a:rPr>
              <a:t>Атрибутска одлука остаје разумљива само ако је извор сваког атрибута познат и поуздан.</a:t>
            </a:r>
          </a:p>
        </p:txBody>
      </p:sp>
      <p:sp>
        <p:nvSpPr>
          <p:cNvPr id="13" name="Rectangle 12">
            <a:extLst xmlns:a="http://schemas.openxmlformats.org/drawingml/2006/main">
              <a:ext uri="{FF2B5EF4-FFF2-40B4-BE49-F238E27FC236}">
                <a16:creationId xmlns:a16="http://schemas.microsoft.com/office/drawing/2014/main" id="{EC4F138D-1EB9-4E56-A4ED-1F583068114E}"/>
              </a:ext>
            </a:extLst>
          </p:cNvPr>
          <p:cNvSpPr>
            <a:spLocks xmlns:a="http://schemas.openxmlformats.org/drawingml/2006/main" noGrp="1"/>
          </p:cNvSpPr>
          <p:nvPr/>
        </p:nvSpPr>
        <p:spPr>
          <a:xfrm xmlns:a="http://schemas.openxmlformats.org/drawingml/2006/main">
            <a:off x="4610100" y="3648075"/>
            <a:ext cx="2952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6000"/>
              </a:lnSpc>
              <a:buNone/>
              <a:defRPr sz="1125" b="0">
                <a:solidFill>
                  <a:srgbClr val="657184"/>
                </a:solidFill>
                <a:latin typeface="Aptos"/>
                <a:ea typeface="Aptos"/>
                <a:cs typeface="Aptos"/>
              </a:defRPr>
            </a:pPr>
            <a:r>
              <a:rPr sz="1275" b="0">
                <a:solidFill>
                  <a:srgbClr val="657184"/>
                </a:solidFill>
                <a:latin typeface="Aptos"/>
                <a:ea typeface="Aptos"/>
                <a:cs typeface="Aptos"/>
              </a:rPr>
              <a:t>Питање: која граница мора бити видљива?</a:t>
            </a:r>
          </a:p>
        </p:txBody>
      </p:sp>
      <p:sp>
        <p:nvSpPr>
          <p:cNvPr id="14" name="Rounded Rectangle 13">
            <a:extLst xmlns:a="http://schemas.openxmlformats.org/drawingml/2006/main">
              <a:ext uri="{FF2B5EF4-FFF2-40B4-BE49-F238E27FC236}">
                <a16:creationId xmlns:a16="http://schemas.microsoft.com/office/drawing/2014/main" id="{162214DE-D45C-4F10-9F57-7452D40E67B1}"/>
              </a:ext>
            </a:extLst>
          </p:cNvPr>
          <p:cNvSpPr>
            <a:spLocks xmlns:a="http://schemas.openxmlformats.org/drawingml/2006/main" noGrp="1"/>
          </p:cNvSpPr>
          <p:nvPr/>
        </p:nvSpPr>
        <p:spPr>
          <a:xfrm xmlns:a="http://schemas.openxmlformats.org/drawingml/2006/main">
            <a:off x="8020050" y="2428875"/>
            <a:ext cx="3257550" cy="1952625"/>
          </a:xfrm>
          <a:prstGeom xmlns:a="http://schemas.openxmlformats.org/drawingml/2006/main" prst="roundRect">
            <a:avLst>
              <a:gd name="adj" fmla="val 6829"/>
            </a:avLst>
          </a:prstGeom>
          <a:solidFill xmlns:a="http://schemas.openxmlformats.org/drawingml/2006/main">
            <a:srgbClr val="EDF8F2"/>
          </a:solidFill>
          <a:ln xmlns:a="http://schemas.openxmlformats.org/drawingml/2006/main" w="9525">
            <a:solidFill>
              <a:srgbClr val="D7DEE8"/>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5" name="Rectangle 14">
            <a:extLst xmlns:a="http://schemas.openxmlformats.org/drawingml/2006/main">
              <a:ext uri="{FF2B5EF4-FFF2-40B4-BE49-F238E27FC236}">
                <a16:creationId xmlns:a16="http://schemas.microsoft.com/office/drawing/2014/main" id="{CC91952D-3D99-40E4-B6A6-1ECBAE4985D3}"/>
              </a:ext>
            </a:extLst>
          </p:cNvPr>
          <p:cNvSpPr>
            <a:spLocks xmlns:a="http://schemas.openxmlformats.org/drawingml/2006/main" noGrp="1"/>
          </p:cNvSpPr>
          <p:nvPr/>
        </p:nvSpPr>
        <p:spPr>
          <a:xfrm xmlns:a="http://schemas.openxmlformats.org/drawingml/2006/main">
            <a:off x="8172450" y="2552700"/>
            <a:ext cx="2952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2000"/>
              </a:lnSpc>
              <a:buNone/>
              <a:defRPr sz="975" b="1">
                <a:solidFill>
                  <a:srgbClr val="138A5B"/>
                </a:solidFill>
                <a:latin typeface="Aptos"/>
                <a:ea typeface="Aptos"/>
                <a:cs typeface="Aptos"/>
              </a:defRPr>
            </a:pPr>
            <a:r>
              <a:rPr sz="1200" b="1">
                <a:solidFill>
                  <a:srgbClr val="138A5B"/>
                </a:solidFill>
                <a:latin typeface="Aptos"/>
                <a:ea typeface="Aptos"/>
                <a:cs typeface="Aptos"/>
              </a:rPr>
              <a:t>03</a:t>
            </a:r>
          </a:p>
        </p:txBody>
      </p:sp>
      <p:sp>
        <p:nvSpPr>
          <p:cNvPr id="16" name="Rectangle 15">
            <a:extLst xmlns:a="http://schemas.openxmlformats.org/drawingml/2006/main">
              <a:ext uri="{FF2B5EF4-FFF2-40B4-BE49-F238E27FC236}">
                <a16:creationId xmlns:a16="http://schemas.microsoft.com/office/drawing/2014/main" id="{6F782EB0-95B0-4642-9322-24B921342C81}"/>
              </a:ext>
            </a:extLst>
          </p:cNvPr>
          <p:cNvSpPr>
            <a:spLocks xmlns:a="http://schemas.openxmlformats.org/drawingml/2006/main" noGrp="1"/>
          </p:cNvSpPr>
          <p:nvPr/>
        </p:nvSpPr>
        <p:spPr>
          <a:xfrm xmlns:a="http://schemas.openxmlformats.org/drawingml/2006/main">
            <a:off x="8172450" y="2800350"/>
            <a:ext cx="29527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l">
              <a:lnSpc>
                <a:spcPct val="102000"/>
              </a:lnSpc>
              <a:buNone/>
              <a:defRPr sz="1350" b="1">
                <a:solidFill>
                  <a:srgbClr val="1A202C"/>
                </a:solidFill>
                <a:latin typeface="Aptos"/>
                <a:ea typeface="Aptos"/>
                <a:cs typeface="Aptos"/>
              </a:defRPr>
            </a:pPr>
            <a:r>
              <a:rPr sz="1350" b="1">
                <a:solidFill>
                  <a:srgbClr val="1A202C"/>
                </a:solidFill>
                <a:latin typeface="Aptos"/>
                <a:ea typeface="Aptos"/>
                <a:cs typeface="Aptos"/>
              </a:rPr>
              <a:t>Атрибути се прикупљају из ауторитативних извора, а не из произвољног захтева клијента.</a:t>
            </a:r>
          </a:p>
        </p:txBody>
      </p:sp>
      <p:sp>
        <p:nvSpPr>
          <p:cNvPr id="17" name="Rectangle 16">
            <a:extLst xmlns:a="http://schemas.openxmlformats.org/drawingml/2006/main">
              <a:ext uri="{FF2B5EF4-FFF2-40B4-BE49-F238E27FC236}">
                <a16:creationId xmlns:a16="http://schemas.microsoft.com/office/drawing/2014/main" id="{22834903-80F6-4E17-928A-78C57CCC8197}"/>
              </a:ext>
            </a:extLst>
          </p:cNvPr>
          <p:cNvSpPr>
            <a:spLocks xmlns:a="http://schemas.openxmlformats.org/drawingml/2006/main" noGrp="1"/>
          </p:cNvSpPr>
          <p:nvPr/>
        </p:nvSpPr>
        <p:spPr>
          <a:xfrm xmlns:a="http://schemas.openxmlformats.org/drawingml/2006/main">
            <a:off x="8172450" y="3648075"/>
            <a:ext cx="2952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6000"/>
              </a:lnSpc>
              <a:buNone/>
              <a:defRPr sz="1125" b="0">
                <a:solidFill>
                  <a:srgbClr val="657184"/>
                </a:solidFill>
                <a:latin typeface="Aptos"/>
                <a:ea typeface="Aptos"/>
                <a:cs typeface="Aptos"/>
              </a:defRPr>
            </a:pPr>
            <a:r>
              <a:rPr sz="1275" b="0">
                <a:solidFill>
                  <a:srgbClr val="657184"/>
                </a:solidFill>
                <a:latin typeface="Aptos"/>
                <a:ea typeface="Aptos"/>
                <a:cs typeface="Aptos"/>
              </a:rPr>
              <a:t>Питање: који доказ остаје после исхода?</a:t>
            </a:r>
          </a:p>
        </p:txBody>
      </p:sp>
      <p:sp>
        <p:nvSpPr>
          <p:cNvPr id="18" name="Rounded Rectangle 17">
            <a:extLst xmlns:a="http://schemas.openxmlformats.org/drawingml/2006/main">
              <a:ext uri="{FF2B5EF4-FFF2-40B4-BE49-F238E27FC236}">
                <a16:creationId xmlns:a16="http://schemas.microsoft.com/office/drawing/2014/main" id="{EC305351-01EE-4CA6-80E2-6B3E3AA81A71}"/>
              </a:ext>
            </a:extLst>
          </p:cNvPr>
          <p:cNvSpPr>
            <a:spLocks xmlns:a="http://schemas.openxmlformats.org/drawingml/2006/main" noGrp="1"/>
          </p:cNvSpPr>
          <p:nvPr/>
        </p:nvSpPr>
        <p:spPr>
          <a:xfrm xmlns:a="http://schemas.openxmlformats.org/drawingml/2006/main">
            <a:off x="1600200" y="4752975"/>
            <a:ext cx="8991600" cy="742950"/>
          </a:xfrm>
          <a:prstGeom xmlns:a="http://schemas.openxmlformats.org/drawingml/2006/main" prst="roundRect">
            <a:avLst>
              <a:gd name="adj" fmla="val 16667"/>
            </a:avLst>
          </a:prstGeom>
          <a:solidFill xmlns:a="http://schemas.openxmlformats.org/drawingml/2006/main">
            <a:srgbClr val="FFF6E9"/>
          </a:solidFill>
          <a:ln xmlns:a="http://schemas.openxmlformats.org/drawingml/2006/main" w="9525">
            <a:solidFill>
              <a:srgbClr val="D7DEE8"/>
            </a:solidFill>
            <a:prstDash val="solid"/>
          </a:ln>
        </p:spPr>
      </p:sp>
      <p:sp>
        <p:nvSpPr>
          <p:cNvPr id="19" name="Rounded Rectangle 18">
            <a:extLst xmlns:a="http://schemas.openxmlformats.org/drawingml/2006/main">
              <a:ext uri="{FF2B5EF4-FFF2-40B4-BE49-F238E27FC236}">
                <a16:creationId xmlns:a16="http://schemas.microsoft.com/office/drawing/2014/main" id="{B1A0F4D9-8B26-467B-966E-7376E0F23556}"/>
              </a:ext>
            </a:extLst>
          </p:cNvPr>
          <p:cNvSpPr>
            <a:spLocks xmlns:a="http://schemas.openxmlformats.org/drawingml/2006/main" noGrp="1"/>
          </p:cNvSpPr>
          <p:nvPr/>
        </p:nvSpPr>
        <p:spPr>
          <a:xfrm xmlns:a="http://schemas.openxmlformats.org/drawingml/2006/main">
            <a:off x="1733550" y="4895850"/>
            <a:ext cx="57150" cy="457200"/>
          </a:xfrm>
          <a:prstGeom xmlns:a="http://schemas.openxmlformats.org/drawingml/2006/main" prst="roundRect">
            <a:avLst>
              <a:gd name="adj" fmla="val 50000"/>
            </a:avLst>
          </a:prstGeom>
          <a:solidFill xmlns:a="http://schemas.openxmlformats.org/drawingml/2006/main">
            <a:srgbClr val="7A2636"/>
          </a:solidFill>
          <a:ln xmlns:a="http://schemas.openxmlformats.org/drawingml/2006/main" w="0">
            <a:noFill/>
          </a:ln>
        </p:spPr>
      </p:sp>
      <p:sp>
        <p:nvSpPr>
          <p:cNvPr id="22" name="Rounded Rectangle 21">
            <a:extLst xmlns:a="http://schemas.openxmlformats.org/drawingml/2006/main">
              <a:ext uri="{FF2B5EF4-FFF2-40B4-BE49-F238E27FC236}">
                <a16:creationId xmlns:a16="http://schemas.microsoft.com/office/drawing/2014/main" id="{805BC1F9-9203-417D-972F-576246560E89}"/>
              </a:ext>
            </a:extLst>
          </p:cNvPr>
          <p:cNvSpPr>
            <a:spLocks xmlns:a="http://schemas.openxmlformats.org/drawingml/2006/main" noGrp="1"/>
          </p:cNvSpPr>
          <p:nvPr/>
        </p:nvSpPr>
        <p:spPr>
          <a:xfrm xmlns:a="http://schemas.openxmlformats.org/drawingml/2006/main">
            <a:off x="914400" y="4762500"/>
            <a:ext cx="10363200" cy="781050"/>
          </a:xfrm>
          <a:prstGeom xmlns:a="http://schemas.openxmlformats.org/drawingml/2006/main" prst="roundRect">
            <a:avLst>
              <a:gd name="adj" fmla="val 17073"/>
            </a:avLst>
          </a:prstGeom>
          <a:solidFill xmlns:a="http://schemas.openxmlformats.org/drawingml/2006/main">
            <a:srgbClr val="F7EFF1"/>
          </a:solidFill>
          <a:ln xmlns:a="http://schemas.openxmlformats.org/drawingml/2006/main" w="8573">
            <a:solidFill>
              <a:srgbClr val="DBC7CC"/>
            </a:solidFill>
            <a:prstDash val="solid"/>
          </a:ln>
        </p:spPr>
      </p:sp>
      <p:sp>
        <p:nvSpPr>
          <p:cNvPr id="23" name="Rounded Rectangle 22">
            <a:extLst xmlns:a="http://schemas.openxmlformats.org/drawingml/2006/main">
              <a:ext uri="{FF2B5EF4-FFF2-40B4-BE49-F238E27FC236}">
                <a16:creationId xmlns:a16="http://schemas.microsoft.com/office/drawing/2014/main" id="{9469D8A5-DF85-4BAD-B706-FDC344BA489C}"/>
              </a:ext>
            </a:extLst>
          </p:cNvPr>
          <p:cNvSpPr>
            <a:spLocks xmlns:a="http://schemas.openxmlformats.org/drawingml/2006/main" noGrp="1"/>
          </p:cNvSpPr>
          <p:nvPr/>
        </p:nvSpPr>
        <p:spPr>
          <a:xfrm xmlns:a="http://schemas.openxmlformats.org/drawingml/2006/main">
            <a:off x="1085850" y="4914900"/>
            <a:ext cx="57150" cy="476250"/>
          </a:xfrm>
          <a:prstGeom xmlns:a="http://schemas.openxmlformats.org/drawingml/2006/main" prst="roundRect">
            <a:avLst>
              <a:gd name="adj" fmla="val 50000"/>
            </a:avLst>
          </a:prstGeom>
          <a:solidFill xmlns:a="http://schemas.openxmlformats.org/drawingml/2006/main">
            <a:srgbClr val="7A2636"/>
          </a:solidFill>
          <a:ln xmlns:a="http://schemas.openxmlformats.org/drawingml/2006/main" w="0">
            <a:noFill/>
          </a:ln>
        </p:spPr>
      </p:sp>
      <p:sp>
        <p:nvSpPr>
          <p:cNvPr id="24" name="Rectangle 23">
            <a:extLst xmlns:a="http://schemas.openxmlformats.org/drawingml/2006/main">
              <a:ext uri="{FF2B5EF4-FFF2-40B4-BE49-F238E27FC236}">
                <a16:creationId xmlns:a16="http://schemas.microsoft.com/office/drawing/2014/main" id="{FAF6B58E-DCFE-4F82-B081-82F891723E06}"/>
              </a:ext>
            </a:extLst>
          </p:cNvPr>
          <p:cNvSpPr>
            <a:spLocks xmlns:a="http://schemas.openxmlformats.org/drawingml/2006/main" noGrp="1"/>
          </p:cNvSpPr>
          <p:nvPr/>
        </p:nvSpPr>
        <p:spPr>
          <a:xfrm xmlns:a="http://schemas.openxmlformats.org/drawingml/2006/main">
            <a:off x="1333500" y="4867275"/>
            <a:ext cx="96393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buNone/>
              <a:defRPr sz="1013" b="1">
                <a:solidFill>
                  <a:srgbClr val="2854D7"/>
                </a:solidFill>
                <a:latin typeface="Aptos"/>
                <a:ea typeface="Aptos"/>
                <a:cs typeface="Aptos"/>
              </a:defRPr>
            </a:pPr>
            <a:r>
              <a:rPr sz="1200" b="1">
                <a:solidFill>
                  <a:srgbClr val="7A2636"/>
                </a:solidFill>
                <a:latin typeface="Aptos"/>
                <a:ea typeface="Aptos"/>
                <a:cs typeface="Aptos"/>
              </a:rPr>
              <a:t>ПИТАЊЕ ЗА АНАЛИЗУ</a:t>
            </a:r>
          </a:p>
        </p:txBody>
      </p:sp>
      <p:sp>
        <p:nvSpPr>
          <p:cNvPr id="25" name="Rectangle 24">
            <a:extLst xmlns:a="http://schemas.openxmlformats.org/drawingml/2006/main">
              <a:ext uri="{FF2B5EF4-FFF2-40B4-BE49-F238E27FC236}">
                <a16:creationId xmlns:a16="http://schemas.microsoft.com/office/drawing/2014/main" id="{388DABF3-355D-45D5-958E-F43762D6D175}"/>
              </a:ext>
            </a:extLst>
          </p:cNvPr>
          <p:cNvSpPr>
            <a:spLocks xmlns:a="http://schemas.openxmlformats.org/drawingml/2006/main" noGrp="1"/>
          </p:cNvSpPr>
          <p:nvPr/>
        </p:nvSpPr>
        <p:spPr>
          <a:xfrm xmlns:a="http://schemas.openxmlformats.org/drawingml/2006/main">
            <a:off x="1333500" y="5095875"/>
            <a:ext cx="9639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buNone/>
              <a:defRPr sz="1388" b="1">
                <a:solidFill>
                  <a:srgbClr val="1B2432"/>
                </a:solidFill>
                <a:latin typeface="Aptos"/>
                <a:ea typeface="Aptos"/>
                <a:cs typeface="Aptos"/>
              </a:defRPr>
            </a:pPr>
            <a:r>
              <a:rPr sz="1388" b="1">
                <a:solidFill>
                  <a:srgbClr val="1B2432"/>
                </a:solidFill>
                <a:latin typeface="Aptos"/>
                <a:ea typeface="Aptos"/>
                <a:cs typeface="Aptos"/>
              </a:rPr>
              <a:t>Коју одлуку не бисте смели да заснивате само на улози и који додатни атрибут јој даје смисао?</a:t>
            </a:r>
          </a:p>
        </p:txBody>
      </p:sp>
    </p:spTree>
    <p:extLst>
      <p:ext uri="{BB962C8B-B14F-4D97-AF65-F5344CB8AC3E}">
        <p14:creationId xmlns:p14="http://schemas.microsoft.com/office/powerpoint/2010/main" val="2043928779"/>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1" name="Rectangle 20">
            <a:extLst xmlns:a="http://schemas.openxmlformats.org/drawingml/2006/main">
              <a:ext uri="{FF2B5EF4-FFF2-40B4-BE49-F238E27FC236}">
                <a16:creationId xmlns:a16="http://schemas.microsoft.com/office/drawing/2014/main" id="{C7B4C1B1-90E5-4DFA-A719-162CF8479944}"/>
              </a:ext>
            </a:extLst>
          </p:cNvPr>
          <p:cNvSpPr>
            <a:spLocks xmlns:a="http://schemas.openxmlformats.org/drawingml/2006/main" noGrp="1"/>
          </p:cNvSpPr>
          <p:nvPr/>
        </p:nvSpPr>
        <p:spPr>
          <a:xfrm xmlns:a="http://schemas.openxmlformats.org/drawingml/2006/main">
            <a:off x="495300" y="238125"/>
            <a:ext cx="3429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825" b="0">
                <a:solidFill>
                  <a:srgbClr val="657184"/>
                </a:solidFill>
                <a:latin typeface="Aptos"/>
                <a:ea typeface="Aptos"/>
                <a:cs typeface="Aptos"/>
              </a:defRPr>
            </a:pPr>
            <a:r>
              <a:rPr sz="825" b="0">
                <a:solidFill>
                  <a:srgbClr val="5E6B7D"/>
                </a:solidFill>
                <a:latin typeface="Aptos"/>
                <a:ea typeface="Aptos"/>
                <a:cs typeface="Aptos"/>
              </a:rPr>
              <a:t>Основе информационе безбедности</a:t>
            </a:r>
          </a:p>
        </p:txBody>
      </p:sp>
      <p:sp>
        <p:nvSpPr>
          <p:cNvPr id="2" name="Straight Connector 1">
            <a:extLst xmlns:a="http://schemas.openxmlformats.org/drawingml/2006/main">
              <a:ext uri="{FF2B5EF4-FFF2-40B4-BE49-F238E27FC236}">
                <a16:creationId xmlns:a16="http://schemas.microsoft.com/office/drawing/2014/main" id="{E0B53908-166A-49DF-8F8C-E67A96B52B23}"/>
              </a:ext>
            </a:extLst>
          </p:cNvPr>
          <p:cNvSpPr>
            <a:spLocks xmlns:a="http://schemas.openxmlformats.org/drawingml/2006/main" noGrp="1"/>
          </p:cNvSpPr>
          <p:nvPr/>
        </p:nvSpPr>
        <p:spPr>
          <a:xfrm xmlns:a="http://schemas.openxmlformats.org/drawingml/2006/main">
            <a:off x="495300" y="476250"/>
            <a:ext cx="11201400" cy="9525"/>
          </a:xfrm>
          <a:prstGeom xmlns:a="http://schemas.openxmlformats.org/drawingml/2006/main" prst="line">
            <a:avLst/>
          </a:prstGeom>
          <a:solidFill xmlns:a="http://schemas.openxmlformats.org/drawingml/2006/main">
            <a:srgbClr val="8D5560"/>
          </a:solidFill>
          <a:ln xmlns:a="http://schemas.openxmlformats.org/drawingml/2006/main" w="7144">
            <a:solidFill>
              <a:srgbClr val="8D5560"/>
            </a:solidFill>
            <a:prstDash val="solid"/>
          </a:ln>
        </p:spPr>
      </p:sp>
      <p:sp>
        <p:nvSpPr>
          <p:cNvPr id="3" name="Rectangle 2">
            <a:extLst xmlns:a="http://schemas.openxmlformats.org/drawingml/2006/main">
              <a:ext uri="{FF2B5EF4-FFF2-40B4-BE49-F238E27FC236}">
                <a16:creationId xmlns:a16="http://schemas.microsoft.com/office/drawing/2014/main" id="{21547D63-06EC-4C9D-B43B-EF27AB6B80DD}"/>
              </a:ext>
            </a:extLst>
          </p:cNvPr>
          <p:cNvSpPr>
            <a:spLocks xmlns:a="http://schemas.openxmlformats.org/drawingml/2006/main" noGrp="1"/>
          </p:cNvSpPr>
          <p:nvPr/>
        </p:nvSpPr>
        <p:spPr>
          <a:xfrm xmlns:a="http://schemas.openxmlformats.org/drawingml/2006/main">
            <a:off x="11372850" y="6477000"/>
            <a:ext cx="3238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r">
              <a:lnSpc>
                <a:spcPct val="102000"/>
              </a:lnSpc>
              <a:buNone/>
              <a:defRPr sz="975" b="0">
                <a:solidFill>
                  <a:srgbClr val="1A202C"/>
                </a:solidFill>
                <a:latin typeface="Aptos"/>
                <a:ea typeface="Aptos"/>
                <a:cs typeface="Aptos"/>
              </a:defRPr>
            </a:pPr>
            <a:r>
              <a:rPr sz="975" b="0">
                <a:solidFill>
                  <a:srgbClr val="1A202C"/>
                </a:solidFill>
                <a:latin typeface="Aptos"/>
                <a:ea typeface="Aptos"/>
                <a:cs typeface="Aptos"/>
              </a:rPr>
              <a:t>5</a:t>
            </a:r>
          </a:p>
        </p:txBody>
      </p:sp>
      <p:sp>
        <p:nvSpPr>
          <p:cNvPr id="4" name="Rectangle 3">
            <a:extLst xmlns:a="http://schemas.openxmlformats.org/drawingml/2006/main">
              <a:ext uri="{FF2B5EF4-FFF2-40B4-BE49-F238E27FC236}">
                <a16:creationId xmlns:a16="http://schemas.microsoft.com/office/drawing/2014/main" id="{96ECCFE5-F17A-4C6A-81E6-1D6CE2FE2562}"/>
              </a:ext>
            </a:extLst>
          </p:cNvPr>
          <p:cNvSpPr>
            <a:spLocks xmlns:a="http://schemas.openxmlformats.org/drawingml/2006/main" noGrp="1"/>
          </p:cNvSpPr>
          <p:nvPr/>
        </p:nvSpPr>
        <p:spPr>
          <a:xfrm xmlns:a="http://schemas.openxmlformats.org/drawingml/2006/main">
            <a:off x="685800" y="781050"/>
            <a:ext cx="108204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2000"/>
              </a:lnSpc>
              <a:buNone/>
              <a:defRPr sz="2550" b="1">
                <a:solidFill>
                  <a:srgbClr val="1A202C"/>
                </a:solidFill>
                <a:latin typeface="Aptos Display"/>
                <a:ea typeface="Aptos Display"/>
                <a:cs typeface="Aptos Display"/>
              </a:defRPr>
            </a:pPr>
            <a:r>
              <a:rPr sz="2550" b="1">
                <a:solidFill>
                  <a:srgbClr val="1A202C"/>
                </a:solidFill>
                <a:latin typeface="Aptos Display"/>
                <a:ea typeface="Aptos Display"/>
                <a:cs typeface="Aptos Display"/>
              </a:rPr>
              <a:t>Политика</a:t>
            </a:r>
          </a:p>
        </p:txBody>
      </p:sp>
      <p:sp>
        <p:nvSpPr>
          <p:cNvPr id="5" name="Rectangle 4">
            <a:extLst xmlns:a="http://schemas.openxmlformats.org/drawingml/2006/main">
              <a:ext uri="{FF2B5EF4-FFF2-40B4-BE49-F238E27FC236}">
                <a16:creationId xmlns:a16="http://schemas.microsoft.com/office/drawing/2014/main" id="{E0E4CA57-A794-466C-A332-760282909A1B}"/>
              </a:ext>
            </a:extLst>
          </p:cNvPr>
          <p:cNvSpPr>
            <a:spLocks xmlns:a="http://schemas.openxmlformats.org/drawingml/2006/main" noGrp="1"/>
          </p:cNvSpPr>
          <p:nvPr/>
        </p:nvSpPr>
        <p:spPr>
          <a:xfrm xmlns:a="http://schemas.openxmlformats.org/drawingml/2006/main">
            <a:off x="685800" y="1428750"/>
            <a:ext cx="108204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2000"/>
              </a:lnSpc>
              <a:buNone/>
              <a:defRPr sz="1575" b="0">
                <a:solidFill>
                  <a:srgbClr val="657184"/>
                </a:solidFill>
                <a:latin typeface="Aptos"/>
                <a:ea typeface="Aptos"/>
                <a:cs typeface="Aptos"/>
              </a:defRPr>
            </a:pPr>
            <a:r>
              <a:rPr sz="1575" b="0">
                <a:solidFill>
                  <a:srgbClr val="657184"/>
                </a:solidFill>
                <a:latin typeface="Aptos"/>
                <a:ea typeface="Aptos"/>
                <a:cs typeface="Aptos"/>
              </a:rPr>
              <a:t>правило које их тумачи</a:t>
            </a:r>
          </a:p>
        </p:txBody>
      </p:sp>
      <p:sp>
        <p:nvSpPr>
          <p:cNvPr id="6" name="Rounded Rectangle 5">
            <a:extLst xmlns:a="http://schemas.openxmlformats.org/drawingml/2006/main">
              <a:ext uri="{FF2B5EF4-FFF2-40B4-BE49-F238E27FC236}">
                <a16:creationId xmlns:a16="http://schemas.microsoft.com/office/drawing/2014/main" id="{4F0936B8-8AC3-4082-B7C1-5D85D1914E81}"/>
              </a:ext>
            </a:extLst>
          </p:cNvPr>
          <p:cNvSpPr>
            <a:spLocks xmlns:a="http://schemas.openxmlformats.org/drawingml/2006/main" noGrp="1"/>
          </p:cNvSpPr>
          <p:nvPr/>
        </p:nvSpPr>
        <p:spPr>
          <a:xfrm xmlns:a="http://schemas.openxmlformats.org/drawingml/2006/main">
            <a:off x="895350" y="2428875"/>
            <a:ext cx="3257550" cy="1952625"/>
          </a:xfrm>
          <a:prstGeom xmlns:a="http://schemas.openxmlformats.org/drawingml/2006/main" prst="roundRect">
            <a:avLst>
              <a:gd name="adj" fmla="val 6829"/>
            </a:avLst>
          </a:prstGeom>
          <a:solidFill xmlns:a="http://schemas.openxmlformats.org/drawingml/2006/main">
            <a:srgbClr val="F4F6F9"/>
          </a:solidFill>
          <a:ln xmlns:a="http://schemas.openxmlformats.org/drawingml/2006/main" w="9525">
            <a:solidFill>
              <a:srgbClr val="D7DEE8"/>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7" name="Rectangle 6">
            <a:extLst xmlns:a="http://schemas.openxmlformats.org/drawingml/2006/main">
              <a:ext uri="{FF2B5EF4-FFF2-40B4-BE49-F238E27FC236}">
                <a16:creationId xmlns:a16="http://schemas.microsoft.com/office/drawing/2014/main" id="{E5D5C3A7-238E-4AD6-81F2-A5EE119C67C4}"/>
              </a:ext>
            </a:extLst>
          </p:cNvPr>
          <p:cNvSpPr>
            <a:spLocks xmlns:a="http://schemas.openxmlformats.org/drawingml/2006/main" noGrp="1"/>
          </p:cNvSpPr>
          <p:nvPr/>
        </p:nvSpPr>
        <p:spPr>
          <a:xfrm xmlns:a="http://schemas.openxmlformats.org/drawingml/2006/main">
            <a:off x="1047750" y="2552700"/>
            <a:ext cx="2952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2000"/>
              </a:lnSpc>
              <a:buNone/>
              <a:defRPr sz="975" b="1">
                <a:solidFill>
                  <a:srgbClr val="748092"/>
                </a:solidFill>
                <a:latin typeface="Aptos"/>
                <a:ea typeface="Aptos"/>
                <a:cs typeface="Aptos"/>
              </a:defRPr>
            </a:pPr>
            <a:r>
              <a:rPr sz="1200" b="1">
                <a:solidFill>
                  <a:srgbClr val="748092"/>
                </a:solidFill>
                <a:latin typeface="Aptos"/>
                <a:ea typeface="Aptos"/>
                <a:cs typeface="Aptos"/>
              </a:rPr>
              <a:t>01</a:t>
            </a:r>
          </a:p>
        </p:txBody>
      </p:sp>
      <p:sp>
        <p:nvSpPr>
          <p:cNvPr id="8" name="Rectangle 7">
            <a:extLst xmlns:a="http://schemas.openxmlformats.org/drawingml/2006/main">
              <a:ext uri="{FF2B5EF4-FFF2-40B4-BE49-F238E27FC236}">
                <a16:creationId xmlns:a16="http://schemas.microsoft.com/office/drawing/2014/main" id="{4692E640-97FA-4150-AF07-FE6DEDA25BC8}"/>
              </a:ext>
            </a:extLst>
          </p:cNvPr>
          <p:cNvSpPr>
            <a:spLocks xmlns:a="http://schemas.openxmlformats.org/drawingml/2006/main" noGrp="1"/>
          </p:cNvSpPr>
          <p:nvPr/>
        </p:nvSpPr>
        <p:spPr>
          <a:xfrm xmlns:a="http://schemas.openxmlformats.org/drawingml/2006/main">
            <a:off x="1047750" y="2800350"/>
            <a:ext cx="29527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l">
              <a:lnSpc>
                <a:spcPct val="102000"/>
              </a:lnSpc>
              <a:buNone/>
              <a:defRPr sz="1350" b="1">
                <a:solidFill>
                  <a:srgbClr val="1A202C"/>
                </a:solidFill>
                <a:latin typeface="Aptos"/>
                <a:ea typeface="Aptos"/>
                <a:cs typeface="Aptos"/>
              </a:defRPr>
            </a:pPr>
            <a:r>
              <a:rPr sz="1350" b="1">
                <a:solidFill>
                  <a:srgbClr val="1A202C"/>
                </a:solidFill>
                <a:latin typeface="Aptos"/>
                <a:ea typeface="Aptos"/>
                <a:cs typeface="Aptos"/>
              </a:rPr>
              <a:t>Исто стање мора довести до истог резултата политике.</a:t>
            </a:r>
          </a:p>
        </p:txBody>
      </p:sp>
      <p:sp>
        <p:nvSpPr>
          <p:cNvPr id="9" name="Rectangle 8">
            <a:extLst xmlns:a="http://schemas.openxmlformats.org/drawingml/2006/main">
              <a:ext uri="{FF2B5EF4-FFF2-40B4-BE49-F238E27FC236}">
                <a16:creationId xmlns:a16="http://schemas.microsoft.com/office/drawing/2014/main" id="{463DA584-4C69-4F0E-AF21-8A88D18D6F54}"/>
              </a:ext>
            </a:extLst>
          </p:cNvPr>
          <p:cNvSpPr>
            <a:spLocks xmlns:a="http://schemas.openxmlformats.org/drawingml/2006/main" noGrp="1"/>
          </p:cNvSpPr>
          <p:nvPr/>
        </p:nvSpPr>
        <p:spPr>
          <a:xfrm xmlns:a="http://schemas.openxmlformats.org/drawingml/2006/main">
            <a:off x="1047750" y="3648075"/>
            <a:ext cx="2952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6000"/>
              </a:lnSpc>
              <a:buNone/>
              <a:defRPr sz="1125" b="0">
                <a:solidFill>
                  <a:srgbClr val="657184"/>
                </a:solidFill>
                <a:latin typeface="Aptos"/>
                <a:ea typeface="Aptos"/>
                <a:cs typeface="Aptos"/>
              </a:defRPr>
            </a:pPr>
            <a:r>
              <a:rPr sz="1275" b="0">
                <a:solidFill>
                  <a:srgbClr val="657184"/>
                </a:solidFill>
                <a:latin typeface="Aptos"/>
                <a:ea typeface="Aptos"/>
                <a:cs typeface="Aptos"/>
              </a:rPr>
              <a:t>Питање: који улаз покреће ову одлуку?</a:t>
            </a:r>
          </a:p>
        </p:txBody>
      </p:sp>
      <p:sp>
        <p:nvSpPr>
          <p:cNvPr id="10" name="Rounded Rectangle 9">
            <a:extLst xmlns:a="http://schemas.openxmlformats.org/drawingml/2006/main">
              <a:ext uri="{FF2B5EF4-FFF2-40B4-BE49-F238E27FC236}">
                <a16:creationId xmlns:a16="http://schemas.microsoft.com/office/drawing/2014/main" id="{744C93B1-8BC4-4543-9773-3165BD40352D}"/>
              </a:ext>
            </a:extLst>
          </p:cNvPr>
          <p:cNvSpPr>
            <a:spLocks xmlns:a="http://schemas.openxmlformats.org/drawingml/2006/main" noGrp="1"/>
          </p:cNvSpPr>
          <p:nvPr/>
        </p:nvSpPr>
        <p:spPr>
          <a:xfrm xmlns:a="http://schemas.openxmlformats.org/drawingml/2006/main">
            <a:off x="4457700" y="2428875"/>
            <a:ext cx="3257550" cy="1952625"/>
          </a:xfrm>
          <a:prstGeom xmlns:a="http://schemas.openxmlformats.org/drawingml/2006/main" prst="roundRect">
            <a:avLst>
              <a:gd name="adj" fmla="val 6829"/>
            </a:avLst>
          </a:prstGeom>
          <a:solidFill xmlns:a="http://schemas.openxmlformats.org/drawingml/2006/main">
            <a:srgbClr val="F7EFF1"/>
          </a:solidFill>
          <a:ln xmlns:a="http://schemas.openxmlformats.org/drawingml/2006/main" w="9525">
            <a:solidFill>
              <a:srgbClr val="D7DEE8"/>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1" name="Rectangle 10">
            <a:extLst xmlns:a="http://schemas.openxmlformats.org/drawingml/2006/main">
              <a:ext uri="{FF2B5EF4-FFF2-40B4-BE49-F238E27FC236}">
                <a16:creationId xmlns:a16="http://schemas.microsoft.com/office/drawing/2014/main" id="{B60545D8-2E96-402B-912A-6723B5B56B15}"/>
              </a:ext>
            </a:extLst>
          </p:cNvPr>
          <p:cNvSpPr>
            <a:spLocks xmlns:a="http://schemas.openxmlformats.org/drawingml/2006/main" noGrp="1"/>
          </p:cNvSpPr>
          <p:nvPr/>
        </p:nvSpPr>
        <p:spPr>
          <a:xfrm xmlns:a="http://schemas.openxmlformats.org/drawingml/2006/main">
            <a:off x="4610100" y="2552700"/>
            <a:ext cx="2952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975" b="1">
                <a:solidFill>
                  <a:srgbClr val="2F5EF5"/>
                </a:solidFill>
                <a:latin typeface="Aptos"/>
                <a:ea typeface="Aptos"/>
                <a:cs typeface="Aptos"/>
              </a:defRPr>
            </a:pPr>
            <a:r>
              <a:rPr sz="1200" b="1">
                <a:solidFill>
                  <a:srgbClr val="7A2636"/>
                </a:solidFill>
                <a:latin typeface="Aptos"/>
                <a:ea typeface="Aptos"/>
                <a:cs typeface="Aptos"/>
              </a:rPr>
              <a:t>02</a:t>
            </a:r>
          </a:p>
        </p:txBody>
      </p:sp>
      <p:sp>
        <p:nvSpPr>
          <p:cNvPr id="12" name="Rectangle 11">
            <a:extLst xmlns:a="http://schemas.openxmlformats.org/drawingml/2006/main">
              <a:ext uri="{FF2B5EF4-FFF2-40B4-BE49-F238E27FC236}">
                <a16:creationId xmlns:a16="http://schemas.microsoft.com/office/drawing/2014/main" id="{DE0E99A2-39D1-4C84-9F31-973ACBC1E7D6}"/>
              </a:ext>
            </a:extLst>
          </p:cNvPr>
          <p:cNvSpPr>
            <a:spLocks xmlns:a="http://schemas.openxmlformats.org/drawingml/2006/main" noGrp="1"/>
          </p:cNvSpPr>
          <p:nvPr/>
        </p:nvSpPr>
        <p:spPr>
          <a:xfrm xmlns:a="http://schemas.openxmlformats.org/drawingml/2006/main">
            <a:off x="4610100" y="2800350"/>
            <a:ext cx="29527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93119"/>
          </a:bodyPr>
          <a:lstStyle xmlns:a="http://schemas.openxmlformats.org/drawingml/2006/main"/>
          <a:p xmlns:a="http://schemas.openxmlformats.org/drawingml/2006/main">
            <a:pPr algn="l">
              <a:lnSpc>
                <a:spcPct val="102000"/>
              </a:lnSpc>
              <a:buNone/>
              <a:defRPr sz="1350" b="1">
                <a:solidFill>
                  <a:srgbClr val="1A202C"/>
                </a:solidFill>
                <a:latin typeface="Aptos"/>
                <a:ea typeface="Aptos"/>
                <a:cs typeface="Aptos"/>
              </a:defRPr>
            </a:pPr>
            <a:r>
              <a:rPr sz="1350" b="1">
                <a:solidFill>
                  <a:srgbClr val="1A202C"/>
                </a:solidFill>
                <a:latin typeface="Aptos"/>
                <a:ea typeface="Aptos"/>
                <a:cs typeface="Aptos"/>
              </a:rPr>
              <a:t>Правило треба да даје исти резултат за исти снимак контекста, како би могло да се тестира и објасни.</a:t>
            </a:r>
          </a:p>
        </p:txBody>
      </p:sp>
      <p:sp>
        <p:nvSpPr>
          <p:cNvPr id="13" name="Rectangle 12">
            <a:extLst xmlns:a="http://schemas.openxmlformats.org/drawingml/2006/main">
              <a:ext uri="{FF2B5EF4-FFF2-40B4-BE49-F238E27FC236}">
                <a16:creationId xmlns:a16="http://schemas.microsoft.com/office/drawing/2014/main" id="{951B4EED-BB2D-4ED8-AD14-B3302D40D161}"/>
              </a:ext>
            </a:extLst>
          </p:cNvPr>
          <p:cNvSpPr>
            <a:spLocks xmlns:a="http://schemas.openxmlformats.org/drawingml/2006/main" noGrp="1"/>
          </p:cNvSpPr>
          <p:nvPr/>
        </p:nvSpPr>
        <p:spPr>
          <a:xfrm xmlns:a="http://schemas.openxmlformats.org/drawingml/2006/main">
            <a:off x="4610100" y="3648075"/>
            <a:ext cx="2952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6000"/>
              </a:lnSpc>
              <a:buNone/>
              <a:defRPr sz="1125" b="0">
                <a:solidFill>
                  <a:srgbClr val="657184"/>
                </a:solidFill>
                <a:latin typeface="Aptos"/>
                <a:ea typeface="Aptos"/>
                <a:cs typeface="Aptos"/>
              </a:defRPr>
            </a:pPr>
            <a:r>
              <a:rPr sz="1275" b="0">
                <a:solidFill>
                  <a:srgbClr val="657184"/>
                </a:solidFill>
                <a:latin typeface="Aptos"/>
                <a:ea typeface="Aptos"/>
                <a:cs typeface="Aptos"/>
              </a:rPr>
              <a:t>Питање: која граница мора бити видљива?</a:t>
            </a:r>
          </a:p>
        </p:txBody>
      </p:sp>
      <p:sp>
        <p:nvSpPr>
          <p:cNvPr id="14" name="Rounded Rectangle 13">
            <a:extLst xmlns:a="http://schemas.openxmlformats.org/drawingml/2006/main">
              <a:ext uri="{FF2B5EF4-FFF2-40B4-BE49-F238E27FC236}">
                <a16:creationId xmlns:a16="http://schemas.microsoft.com/office/drawing/2014/main" id="{7D3F050F-7368-4D60-914D-5B4553985708}"/>
              </a:ext>
            </a:extLst>
          </p:cNvPr>
          <p:cNvSpPr>
            <a:spLocks xmlns:a="http://schemas.openxmlformats.org/drawingml/2006/main" noGrp="1"/>
          </p:cNvSpPr>
          <p:nvPr/>
        </p:nvSpPr>
        <p:spPr>
          <a:xfrm xmlns:a="http://schemas.openxmlformats.org/drawingml/2006/main">
            <a:off x="8020050" y="2428875"/>
            <a:ext cx="3257550" cy="1952625"/>
          </a:xfrm>
          <a:prstGeom xmlns:a="http://schemas.openxmlformats.org/drawingml/2006/main" prst="roundRect">
            <a:avLst>
              <a:gd name="adj" fmla="val 6829"/>
            </a:avLst>
          </a:prstGeom>
          <a:solidFill xmlns:a="http://schemas.openxmlformats.org/drawingml/2006/main">
            <a:srgbClr val="EDF8F2"/>
          </a:solidFill>
          <a:ln xmlns:a="http://schemas.openxmlformats.org/drawingml/2006/main" w="9525">
            <a:solidFill>
              <a:srgbClr val="D7DEE8"/>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5" name="Rectangle 14">
            <a:extLst xmlns:a="http://schemas.openxmlformats.org/drawingml/2006/main">
              <a:ext uri="{FF2B5EF4-FFF2-40B4-BE49-F238E27FC236}">
                <a16:creationId xmlns:a16="http://schemas.microsoft.com/office/drawing/2014/main" id="{5BA7E83D-26AC-47D0-975C-6EDFE8FBF47F}"/>
              </a:ext>
            </a:extLst>
          </p:cNvPr>
          <p:cNvSpPr>
            <a:spLocks xmlns:a="http://schemas.openxmlformats.org/drawingml/2006/main" noGrp="1"/>
          </p:cNvSpPr>
          <p:nvPr/>
        </p:nvSpPr>
        <p:spPr>
          <a:xfrm xmlns:a="http://schemas.openxmlformats.org/drawingml/2006/main">
            <a:off x="8172450" y="2552700"/>
            <a:ext cx="2952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2000"/>
              </a:lnSpc>
              <a:buNone/>
              <a:defRPr sz="975" b="1">
                <a:solidFill>
                  <a:srgbClr val="138A5B"/>
                </a:solidFill>
                <a:latin typeface="Aptos"/>
                <a:ea typeface="Aptos"/>
                <a:cs typeface="Aptos"/>
              </a:defRPr>
            </a:pPr>
            <a:r>
              <a:rPr sz="1200" b="1">
                <a:solidFill>
                  <a:srgbClr val="138A5B"/>
                </a:solidFill>
                <a:latin typeface="Aptos"/>
                <a:ea typeface="Aptos"/>
                <a:cs typeface="Aptos"/>
              </a:rPr>
              <a:t>03</a:t>
            </a:r>
          </a:p>
        </p:txBody>
      </p:sp>
      <p:sp>
        <p:nvSpPr>
          <p:cNvPr id="16" name="Rectangle 15">
            <a:extLst xmlns:a="http://schemas.openxmlformats.org/drawingml/2006/main">
              <a:ext uri="{FF2B5EF4-FFF2-40B4-BE49-F238E27FC236}">
                <a16:creationId xmlns:a16="http://schemas.microsoft.com/office/drawing/2014/main" id="{833440D9-D984-450F-BD91-5096351C43AE}"/>
              </a:ext>
            </a:extLst>
          </p:cNvPr>
          <p:cNvSpPr>
            <a:spLocks xmlns:a="http://schemas.openxmlformats.org/drawingml/2006/main" noGrp="1"/>
          </p:cNvSpPr>
          <p:nvPr/>
        </p:nvSpPr>
        <p:spPr>
          <a:xfrm xmlns:a="http://schemas.openxmlformats.org/drawingml/2006/main">
            <a:off x="8172450" y="2800350"/>
            <a:ext cx="29527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l">
              <a:lnSpc>
                <a:spcPct val="102000"/>
              </a:lnSpc>
              <a:buNone/>
              <a:defRPr sz="1350" b="1">
                <a:solidFill>
                  <a:srgbClr val="1A202C"/>
                </a:solidFill>
                <a:latin typeface="Aptos"/>
                <a:ea typeface="Aptos"/>
                <a:cs typeface="Aptos"/>
              </a:defRPr>
            </a:pPr>
            <a:r>
              <a:rPr sz="1350" b="1">
                <a:solidFill>
                  <a:srgbClr val="1A202C"/>
                </a:solidFill>
                <a:latin typeface="Aptos"/>
                <a:ea typeface="Aptos"/>
                <a:cs typeface="Aptos"/>
              </a:rPr>
              <a:t>Правила треба да буду мала и састављена тако да се конфликт може објаснити.</a:t>
            </a:r>
          </a:p>
        </p:txBody>
      </p:sp>
      <p:sp>
        <p:nvSpPr>
          <p:cNvPr id="17" name="Rectangle 16">
            <a:extLst xmlns:a="http://schemas.openxmlformats.org/drawingml/2006/main">
              <a:ext uri="{FF2B5EF4-FFF2-40B4-BE49-F238E27FC236}">
                <a16:creationId xmlns:a16="http://schemas.microsoft.com/office/drawing/2014/main" id="{2FBB4104-E6E2-4E2B-8A52-29E5521F2C0C}"/>
              </a:ext>
            </a:extLst>
          </p:cNvPr>
          <p:cNvSpPr>
            <a:spLocks xmlns:a="http://schemas.openxmlformats.org/drawingml/2006/main" noGrp="1"/>
          </p:cNvSpPr>
          <p:nvPr/>
        </p:nvSpPr>
        <p:spPr>
          <a:xfrm xmlns:a="http://schemas.openxmlformats.org/drawingml/2006/main">
            <a:off x="8172450" y="3648075"/>
            <a:ext cx="2952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6000"/>
              </a:lnSpc>
              <a:buNone/>
              <a:defRPr sz="1125" b="0">
                <a:solidFill>
                  <a:srgbClr val="657184"/>
                </a:solidFill>
                <a:latin typeface="Aptos"/>
                <a:ea typeface="Aptos"/>
                <a:cs typeface="Aptos"/>
              </a:defRPr>
            </a:pPr>
            <a:r>
              <a:rPr sz="1275" b="0">
                <a:solidFill>
                  <a:srgbClr val="657184"/>
                </a:solidFill>
                <a:latin typeface="Aptos"/>
                <a:ea typeface="Aptos"/>
                <a:cs typeface="Aptos"/>
              </a:rPr>
              <a:t>Питање: који доказ остаје после исхода?</a:t>
            </a:r>
          </a:p>
        </p:txBody>
      </p:sp>
      <p:sp>
        <p:nvSpPr>
          <p:cNvPr id="18" name="Rounded Rectangle 17">
            <a:extLst xmlns:a="http://schemas.openxmlformats.org/drawingml/2006/main">
              <a:ext uri="{FF2B5EF4-FFF2-40B4-BE49-F238E27FC236}">
                <a16:creationId xmlns:a16="http://schemas.microsoft.com/office/drawing/2014/main" id="{0D290BA0-86ED-4F33-B014-0135C108A930}"/>
              </a:ext>
            </a:extLst>
          </p:cNvPr>
          <p:cNvSpPr>
            <a:spLocks xmlns:a="http://schemas.openxmlformats.org/drawingml/2006/main" noGrp="1"/>
          </p:cNvSpPr>
          <p:nvPr/>
        </p:nvSpPr>
        <p:spPr>
          <a:xfrm xmlns:a="http://schemas.openxmlformats.org/drawingml/2006/main">
            <a:off x="1600200" y="4752975"/>
            <a:ext cx="8991600" cy="742950"/>
          </a:xfrm>
          <a:prstGeom xmlns:a="http://schemas.openxmlformats.org/drawingml/2006/main" prst="roundRect">
            <a:avLst>
              <a:gd name="adj" fmla="val 16667"/>
            </a:avLst>
          </a:prstGeom>
          <a:solidFill xmlns:a="http://schemas.openxmlformats.org/drawingml/2006/main">
            <a:srgbClr val="FFF6E9"/>
          </a:solidFill>
          <a:ln xmlns:a="http://schemas.openxmlformats.org/drawingml/2006/main" w="9525">
            <a:solidFill>
              <a:srgbClr val="D7DEE8"/>
            </a:solidFill>
            <a:prstDash val="solid"/>
          </a:ln>
        </p:spPr>
      </p:sp>
      <p:sp>
        <p:nvSpPr>
          <p:cNvPr id="19" name="Rounded Rectangle 18">
            <a:extLst xmlns:a="http://schemas.openxmlformats.org/drawingml/2006/main">
              <a:ext uri="{FF2B5EF4-FFF2-40B4-BE49-F238E27FC236}">
                <a16:creationId xmlns:a16="http://schemas.microsoft.com/office/drawing/2014/main" id="{1C16CECC-2308-408E-AC37-5095735976C2}"/>
              </a:ext>
            </a:extLst>
          </p:cNvPr>
          <p:cNvSpPr>
            <a:spLocks xmlns:a="http://schemas.openxmlformats.org/drawingml/2006/main" noGrp="1"/>
          </p:cNvSpPr>
          <p:nvPr/>
        </p:nvSpPr>
        <p:spPr>
          <a:xfrm xmlns:a="http://schemas.openxmlformats.org/drawingml/2006/main">
            <a:off x="1733550" y="4895850"/>
            <a:ext cx="57150" cy="457200"/>
          </a:xfrm>
          <a:prstGeom xmlns:a="http://schemas.openxmlformats.org/drawingml/2006/main" prst="roundRect">
            <a:avLst>
              <a:gd name="adj" fmla="val 50000"/>
            </a:avLst>
          </a:prstGeom>
          <a:solidFill xmlns:a="http://schemas.openxmlformats.org/drawingml/2006/main">
            <a:srgbClr val="7A2636"/>
          </a:solidFill>
          <a:ln xmlns:a="http://schemas.openxmlformats.org/drawingml/2006/main" w="0">
            <a:noFill/>
          </a:ln>
        </p:spPr>
      </p:sp>
      <p:sp>
        <p:nvSpPr>
          <p:cNvPr id="22" name="Rounded Rectangle 21">
            <a:extLst xmlns:a="http://schemas.openxmlformats.org/drawingml/2006/main">
              <a:ext uri="{FF2B5EF4-FFF2-40B4-BE49-F238E27FC236}">
                <a16:creationId xmlns:a16="http://schemas.microsoft.com/office/drawing/2014/main" id="{88245921-794E-46FC-818A-C1BE9FFDFF28}"/>
              </a:ext>
            </a:extLst>
          </p:cNvPr>
          <p:cNvSpPr>
            <a:spLocks xmlns:a="http://schemas.openxmlformats.org/drawingml/2006/main" noGrp="1"/>
          </p:cNvSpPr>
          <p:nvPr/>
        </p:nvSpPr>
        <p:spPr>
          <a:xfrm xmlns:a="http://schemas.openxmlformats.org/drawingml/2006/main">
            <a:off x="914400" y="4762500"/>
            <a:ext cx="10363200" cy="781050"/>
          </a:xfrm>
          <a:prstGeom xmlns:a="http://schemas.openxmlformats.org/drawingml/2006/main" prst="roundRect">
            <a:avLst>
              <a:gd name="adj" fmla="val 17073"/>
            </a:avLst>
          </a:prstGeom>
          <a:solidFill xmlns:a="http://schemas.openxmlformats.org/drawingml/2006/main">
            <a:srgbClr val="F7EFF1"/>
          </a:solidFill>
          <a:ln xmlns:a="http://schemas.openxmlformats.org/drawingml/2006/main" w="8573">
            <a:solidFill>
              <a:srgbClr val="DBC7CC"/>
            </a:solidFill>
            <a:prstDash val="solid"/>
          </a:ln>
        </p:spPr>
      </p:sp>
      <p:sp>
        <p:nvSpPr>
          <p:cNvPr id="23" name="Rounded Rectangle 22">
            <a:extLst xmlns:a="http://schemas.openxmlformats.org/drawingml/2006/main">
              <a:ext uri="{FF2B5EF4-FFF2-40B4-BE49-F238E27FC236}">
                <a16:creationId xmlns:a16="http://schemas.microsoft.com/office/drawing/2014/main" id="{E17377B5-F9D5-435D-914C-83FBC438035D}"/>
              </a:ext>
            </a:extLst>
          </p:cNvPr>
          <p:cNvSpPr>
            <a:spLocks xmlns:a="http://schemas.openxmlformats.org/drawingml/2006/main" noGrp="1"/>
          </p:cNvSpPr>
          <p:nvPr/>
        </p:nvSpPr>
        <p:spPr>
          <a:xfrm xmlns:a="http://schemas.openxmlformats.org/drawingml/2006/main">
            <a:off x="1085850" y="4914900"/>
            <a:ext cx="57150" cy="476250"/>
          </a:xfrm>
          <a:prstGeom xmlns:a="http://schemas.openxmlformats.org/drawingml/2006/main" prst="roundRect">
            <a:avLst>
              <a:gd name="adj" fmla="val 50000"/>
            </a:avLst>
          </a:prstGeom>
          <a:solidFill xmlns:a="http://schemas.openxmlformats.org/drawingml/2006/main">
            <a:srgbClr val="7A2636"/>
          </a:solidFill>
          <a:ln xmlns:a="http://schemas.openxmlformats.org/drawingml/2006/main" w="0">
            <a:noFill/>
          </a:ln>
        </p:spPr>
      </p:sp>
      <p:sp>
        <p:nvSpPr>
          <p:cNvPr id="24" name="Rectangle 23">
            <a:extLst xmlns:a="http://schemas.openxmlformats.org/drawingml/2006/main">
              <a:ext uri="{FF2B5EF4-FFF2-40B4-BE49-F238E27FC236}">
                <a16:creationId xmlns:a16="http://schemas.microsoft.com/office/drawing/2014/main" id="{CDA67F68-5F21-42E3-B728-9C9B8CE25342}"/>
              </a:ext>
            </a:extLst>
          </p:cNvPr>
          <p:cNvSpPr>
            <a:spLocks xmlns:a="http://schemas.openxmlformats.org/drawingml/2006/main" noGrp="1"/>
          </p:cNvSpPr>
          <p:nvPr/>
        </p:nvSpPr>
        <p:spPr>
          <a:xfrm xmlns:a="http://schemas.openxmlformats.org/drawingml/2006/main">
            <a:off x="1333500" y="4867275"/>
            <a:ext cx="96393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buNone/>
              <a:defRPr sz="1013" b="1">
                <a:solidFill>
                  <a:srgbClr val="2854D7"/>
                </a:solidFill>
                <a:latin typeface="Aptos"/>
                <a:ea typeface="Aptos"/>
                <a:cs typeface="Aptos"/>
              </a:defRPr>
            </a:pPr>
            <a:r>
              <a:rPr sz="1200" b="1">
                <a:solidFill>
                  <a:srgbClr val="7A2636"/>
                </a:solidFill>
                <a:latin typeface="Aptos"/>
                <a:ea typeface="Aptos"/>
                <a:cs typeface="Aptos"/>
              </a:rPr>
              <a:t>ПИТАЊЕ ЗА АНАЛИЗУ</a:t>
            </a:r>
          </a:p>
        </p:txBody>
      </p:sp>
      <p:sp>
        <p:nvSpPr>
          <p:cNvPr id="25" name="Rectangle 24">
            <a:extLst xmlns:a="http://schemas.openxmlformats.org/drawingml/2006/main">
              <a:ext uri="{FF2B5EF4-FFF2-40B4-BE49-F238E27FC236}">
                <a16:creationId xmlns:a16="http://schemas.microsoft.com/office/drawing/2014/main" id="{24377CC6-89A0-4E06-B1AA-AD8B6B189910}"/>
              </a:ext>
            </a:extLst>
          </p:cNvPr>
          <p:cNvSpPr>
            <a:spLocks xmlns:a="http://schemas.openxmlformats.org/drawingml/2006/main" noGrp="1"/>
          </p:cNvSpPr>
          <p:nvPr/>
        </p:nvSpPr>
        <p:spPr>
          <a:xfrm xmlns:a="http://schemas.openxmlformats.org/drawingml/2006/main">
            <a:off x="1333500" y="5095875"/>
            <a:ext cx="9639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buNone/>
              <a:defRPr sz="1388" b="1">
                <a:solidFill>
                  <a:srgbClr val="1B2432"/>
                </a:solidFill>
                <a:latin typeface="Aptos"/>
                <a:ea typeface="Aptos"/>
                <a:cs typeface="Aptos"/>
              </a:defRPr>
            </a:pPr>
            <a:r>
              <a:rPr sz="1388" b="1">
                <a:solidFill>
                  <a:srgbClr val="1B2432"/>
                </a:solidFill>
                <a:latin typeface="Aptos"/>
                <a:ea typeface="Aptos"/>
                <a:cs typeface="Aptos"/>
              </a:rPr>
              <a:t>Коју одлуку не бисте смели да заснивате само на улози и који додатни атрибут јој даје смисао?</a:t>
            </a:r>
          </a:p>
        </p:txBody>
      </p:sp>
    </p:spTree>
    <p:extLst>
      <p:ext uri="{BB962C8B-B14F-4D97-AF65-F5344CB8AC3E}">
        <p14:creationId xmlns:p14="http://schemas.microsoft.com/office/powerpoint/2010/main" val="2043291681"/>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1" name="Rectangle 20">
            <a:extLst xmlns:a="http://schemas.openxmlformats.org/drawingml/2006/main">
              <a:ext uri="{FF2B5EF4-FFF2-40B4-BE49-F238E27FC236}">
                <a16:creationId xmlns:a16="http://schemas.microsoft.com/office/drawing/2014/main" id="{7C8C95B7-EB89-42BE-8B32-19C9BBC72F5D}"/>
              </a:ext>
            </a:extLst>
          </p:cNvPr>
          <p:cNvSpPr>
            <a:spLocks xmlns:a="http://schemas.openxmlformats.org/drawingml/2006/main" noGrp="1"/>
          </p:cNvSpPr>
          <p:nvPr/>
        </p:nvSpPr>
        <p:spPr>
          <a:xfrm xmlns:a="http://schemas.openxmlformats.org/drawingml/2006/main">
            <a:off x="495300" y="238125"/>
            <a:ext cx="3429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825" b="0">
                <a:solidFill>
                  <a:srgbClr val="657184"/>
                </a:solidFill>
                <a:latin typeface="Aptos"/>
                <a:ea typeface="Aptos"/>
                <a:cs typeface="Aptos"/>
              </a:defRPr>
            </a:pPr>
            <a:r>
              <a:rPr sz="825" b="0">
                <a:solidFill>
                  <a:srgbClr val="5E6B7D"/>
                </a:solidFill>
                <a:latin typeface="Aptos"/>
                <a:ea typeface="Aptos"/>
                <a:cs typeface="Aptos"/>
              </a:rPr>
              <a:t>Основе информационе безбедности</a:t>
            </a:r>
          </a:p>
        </p:txBody>
      </p:sp>
      <p:sp>
        <p:nvSpPr>
          <p:cNvPr id="2" name="Straight Connector 1">
            <a:extLst xmlns:a="http://schemas.openxmlformats.org/drawingml/2006/main">
              <a:ext uri="{FF2B5EF4-FFF2-40B4-BE49-F238E27FC236}">
                <a16:creationId xmlns:a16="http://schemas.microsoft.com/office/drawing/2014/main" id="{58C8787E-A833-4F7C-A088-A7E4782449DB}"/>
              </a:ext>
            </a:extLst>
          </p:cNvPr>
          <p:cNvSpPr>
            <a:spLocks xmlns:a="http://schemas.openxmlformats.org/drawingml/2006/main" noGrp="1"/>
          </p:cNvSpPr>
          <p:nvPr/>
        </p:nvSpPr>
        <p:spPr>
          <a:xfrm xmlns:a="http://schemas.openxmlformats.org/drawingml/2006/main">
            <a:off x="495300" y="476250"/>
            <a:ext cx="11201400" cy="9525"/>
          </a:xfrm>
          <a:prstGeom xmlns:a="http://schemas.openxmlformats.org/drawingml/2006/main" prst="line">
            <a:avLst/>
          </a:prstGeom>
          <a:solidFill xmlns:a="http://schemas.openxmlformats.org/drawingml/2006/main">
            <a:srgbClr val="8D5560"/>
          </a:solidFill>
          <a:ln xmlns:a="http://schemas.openxmlformats.org/drawingml/2006/main" w="7144">
            <a:solidFill>
              <a:srgbClr val="8D5560"/>
            </a:solidFill>
            <a:prstDash val="solid"/>
          </a:ln>
        </p:spPr>
      </p:sp>
      <p:sp>
        <p:nvSpPr>
          <p:cNvPr id="3" name="Rectangle 2">
            <a:extLst xmlns:a="http://schemas.openxmlformats.org/drawingml/2006/main">
              <a:ext uri="{FF2B5EF4-FFF2-40B4-BE49-F238E27FC236}">
                <a16:creationId xmlns:a16="http://schemas.microsoft.com/office/drawing/2014/main" id="{1A389046-35B8-417C-AF7B-2520D9B06E38}"/>
              </a:ext>
            </a:extLst>
          </p:cNvPr>
          <p:cNvSpPr>
            <a:spLocks xmlns:a="http://schemas.openxmlformats.org/drawingml/2006/main" noGrp="1"/>
          </p:cNvSpPr>
          <p:nvPr/>
        </p:nvSpPr>
        <p:spPr>
          <a:xfrm xmlns:a="http://schemas.openxmlformats.org/drawingml/2006/main">
            <a:off x="11372850" y="6477000"/>
            <a:ext cx="3238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r">
              <a:lnSpc>
                <a:spcPct val="102000"/>
              </a:lnSpc>
              <a:buNone/>
              <a:defRPr sz="975" b="0">
                <a:solidFill>
                  <a:srgbClr val="1A202C"/>
                </a:solidFill>
                <a:latin typeface="Aptos"/>
                <a:ea typeface="Aptos"/>
                <a:cs typeface="Aptos"/>
              </a:defRPr>
            </a:pPr>
            <a:r>
              <a:rPr sz="975" b="0">
                <a:solidFill>
                  <a:srgbClr val="1A202C"/>
                </a:solidFill>
                <a:latin typeface="Aptos"/>
                <a:ea typeface="Aptos"/>
                <a:cs typeface="Aptos"/>
              </a:rPr>
              <a:t>6</a:t>
            </a:r>
          </a:p>
        </p:txBody>
      </p:sp>
      <p:sp>
        <p:nvSpPr>
          <p:cNvPr id="4" name="Rectangle 3">
            <a:extLst xmlns:a="http://schemas.openxmlformats.org/drawingml/2006/main">
              <a:ext uri="{FF2B5EF4-FFF2-40B4-BE49-F238E27FC236}">
                <a16:creationId xmlns:a16="http://schemas.microsoft.com/office/drawing/2014/main" id="{C56891D3-42C6-4AB6-A6C2-3402419448BE}"/>
              </a:ext>
            </a:extLst>
          </p:cNvPr>
          <p:cNvSpPr>
            <a:spLocks xmlns:a="http://schemas.openxmlformats.org/drawingml/2006/main" noGrp="1"/>
          </p:cNvSpPr>
          <p:nvPr/>
        </p:nvSpPr>
        <p:spPr>
          <a:xfrm xmlns:a="http://schemas.openxmlformats.org/drawingml/2006/main">
            <a:off x="685800" y="781050"/>
            <a:ext cx="108204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2000"/>
              </a:lnSpc>
              <a:buNone/>
              <a:defRPr sz="2550" b="1">
                <a:solidFill>
                  <a:srgbClr val="1A202C"/>
                </a:solidFill>
                <a:latin typeface="Aptos Display"/>
                <a:ea typeface="Aptos Display"/>
                <a:cs typeface="Aptos Display"/>
              </a:defRPr>
            </a:pPr>
            <a:r>
              <a:rPr sz="2550" b="1">
                <a:solidFill>
                  <a:srgbClr val="1A202C"/>
                </a:solidFill>
                <a:latin typeface="Aptos Display"/>
                <a:ea typeface="Aptos Display"/>
                <a:cs typeface="Aptos Display"/>
              </a:rPr>
              <a:t>Ризик</a:t>
            </a:r>
          </a:p>
        </p:txBody>
      </p:sp>
      <p:sp>
        <p:nvSpPr>
          <p:cNvPr id="5" name="Rectangle 4">
            <a:extLst xmlns:a="http://schemas.openxmlformats.org/drawingml/2006/main">
              <a:ext uri="{FF2B5EF4-FFF2-40B4-BE49-F238E27FC236}">
                <a16:creationId xmlns:a16="http://schemas.microsoft.com/office/drawing/2014/main" id="{3CB47F01-F969-4C95-8753-65B975136F46}"/>
              </a:ext>
            </a:extLst>
          </p:cNvPr>
          <p:cNvSpPr>
            <a:spLocks xmlns:a="http://schemas.openxmlformats.org/drawingml/2006/main" noGrp="1"/>
          </p:cNvSpPr>
          <p:nvPr/>
        </p:nvSpPr>
        <p:spPr>
          <a:xfrm xmlns:a="http://schemas.openxmlformats.org/drawingml/2006/main">
            <a:off x="685800" y="1428750"/>
            <a:ext cx="108204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2000"/>
              </a:lnSpc>
              <a:buNone/>
              <a:defRPr sz="1575" b="0">
                <a:solidFill>
                  <a:srgbClr val="657184"/>
                </a:solidFill>
                <a:latin typeface="Aptos"/>
                <a:ea typeface="Aptos"/>
                <a:cs typeface="Aptos"/>
              </a:defRPr>
            </a:pPr>
            <a:r>
              <a:rPr sz="1575" b="0">
                <a:solidFill>
                  <a:srgbClr val="657184"/>
                </a:solidFill>
                <a:latin typeface="Aptos"/>
                <a:ea typeface="Aptos"/>
                <a:cs typeface="Aptos"/>
              </a:rPr>
              <a:t>утицај и вероватноћа</a:t>
            </a:r>
          </a:p>
        </p:txBody>
      </p:sp>
      <p:sp>
        <p:nvSpPr>
          <p:cNvPr id="6" name="Rounded Rectangle 5">
            <a:extLst xmlns:a="http://schemas.openxmlformats.org/drawingml/2006/main">
              <a:ext uri="{FF2B5EF4-FFF2-40B4-BE49-F238E27FC236}">
                <a16:creationId xmlns:a16="http://schemas.microsoft.com/office/drawing/2014/main" id="{2BA4B342-9BE4-4B80-B586-B0763FBC388C}"/>
              </a:ext>
            </a:extLst>
          </p:cNvPr>
          <p:cNvSpPr>
            <a:spLocks xmlns:a="http://schemas.openxmlformats.org/drawingml/2006/main" noGrp="1"/>
          </p:cNvSpPr>
          <p:nvPr/>
        </p:nvSpPr>
        <p:spPr>
          <a:xfrm xmlns:a="http://schemas.openxmlformats.org/drawingml/2006/main">
            <a:off x="895350" y="2428875"/>
            <a:ext cx="3257550" cy="1952625"/>
          </a:xfrm>
          <a:prstGeom xmlns:a="http://schemas.openxmlformats.org/drawingml/2006/main" prst="roundRect">
            <a:avLst>
              <a:gd name="adj" fmla="val 6829"/>
            </a:avLst>
          </a:prstGeom>
          <a:solidFill xmlns:a="http://schemas.openxmlformats.org/drawingml/2006/main">
            <a:srgbClr val="F4F6F9"/>
          </a:solidFill>
          <a:ln xmlns:a="http://schemas.openxmlformats.org/drawingml/2006/main" w="9525">
            <a:solidFill>
              <a:srgbClr val="D7DEE8"/>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7" name="Rectangle 6">
            <a:extLst xmlns:a="http://schemas.openxmlformats.org/drawingml/2006/main">
              <a:ext uri="{FF2B5EF4-FFF2-40B4-BE49-F238E27FC236}">
                <a16:creationId xmlns:a16="http://schemas.microsoft.com/office/drawing/2014/main" id="{006C8292-3876-4485-BB75-01CCE4AA7690}"/>
              </a:ext>
            </a:extLst>
          </p:cNvPr>
          <p:cNvSpPr>
            <a:spLocks xmlns:a="http://schemas.openxmlformats.org/drawingml/2006/main" noGrp="1"/>
          </p:cNvSpPr>
          <p:nvPr/>
        </p:nvSpPr>
        <p:spPr>
          <a:xfrm xmlns:a="http://schemas.openxmlformats.org/drawingml/2006/main">
            <a:off x="1047750" y="2552700"/>
            <a:ext cx="2952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2000"/>
              </a:lnSpc>
              <a:buNone/>
              <a:defRPr sz="975" b="1">
                <a:solidFill>
                  <a:srgbClr val="748092"/>
                </a:solidFill>
                <a:latin typeface="Aptos"/>
                <a:ea typeface="Aptos"/>
                <a:cs typeface="Aptos"/>
              </a:defRPr>
            </a:pPr>
            <a:r>
              <a:rPr sz="1200" b="1">
                <a:solidFill>
                  <a:srgbClr val="748092"/>
                </a:solidFill>
                <a:latin typeface="Aptos"/>
                <a:ea typeface="Aptos"/>
                <a:cs typeface="Aptos"/>
              </a:rPr>
              <a:t>01</a:t>
            </a:r>
          </a:p>
        </p:txBody>
      </p:sp>
      <p:sp>
        <p:nvSpPr>
          <p:cNvPr id="8" name="Rectangle 7">
            <a:extLst xmlns:a="http://schemas.openxmlformats.org/drawingml/2006/main">
              <a:ext uri="{FF2B5EF4-FFF2-40B4-BE49-F238E27FC236}">
                <a16:creationId xmlns:a16="http://schemas.microsoft.com/office/drawing/2014/main" id="{A4A97072-0CC1-4B09-8F7C-0A9AEAB965DB}"/>
              </a:ext>
            </a:extLst>
          </p:cNvPr>
          <p:cNvSpPr>
            <a:spLocks xmlns:a="http://schemas.openxmlformats.org/drawingml/2006/main" noGrp="1"/>
          </p:cNvSpPr>
          <p:nvPr/>
        </p:nvSpPr>
        <p:spPr>
          <a:xfrm xmlns:a="http://schemas.openxmlformats.org/drawingml/2006/main">
            <a:off x="1047750" y="2800350"/>
            <a:ext cx="29527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l">
              <a:lnSpc>
                <a:spcPct val="102000"/>
              </a:lnSpc>
              <a:buNone/>
              <a:defRPr sz="1350" b="1">
                <a:solidFill>
                  <a:srgbClr val="1A202C"/>
                </a:solidFill>
                <a:latin typeface="Aptos"/>
                <a:ea typeface="Aptos"/>
                <a:cs typeface="Aptos"/>
              </a:defRPr>
            </a:pPr>
            <a:r>
              <a:rPr sz="1350" b="1">
                <a:solidFill>
                  <a:srgbClr val="1A202C"/>
                </a:solidFill>
                <a:latin typeface="Aptos"/>
                <a:ea typeface="Aptos"/>
                <a:cs typeface="Aptos"/>
              </a:rPr>
              <a:t>Ризик укључује имовину, претњу, контролу и преосталу изложеност.</a:t>
            </a:r>
          </a:p>
        </p:txBody>
      </p:sp>
      <p:sp>
        <p:nvSpPr>
          <p:cNvPr id="9" name="Rectangle 8">
            <a:extLst xmlns:a="http://schemas.openxmlformats.org/drawingml/2006/main">
              <a:ext uri="{FF2B5EF4-FFF2-40B4-BE49-F238E27FC236}">
                <a16:creationId xmlns:a16="http://schemas.microsoft.com/office/drawing/2014/main" id="{F0F137F6-7D92-4159-95E0-CF7E6663A5D1}"/>
              </a:ext>
            </a:extLst>
          </p:cNvPr>
          <p:cNvSpPr>
            <a:spLocks xmlns:a="http://schemas.openxmlformats.org/drawingml/2006/main" noGrp="1"/>
          </p:cNvSpPr>
          <p:nvPr/>
        </p:nvSpPr>
        <p:spPr>
          <a:xfrm xmlns:a="http://schemas.openxmlformats.org/drawingml/2006/main">
            <a:off x="1047750" y="3648075"/>
            <a:ext cx="2952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6000"/>
              </a:lnSpc>
              <a:buNone/>
              <a:defRPr sz="1125" b="0">
                <a:solidFill>
                  <a:srgbClr val="657184"/>
                </a:solidFill>
                <a:latin typeface="Aptos"/>
                <a:ea typeface="Aptos"/>
                <a:cs typeface="Aptos"/>
              </a:defRPr>
            </a:pPr>
            <a:r>
              <a:rPr sz="1275" b="0">
                <a:solidFill>
                  <a:srgbClr val="657184"/>
                </a:solidFill>
                <a:latin typeface="Aptos"/>
                <a:ea typeface="Aptos"/>
                <a:cs typeface="Aptos"/>
              </a:rPr>
              <a:t>Питање: који улаз покреће ову одлуку?</a:t>
            </a:r>
          </a:p>
        </p:txBody>
      </p:sp>
      <p:sp>
        <p:nvSpPr>
          <p:cNvPr id="10" name="Rounded Rectangle 9">
            <a:extLst xmlns:a="http://schemas.openxmlformats.org/drawingml/2006/main">
              <a:ext uri="{FF2B5EF4-FFF2-40B4-BE49-F238E27FC236}">
                <a16:creationId xmlns:a16="http://schemas.microsoft.com/office/drawing/2014/main" id="{C7238E5C-B039-4BF4-B3BC-2A58CBF7B4FC}"/>
              </a:ext>
            </a:extLst>
          </p:cNvPr>
          <p:cNvSpPr>
            <a:spLocks xmlns:a="http://schemas.openxmlformats.org/drawingml/2006/main" noGrp="1"/>
          </p:cNvSpPr>
          <p:nvPr/>
        </p:nvSpPr>
        <p:spPr>
          <a:xfrm xmlns:a="http://schemas.openxmlformats.org/drawingml/2006/main">
            <a:off x="4457700" y="2428875"/>
            <a:ext cx="3257550" cy="1952625"/>
          </a:xfrm>
          <a:prstGeom xmlns:a="http://schemas.openxmlformats.org/drawingml/2006/main" prst="roundRect">
            <a:avLst>
              <a:gd name="adj" fmla="val 6829"/>
            </a:avLst>
          </a:prstGeom>
          <a:solidFill xmlns:a="http://schemas.openxmlformats.org/drawingml/2006/main">
            <a:srgbClr val="F7EFF1"/>
          </a:solidFill>
          <a:ln xmlns:a="http://schemas.openxmlformats.org/drawingml/2006/main" w="9525">
            <a:solidFill>
              <a:srgbClr val="D7DEE8"/>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1" name="Rectangle 10">
            <a:extLst xmlns:a="http://schemas.openxmlformats.org/drawingml/2006/main">
              <a:ext uri="{FF2B5EF4-FFF2-40B4-BE49-F238E27FC236}">
                <a16:creationId xmlns:a16="http://schemas.microsoft.com/office/drawing/2014/main" id="{72FB6837-0E43-4DCF-A4A3-986A9CDC0DF9}"/>
              </a:ext>
            </a:extLst>
          </p:cNvPr>
          <p:cNvSpPr>
            <a:spLocks xmlns:a="http://schemas.openxmlformats.org/drawingml/2006/main" noGrp="1"/>
          </p:cNvSpPr>
          <p:nvPr/>
        </p:nvSpPr>
        <p:spPr>
          <a:xfrm xmlns:a="http://schemas.openxmlformats.org/drawingml/2006/main">
            <a:off x="4610100" y="2552700"/>
            <a:ext cx="2952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975" b="1">
                <a:solidFill>
                  <a:srgbClr val="2F5EF5"/>
                </a:solidFill>
                <a:latin typeface="Aptos"/>
                <a:ea typeface="Aptos"/>
                <a:cs typeface="Aptos"/>
              </a:defRPr>
            </a:pPr>
            <a:r>
              <a:rPr sz="1200" b="1">
                <a:solidFill>
                  <a:srgbClr val="7A2636"/>
                </a:solidFill>
                <a:latin typeface="Aptos"/>
                <a:ea typeface="Aptos"/>
                <a:cs typeface="Aptos"/>
              </a:rPr>
              <a:t>02</a:t>
            </a:r>
          </a:p>
        </p:txBody>
      </p:sp>
      <p:sp>
        <p:nvSpPr>
          <p:cNvPr id="12" name="Rectangle 11">
            <a:extLst xmlns:a="http://schemas.openxmlformats.org/drawingml/2006/main">
              <a:ext uri="{FF2B5EF4-FFF2-40B4-BE49-F238E27FC236}">
                <a16:creationId xmlns:a16="http://schemas.microsoft.com/office/drawing/2014/main" id="{19D5D787-4998-4DE1-8FF3-D528E32EF75E}"/>
              </a:ext>
            </a:extLst>
          </p:cNvPr>
          <p:cNvSpPr>
            <a:spLocks xmlns:a="http://schemas.openxmlformats.org/drawingml/2006/main" noGrp="1"/>
          </p:cNvSpPr>
          <p:nvPr/>
        </p:nvSpPr>
        <p:spPr>
          <a:xfrm xmlns:a="http://schemas.openxmlformats.org/drawingml/2006/main">
            <a:off x="4610100" y="2800350"/>
            <a:ext cx="29527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93046"/>
          </a:bodyPr>
          <a:lstStyle xmlns:a="http://schemas.openxmlformats.org/drawingml/2006/main"/>
          <a:p xmlns:a="http://schemas.openxmlformats.org/drawingml/2006/main">
            <a:pPr algn="l">
              <a:lnSpc>
                <a:spcPct val="102000"/>
              </a:lnSpc>
              <a:buNone/>
              <a:defRPr sz="1350" b="1">
                <a:solidFill>
                  <a:srgbClr val="1A202C"/>
                </a:solidFill>
                <a:latin typeface="Aptos"/>
                <a:ea typeface="Aptos"/>
                <a:cs typeface="Aptos"/>
              </a:defRPr>
            </a:pPr>
            <a:r>
              <a:rPr sz="1350" b="1">
                <a:solidFill>
                  <a:srgbClr val="1A202C"/>
                </a:solidFill>
                <a:latin typeface="Aptos"/>
                <a:ea typeface="Aptos"/>
                <a:cs typeface="Aptos"/>
              </a:rPr>
              <a:t>Преглед приступа враћа тим на питање да ли право и даље има пословни разлог, чак и када је некада било правилно додељено.</a:t>
            </a:r>
          </a:p>
        </p:txBody>
      </p:sp>
      <p:sp>
        <p:nvSpPr>
          <p:cNvPr id="13" name="Rectangle 12">
            <a:extLst xmlns:a="http://schemas.openxmlformats.org/drawingml/2006/main">
              <a:ext uri="{FF2B5EF4-FFF2-40B4-BE49-F238E27FC236}">
                <a16:creationId xmlns:a16="http://schemas.microsoft.com/office/drawing/2014/main" id="{3B3A44BF-6EE6-4082-A75E-D24CD19E8C11}"/>
              </a:ext>
            </a:extLst>
          </p:cNvPr>
          <p:cNvSpPr>
            <a:spLocks xmlns:a="http://schemas.openxmlformats.org/drawingml/2006/main" noGrp="1"/>
          </p:cNvSpPr>
          <p:nvPr/>
        </p:nvSpPr>
        <p:spPr>
          <a:xfrm xmlns:a="http://schemas.openxmlformats.org/drawingml/2006/main">
            <a:off x="4610100" y="3648075"/>
            <a:ext cx="2952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6000"/>
              </a:lnSpc>
              <a:buNone/>
              <a:defRPr sz="1125" b="0">
                <a:solidFill>
                  <a:srgbClr val="657184"/>
                </a:solidFill>
                <a:latin typeface="Aptos"/>
                <a:ea typeface="Aptos"/>
                <a:cs typeface="Aptos"/>
              </a:defRPr>
            </a:pPr>
            <a:r>
              <a:rPr sz="1275" b="0">
                <a:solidFill>
                  <a:srgbClr val="657184"/>
                </a:solidFill>
                <a:latin typeface="Aptos"/>
                <a:ea typeface="Aptos"/>
                <a:cs typeface="Aptos"/>
              </a:rPr>
              <a:t>Питање: која граница мора бити видљива?</a:t>
            </a:r>
          </a:p>
        </p:txBody>
      </p:sp>
      <p:sp>
        <p:nvSpPr>
          <p:cNvPr id="14" name="Rounded Rectangle 13">
            <a:extLst xmlns:a="http://schemas.openxmlformats.org/drawingml/2006/main">
              <a:ext uri="{FF2B5EF4-FFF2-40B4-BE49-F238E27FC236}">
                <a16:creationId xmlns:a16="http://schemas.microsoft.com/office/drawing/2014/main" id="{DEC794AA-0873-4848-ABF8-D4404E51B9A4}"/>
              </a:ext>
            </a:extLst>
          </p:cNvPr>
          <p:cNvSpPr>
            <a:spLocks xmlns:a="http://schemas.openxmlformats.org/drawingml/2006/main" noGrp="1"/>
          </p:cNvSpPr>
          <p:nvPr/>
        </p:nvSpPr>
        <p:spPr>
          <a:xfrm xmlns:a="http://schemas.openxmlformats.org/drawingml/2006/main">
            <a:off x="8020050" y="2428875"/>
            <a:ext cx="3257550" cy="1952625"/>
          </a:xfrm>
          <a:prstGeom xmlns:a="http://schemas.openxmlformats.org/drawingml/2006/main" prst="roundRect">
            <a:avLst>
              <a:gd name="adj" fmla="val 6829"/>
            </a:avLst>
          </a:prstGeom>
          <a:solidFill xmlns:a="http://schemas.openxmlformats.org/drawingml/2006/main">
            <a:srgbClr val="EDF8F2"/>
          </a:solidFill>
          <a:ln xmlns:a="http://schemas.openxmlformats.org/drawingml/2006/main" w="9525">
            <a:solidFill>
              <a:srgbClr val="D7DEE8"/>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5" name="Rectangle 14">
            <a:extLst xmlns:a="http://schemas.openxmlformats.org/drawingml/2006/main">
              <a:ext uri="{FF2B5EF4-FFF2-40B4-BE49-F238E27FC236}">
                <a16:creationId xmlns:a16="http://schemas.microsoft.com/office/drawing/2014/main" id="{06E813E9-FB12-4683-BAF3-87A13B9F6403}"/>
              </a:ext>
            </a:extLst>
          </p:cNvPr>
          <p:cNvSpPr>
            <a:spLocks xmlns:a="http://schemas.openxmlformats.org/drawingml/2006/main" noGrp="1"/>
          </p:cNvSpPr>
          <p:nvPr/>
        </p:nvSpPr>
        <p:spPr>
          <a:xfrm xmlns:a="http://schemas.openxmlformats.org/drawingml/2006/main">
            <a:off x="8172450" y="2552700"/>
            <a:ext cx="2952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2000"/>
              </a:lnSpc>
              <a:buNone/>
              <a:defRPr sz="975" b="1">
                <a:solidFill>
                  <a:srgbClr val="138A5B"/>
                </a:solidFill>
                <a:latin typeface="Aptos"/>
                <a:ea typeface="Aptos"/>
                <a:cs typeface="Aptos"/>
              </a:defRPr>
            </a:pPr>
            <a:r>
              <a:rPr sz="1200" b="1">
                <a:solidFill>
                  <a:srgbClr val="138A5B"/>
                </a:solidFill>
                <a:latin typeface="Aptos"/>
                <a:ea typeface="Aptos"/>
                <a:cs typeface="Aptos"/>
              </a:rPr>
              <a:t>03</a:t>
            </a:r>
          </a:p>
        </p:txBody>
      </p:sp>
      <p:sp>
        <p:nvSpPr>
          <p:cNvPr id="16" name="Rectangle 15">
            <a:extLst xmlns:a="http://schemas.openxmlformats.org/drawingml/2006/main">
              <a:ext uri="{FF2B5EF4-FFF2-40B4-BE49-F238E27FC236}">
                <a16:creationId xmlns:a16="http://schemas.microsoft.com/office/drawing/2014/main" id="{C4D84F66-FB17-4780-8D51-80C580C0A8F7}"/>
              </a:ext>
            </a:extLst>
          </p:cNvPr>
          <p:cNvSpPr>
            <a:spLocks xmlns:a="http://schemas.openxmlformats.org/drawingml/2006/main" noGrp="1"/>
          </p:cNvSpPr>
          <p:nvPr/>
        </p:nvSpPr>
        <p:spPr>
          <a:xfrm xmlns:a="http://schemas.openxmlformats.org/drawingml/2006/main">
            <a:off x="8172450" y="2800350"/>
            <a:ext cx="29527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93046"/>
          </a:bodyPr>
          <a:lstStyle xmlns:a="http://schemas.openxmlformats.org/drawingml/2006/main"/>
          <a:p xmlns:a="http://schemas.openxmlformats.org/drawingml/2006/main">
            <a:pPr algn="l">
              <a:lnSpc>
                <a:spcPct val="102000"/>
              </a:lnSpc>
              <a:buNone/>
              <a:defRPr sz="1350" b="1">
                <a:solidFill>
                  <a:srgbClr val="1A202C"/>
                </a:solidFill>
                <a:latin typeface="Aptos"/>
                <a:ea typeface="Aptos"/>
                <a:cs typeface="Aptos"/>
              </a:defRPr>
            </a:pPr>
            <a:r>
              <a:rPr sz="1350" b="1">
                <a:solidFill>
                  <a:srgbClr val="1A202C"/>
                </a:solidFill>
                <a:latin typeface="Aptos"/>
                <a:ea typeface="Aptos"/>
                <a:cs typeface="Aptos"/>
              </a:rPr>
              <a:t>Контекст одлуке се бележи довољно да каснији преглед разуме резултат без чувања осетљивих детаља.</a:t>
            </a:r>
          </a:p>
        </p:txBody>
      </p:sp>
      <p:sp>
        <p:nvSpPr>
          <p:cNvPr id="17" name="Rectangle 16">
            <a:extLst xmlns:a="http://schemas.openxmlformats.org/drawingml/2006/main">
              <a:ext uri="{FF2B5EF4-FFF2-40B4-BE49-F238E27FC236}">
                <a16:creationId xmlns:a16="http://schemas.microsoft.com/office/drawing/2014/main" id="{2B3F83DC-D71F-4C90-95E8-E198237A9FE8}"/>
              </a:ext>
            </a:extLst>
          </p:cNvPr>
          <p:cNvSpPr>
            <a:spLocks xmlns:a="http://schemas.openxmlformats.org/drawingml/2006/main" noGrp="1"/>
          </p:cNvSpPr>
          <p:nvPr/>
        </p:nvSpPr>
        <p:spPr>
          <a:xfrm xmlns:a="http://schemas.openxmlformats.org/drawingml/2006/main">
            <a:off x="8172450" y="3648075"/>
            <a:ext cx="2952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6000"/>
              </a:lnSpc>
              <a:buNone/>
              <a:defRPr sz="1125" b="0">
                <a:solidFill>
                  <a:srgbClr val="657184"/>
                </a:solidFill>
                <a:latin typeface="Aptos"/>
                <a:ea typeface="Aptos"/>
                <a:cs typeface="Aptos"/>
              </a:defRPr>
            </a:pPr>
            <a:r>
              <a:rPr sz="1275" b="0">
                <a:solidFill>
                  <a:srgbClr val="657184"/>
                </a:solidFill>
                <a:latin typeface="Aptos"/>
                <a:ea typeface="Aptos"/>
                <a:cs typeface="Aptos"/>
              </a:rPr>
              <a:t>Питање: који доказ остаје после исхода?</a:t>
            </a:r>
          </a:p>
        </p:txBody>
      </p:sp>
      <p:sp>
        <p:nvSpPr>
          <p:cNvPr id="18" name="Rounded Rectangle 17">
            <a:extLst xmlns:a="http://schemas.openxmlformats.org/drawingml/2006/main">
              <a:ext uri="{FF2B5EF4-FFF2-40B4-BE49-F238E27FC236}">
                <a16:creationId xmlns:a16="http://schemas.microsoft.com/office/drawing/2014/main" id="{0BB7B633-7AF2-4E4B-8E2C-91A8DE6F1A28}"/>
              </a:ext>
            </a:extLst>
          </p:cNvPr>
          <p:cNvSpPr>
            <a:spLocks xmlns:a="http://schemas.openxmlformats.org/drawingml/2006/main" noGrp="1"/>
          </p:cNvSpPr>
          <p:nvPr/>
        </p:nvSpPr>
        <p:spPr>
          <a:xfrm xmlns:a="http://schemas.openxmlformats.org/drawingml/2006/main">
            <a:off x="1600200" y="4752975"/>
            <a:ext cx="8991600" cy="742950"/>
          </a:xfrm>
          <a:prstGeom xmlns:a="http://schemas.openxmlformats.org/drawingml/2006/main" prst="roundRect">
            <a:avLst>
              <a:gd name="adj" fmla="val 16667"/>
            </a:avLst>
          </a:prstGeom>
          <a:solidFill xmlns:a="http://schemas.openxmlformats.org/drawingml/2006/main">
            <a:srgbClr val="FFF6E9"/>
          </a:solidFill>
          <a:ln xmlns:a="http://schemas.openxmlformats.org/drawingml/2006/main" w="9525">
            <a:solidFill>
              <a:srgbClr val="D7DEE8"/>
            </a:solidFill>
            <a:prstDash val="solid"/>
          </a:ln>
        </p:spPr>
      </p:sp>
      <p:sp>
        <p:nvSpPr>
          <p:cNvPr id="19" name="Rounded Rectangle 18">
            <a:extLst xmlns:a="http://schemas.openxmlformats.org/drawingml/2006/main">
              <a:ext uri="{FF2B5EF4-FFF2-40B4-BE49-F238E27FC236}">
                <a16:creationId xmlns:a16="http://schemas.microsoft.com/office/drawing/2014/main" id="{8F757930-65A5-4FE0-AA45-D3573AD5FCEE}"/>
              </a:ext>
            </a:extLst>
          </p:cNvPr>
          <p:cNvSpPr>
            <a:spLocks xmlns:a="http://schemas.openxmlformats.org/drawingml/2006/main" noGrp="1"/>
          </p:cNvSpPr>
          <p:nvPr/>
        </p:nvSpPr>
        <p:spPr>
          <a:xfrm xmlns:a="http://schemas.openxmlformats.org/drawingml/2006/main">
            <a:off x="1733550" y="4895850"/>
            <a:ext cx="57150" cy="457200"/>
          </a:xfrm>
          <a:prstGeom xmlns:a="http://schemas.openxmlformats.org/drawingml/2006/main" prst="roundRect">
            <a:avLst>
              <a:gd name="adj" fmla="val 50000"/>
            </a:avLst>
          </a:prstGeom>
          <a:solidFill xmlns:a="http://schemas.openxmlformats.org/drawingml/2006/main">
            <a:srgbClr val="7A2636"/>
          </a:solidFill>
          <a:ln xmlns:a="http://schemas.openxmlformats.org/drawingml/2006/main" w="0">
            <a:noFill/>
          </a:ln>
        </p:spPr>
      </p:sp>
      <p:sp>
        <p:nvSpPr>
          <p:cNvPr id="22" name="Rounded Rectangle 21">
            <a:extLst xmlns:a="http://schemas.openxmlformats.org/drawingml/2006/main">
              <a:ext uri="{FF2B5EF4-FFF2-40B4-BE49-F238E27FC236}">
                <a16:creationId xmlns:a16="http://schemas.microsoft.com/office/drawing/2014/main" id="{D373F5E2-8B63-4EA0-81B9-B9B34807BA7C}"/>
              </a:ext>
            </a:extLst>
          </p:cNvPr>
          <p:cNvSpPr>
            <a:spLocks xmlns:a="http://schemas.openxmlformats.org/drawingml/2006/main" noGrp="1"/>
          </p:cNvSpPr>
          <p:nvPr/>
        </p:nvSpPr>
        <p:spPr>
          <a:xfrm xmlns:a="http://schemas.openxmlformats.org/drawingml/2006/main">
            <a:off x="914400" y="4762500"/>
            <a:ext cx="10363200" cy="781050"/>
          </a:xfrm>
          <a:prstGeom xmlns:a="http://schemas.openxmlformats.org/drawingml/2006/main" prst="roundRect">
            <a:avLst>
              <a:gd name="adj" fmla="val 17073"/>
            </a:avLst>
          </a:prstGeom>
          <a:solidFill xmlns:a="http://schemas.openxmlformats.org/drawingml/2006/main">
            <a:srgbClr val="F7EFF1"/>
          </a:solidFill>
          <a:ln xmlns:a="http://schemas.openxmlformats.org/drawingml/2006/main" w="8573">
            <a:solidFill>
              <a:srgbClr val="DBC7CC"/>
            </a:solidFill>
            <a:prstDash val="solid"/>
          </a:ln>
        </p:spPr>
      </p:sp>
      <p:sp>
        <p:nvSpPr>
          <p:cNvPr id="23" name="Rounded Rectangle 22">
            <a:extLst xmlns:a="http://schemas.openxmlformats.org/drawingml/2006/main">
              <a:ext uri="{FF2B5EF4-FFF2-40B4-BE49-F238E27FC236}">
                <a16:creationId xmlns:a16="http://schemas.microsoft.com/office/drawing/2014/main" id="{C3101C13-E919-4A8E-9B65-535575EEB646}"/>
              </a:ext>
            </a:extLst>
          </p:cNvPr>
          <p:cNvSpPr>
            <a:spLocks xmlns:a="http://schemas.openxmlformats.org/drawingml/2006/main" noGrp="1"/>
          </p:cNvSpPr>
          <p:nvPr/>
        </p:nvSpPr>
        <p:spPr>
          <a:xfrm xmlns:a="http://schemas.openxmlformats.org/drawingml/2006/main">
            <a:off x="1085850" y="4914900"/>
            <a:ext cx="57150" cy="476250"/>
          </a:xfrm>
          <a:prstGeom xmlns:a="http://schemas.openxmlformats.org/drawingml/2006/main" prst="roundRect">
            <a:avLst>
              <a:gd name="adj" fmla="val 50000"/>
            </a:avLst>
          </a:prstGeom>
          <a:solidFill xmlns:a="http://schemas.openxmlformats.org/drawingml/2006/main">
            <a:srgbClr val="7A2636"/>
          </a:solidFill>
          <a:ln xmlns:a="http://schemas.openxmlformats.org/drawingml/2006/main" w="0">
            <a:noFill/>
          </a:ln>
        </p:spPr>
      </p:sp>
      <p:sp>
        <p:nvSpPr>
          <p:cNvPr id="24" name="Rectangle 23">
            <a:extLst xmlns:a="http://schemas.openxmlformats.org/drawingml/2006/main">
              <a:ext uri="{FF2B5EF4-FFF2-40B4-BE49-F238E27FC236}">
                <a16:creationId xmlns:a16="http://schemas.microsoft.com/office/drawing/2014/main" id="{52BB2DA9-5E21-4045-9CFF-6B8BCFA016FA}"/>
              </a:ext>
            </a:extLst>
          </p:cNvPr>
          <p:cNvSpPr>
            <a:spLocks xmlns:a="http://schemas.openxmlformats.org/drawingml/2006/main" noGrp="1"/>
          </p:cNvSpPr>
          <p:nvPr/>
        </p:nvSpPr>
        <p:spPr>
          <a:xfrm xmlns:a="http://schemas.openxmlformats.org/drawingml/2006/main">
            <a:off x="1333500" y="4867275"/>
            <a:ext cx="96393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buNone/>
              <a:defRPr sz="1013" b="1">
                <a:solidFill>
                  <a:srgbClr val="2854D7"/>
                </a:solidFill>
                <a:latin typeface="Aptos"/>
                <a:ea typeface="Aptos"/>
                <a:cs typeface="Aptos"/>
              </a:defRPr>
            </a:pPr>
            <a:r>
              <a:rPr sz="1200" b="1">
                <a:solidFill>
                  <a:srgbClr val="7A2636"/>
                </a:solidFill>
                <a:latin typeface="Aptos"/>
                <a:ea typeface="Aptos"/>
                <a:cs typeface="Aptos"/>
              </a:rPr>
              <a:t>ПИТАЊЕ ЗА АНАЛИЗУ</a:t>
            </a:r>
          </a:p>
        </p:txBody>
      </p:sp>
      <p:sp>
        <p:nvSpPr>
          <p:cNvPr id="25" name="Rectangle 24">
            <a:extLst xmlns:a="http://schemas.openxmlformats.org/drawingml/2006/main">
              <a:ext uri="{FF2B5EF4-FFF2-40B4-BE49-F238E27FC236}">
                <a16:creationId xmlns:a16="http://schemas.microsoft.com/office/drawing/2014/main" id="{70B931A5-F627-49D8-84F6-165AD9A9FDC4}"/>
              </a:ext>
            </a:extLst>
          </p:cNvPr>
          <p:cNvSpPr>
            <a:spLocks xmlns:a="http://schemas.openxmlformats.org/drawingml/2006/main" noGrp="1"/>
          </p:cNvSpPr>
          <p:nvPr/>
        </p:nvSpPr>
        <p:spPr>
          <a:xfrm xmlns:a="http://schemas.openxmlformats.org/drawingml/2006/main">
            <a:off x="1333500" y="5095875"/>
            <a:ext cx="9639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buNone/>
              <a:defRPr sz="1388" b="1">
                <a:solidFill>
                  <a:srgbClr val="1B2432"/>
                </a:solidFill>
                <a:latin typeface="Aptos"/>
                <a:ea typeface="Aptos"/>
                <a:cs typeface="Aptos"/>
              </a:defRPr>
            </a:pPr>
            <a:r>
              <a:rPr sz="1388" b="1">
                <a:solidFill>
                  <a:srgbClr val="1B2432"/>
                </a:solidFill>
                <a:latin typeface="Aptos"/>
                <a:ea typeface="Aptos"/>
                <a:cs typeface="Aptos"/>
              </a:rPr>
              <a:t>Коју одлуку не бисте смели да заснивате само на улози и који додатни атрибут јој даје смисао?</a:t>
            </a:r>
          </a:p>
        </p:txBody>
      </p:sp>
    </p:spTree>
    <p:extLst>
      <p:ext uri="{BB962C8B-B14F-4D97-AF65-F5344CB8AC3E}">
        <p14:creationId xmlns:p14="http://schemas.microsoft.com/office/powerpoint/2010/main" val="917801324"/>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1" name="Rectangle 20">
            <a:extLst xmlns:a="http://schemas.openxmlformats.org/drawingml/2006/main">
              <a:ext uri="{FF2B5EF4-FFF2-40B4-BE49-F238E27FC236}">
                <a16:creationId xmlns:a16="http://schemas.microsoft.com/office/drawing/2014/main" id="{C0EC0895-CFE8-4CFF-B67D-8DD82B2025E2}"/>
              </a:ext>
            </a:extLst>
          </p:cNvPr>
          <p:cNvSpPr>
            <a:spLocks xmlns:a="http://schemas.openxmlformats.org/drawingml/2006/main" noGrp="1"/>
          </p:cNvSpPr>
          <p:nvPr/>
        </p:nvSpPr>
        <p:spPr>
          <a:xfrm xmlns:a="http://schemas.openxmlformats.org/drawingml/2006/main">
            <a:off x="495300" y="238125"/>
            <a:ext cx="3429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825" b="0">
                <a:solidFill>
                  <a:srgbClr val="657184"/>
                </a:solidFill>
                <a:latin typeface="Aptos"/>
                <a:ea typeface="Aptos"/>
                <a:cs typeface="Aptos"/>
              </a:defRPr>
            </a:pPr>
            <a:r>
              <a:rPr sz="825" b="0">
                <a:solidFill>
                  <a:srgbClr val="5E6B7D"/>
                </a:solidFill>
                <a:latin typeface="Aptos"/>
                <a:ea typeface="Aptos"/>
                <a:cs typeface="Aptos"/>
              </a:rPr>
              <a:t>Основе информационе безбедности</a:t>
            </a:r>
          </a:p>
        </p:txBody>
      </p:sp>
      <p:sp>
        <p:nvSpPr>
          <p:cNvPr id="2" name="Straight Connector 1">
            <a:extLst xmlns:a="http://schemas.openxmlformats.org/drawingml/2006/main">
              <a:ext uri="{FF2B5EF4-FFF2-40B4-BE49-F238E27FC236}">
                <a16:creationId xmlns:a16="http://schemas.microsoft.com/office/drawing/2014/main" id="{7FF593C9-C7F5-4039-AF55-67FEE279B303}"/>
              </a:ext>
            </a:extLst>
          </p:cNvPr>
          <p:cNvSpPr>
            <a:spLocks xmlns:a="http://schemas.openxmlformats.org/drawingml/2006/main" noGrp="1"/>
          </p:cNvSpPr>
          <p:nvPr/>
        </p:nvSpPr>
        <p:spPr>
          <a:xfrm xmlns:a="http://schemas.openxmlformats.org/drawingml/2006/main">
            <a:off x="495300" y="476250"/>
            <a:ext cx="11201400" cy="9525"/>
          </a:xfrm>
          <a:prstGeom xmlns:a="http://schemas.openxmlformats.org/drawingml/2006/main" prst="line">
            <a:avLst/>
          </a:prstGeom>
          <a:solidFill xmlns:a="http://schemas.openxmlformats.org/drawingml/2006/main">
            <a:srgbClr val="8D5560"/>
          </a:solidFill>
          <a:ln xmlns:a="http://schemas.openxmlformats.org/drawingml/2006/main" w="7144">
            <a:solidFill>
              <a:srgbClr val="8D5560"/>
            </a:solidFill>
            <a:prstDash val="solid"/>
          </a:ln>
        </p:spPr>
      </p:sp>
      <p:sp>
        <p:nvSpPr>
          <p:cNvPr id="3" name="Rectangle 2">
            <a:extLst xmlns:a="http://schemas.openxmlformats.org/drawingml/2006/main">
              <a:ext uri="{FF2B5EF4-FFF2-40B4-BE49-F238E27FC236}">
                <a16:creationId xmlns:a16="http://schemas.microsoft.com/office/drawing/2014/main" id="{A05108C3-EE2A-44BD-B7CC-9E2A85780E62}"/>
              </a:ext>
            </a:extLst>
          </p:cNvPr>
          <p:cNvSpPr>
            <a:spLocks xmlns:a="http://schemas.openxmlformats.org/drawingml/2006/main" noGrp="1"/>
          </p:cNvSpPr>
          <p:nvPr/>
        </p:nvSpPr>
        <p:spPr>
          <a:xfrm xmlns:a="http://schemas.openxmlformats.org/drawingml/2006/main">
            <a:off x="11372850" y="6477000"/>
            <a:ext cx="3238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r">
              <a:lnSpc>
                <a:spcPct val="102000"/>
              </a:lnSpc>
              <a:buNone/>
              <a:defRPr sz="975" b="0">
                <a:solidFill>
                  <a:srgbClr val="1A202C"/>
                </a:solidFill>
                <a:latin typeface="Aptos"/>
                <a:ea typeface="Aptos"/>
                <a:cs typeface="Aptos"/>
              </a:defRPr>
            </a:pPr>
            <a:r>
              <a:rPr sz="975" b="0">
                <a:solidFill>
                  <a:srgbClr val="1A202C"/>
                </a:solidFill>
                <a:latin typeface="Aptos"/>
                <a:ea typeface="Aptos"/>
                <a:cs typeface="Aptos"/>
              </a:rPr>
              <a:t>7</a:t>
            </a:r>
          </a:p>
        </p:txBody>
      </p:sp>
      <p:sp>
        <p:nvSpPr>
          <p:cNvPr id="4" name="Rectangle 3">
            <a:extLst xmlns:a="http://schemas.openxmlformats.org/drawingml/2006/main">
              <a:ext uri="{FF2B5EF4-FFF2-40B4-BE49-F238E27FC236}">
                <a16:creationId xmlns:a16="http://schemas.microsoft.com/office/drawing/2014/main" id="{B6D0955B-B387-4231-8612-E57AEADDA410}"/>
              </a:ext>
            </a:extLst>
          </p:cNvPr>
          <p:cNvSpPr>
            <a:spLocks xmlns:a="http://schemas.openxmlformats.org/drawingml/2006/main" noGrp="1"/>
          </p:cNvSpPr>
          <p:nvPr/>
        </p:nvSpPr>
        <p:spPr>
          <a:xfrm xmlns:a="http://schemas.openxmlformats.org/drawingml/2006/main">
            <a:off x="685800" y="781050"/>
            <a:ext cx="108204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2000"/>
              </a:lnSpc>
              <a:buNone/>
              <a:defRPr sz="2550" b="1">
                <a:solidFill>
                  <a:srgbClr val="1A202C"/>
                </a:solidFill>
                <a:latin typeface="Aptos Display"/>
                <a:ea typeface="Aptos Display"/>
                <a:cs typeface="Aptos Display"/>
              </a:defRPr>
            </a:pPr>
            <a:r>
              <a:rPr sz="2550" b="1">
                <a:solidFill>
                  <a:srgbClr val="1A202C"/>
                </a:solidFill>
                <a:latin typeface="Aptos Display"/>
                <a:ea typeface="Aptos Display"/>
                <a:cs typeface="Aptos Display"/>
              </a:rPr>
              <a:t>Преглед</a:t>
            </a:r>
          </a:p>
        </p:txBody>
      </p:sp>
      <p:sp>
        <p:nvSpPr>
          <p:cNvPr id="5" name="Rectangle 4">
            <a:extLst xmlns:a="http://schemas.openxmlformats.org/drawingml/2006/main">
              <a:ext uri="{FF2B5EF4-FFF2-40B4-BE49-F238E27FC236}">
                <a16:creationId xmlns:a16="http://schemas.microsoft.com/office/drawing/2014/main" id="{1AFDBCE7-35D5-4B07-97EC-73C3EB51F272}"/>
              </a:ext>
            </a:extLst>
          </p:cNvPr>
          <p:cNvSpPr>
            <a:spLocks xmlns:a="http://schemas.openxmlformats.org/drawingml/2006/main" noGrp="1"/>
          </p:cNvSpPr>
          <p:nvPr/>
        </p:nvSpPr>
        <p:spPr>
          <a:xfrm xmlns:a="http://schemas.openxmlformats.org/drawingml/2006/main">
            <a:off x="685800" y="1428750"/>
            <a:ext cx="108204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2000"/>
              </a:lnSpc>
              <a:buNone/>
              <a:defRPr sz="1575" b="0">
                <a:solidFill>
                  <a:srgbClr val="657184"/>
                </a:solidFill>
                <a:latin typeface="Aptos"/>
                <a:ea typeface="Aptos"/>
                <a:cs typeface="Aptos"/>
              </a:defRPr>
            </a:pPr>
            <a:r>
              <a:rPr sz="1575" b="0">
                <a:solidFill>
                  <a:srgbClr val="657184"/>
                </a:solidFill>
                <a:latin typeface="Aptos"/>
                <a:ea typeface="Aptos"/>
                <a:cs typeface="Aptos"/>
              </a:rPr>
              <a:t>потврда да одлука још важи</a:t>
            </a:r>
          </a:p>
        </p:txBody>
      </p:sp>
      <p:sp>
        <p:nvSpPr>
          <p:cNvPr id="6" name="Rounded Rectangle 5">
            <a:extLst xmlns:a="http://schemas.openxmlformats.org/drawingml/2006/main">
              <a:ext uri="{FF2B5EF4-FFF2-40B4-BE49-F238E27FC236}">
                <a16:creationId xmlns:a16="http://schemas.microsoft.com/office/drawing/2014/main" id="{E3B07B59-8DF3-455F-9FC4-03CDF9AFB0B6}"/>
              </a:ext>
            </a:extLst>
          </p:cNvPr>
          <p:cNvSpPr>
            <a:spLocks xmlns:a="http://schemas.openxmlformats.org/drawingml/2006/main" noGrp="1"/>
          </p:cNvSpPr>
          <p:nvPr/>
        </p:nvSpPr>
        <p:spPr>
          <a:xfrm xmlns:a="http://schemas.openxmlformats.org/drawingml/2006/main">
            <a:off x="895350" y="2428875"/>
            <a:ext cx="3257550" cy="1952625"/>
          </a:xfrm>
          <a:prstGeom xmlns:a="http://schemas.openxmlformats.org/drawingml/2006/main" prst="roundRect">
            <a:avLst>
              <a:gd name="adj" fmla="val 6829"/>
            </a:avLst>
          </a:prstGeom>
          <a:solidFill xmlns:a="http://schemas.openxmlformats.org/drawingml/2006/main">
            <a:srgbClr val="F4F6F9"/>
          </a:solidFill>
          <a:ln xmlns:a="http://schemas.openxmlformats.org/drawingml/2006/main" w="9525">
            <a:solidFill>
              <a:srgbClr val="D7DEE8"/>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7" name="Rectangle 6">
            <a:extLst xmlns:a="http://schemas.openxmlformats.org/drawingml/2006/main">
              <a:ext uri="{FF2B5EF4-FFF2-40B4-BE49-F238E27FC236}">
                <a16:creationId xmlns:a16="http://schemas.microsoft.com/office/drawing/2014/main" id="{83FA8B93-FB6D-40FC-A28C-311EE7F3DFF6}"/>
              </a:ext>
            </a:extLst>
          </p:cNvPr>
          <p:cNvSpPr>
            <a:spLocks xmlns:a="http://schemas.openxmlformats.org/drawingml/2006/main" noGrp="1"/>
          </p:cNvSpPr>
          <p:nvPr/>
        </p:nvSpPr>
        <p:spPr>
          <a:xfrm xmlns:a="http://schemas.openxmlformats.org/drawingml/2006/main">
            <a:off x="1047750" y="2552700"/>
            <a:ext cx="2952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2000"/>
              </a:lnSpc>
              <a:buNone/>
              <a:defRPr sz="975" b="1">
                <a:solidFill>
                  <a:srgbClr val="748092"/>
                </a:solidFill>
                <a:latin typeface="Aptos"/>
                <a:ea typeface="Aptos"/>
                <a:cs typeface="Aptos"/>
              </a:defRPr>
            </a:pPr>
            <a:r>
              <a:rPr sz="1200" b="1">
                <a:solidFill>
                  <a:srgbClr val="748092"/>
                </a:solidFill>
                <a:latin typeface="Aptos"/>
                <a:ea typeface="Aptos"/>
                <a:cs typeface="Aptos"/>
              </a:rPr>
              <a:t>01</a:t>
            </a:r>
          </a:p>
        </p:txBody>
      </p:sp>
      <p:sp>
        <p:nvSpPr>
          <p:cNvPr id="8" name="Rectangle 7">
            <a:extLst xmlns:a="http://schemas.openxmlformats.org/drawingml/2006/main">
              <a:ext uri="{FF2B5EF4-FFF2-40B4-BE49-F238E27FC236}">
                <a16:creationId xmlns:a16="http://schemas.microsoft.com/office/drawing/2014/main" id="{264202E9-7064-41FE-B130-339B62448646}"/>
              </a:ext>
            </a:extLst>
          </p:cNvPr>
          <p:cNvSpPr>
            <a:spLocks xmlns:a="http://schemas.openxmlformats.org/drawingml/2006/main" noGrp="1"/>
          </p:cNvSpPr>
          <p:nvPr/>
        </p:nvSpPr>
        <p:spPr>
          <a:xfrm xmlns:a="http://schemas.openxmlformats.org/drawingml/2006/main">
            <a:off x="1047750" y="2800350"/>
            <a:ext cx="29527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l">
              <a:lnSpc>
                <a:spcPct val="102000"/>
              </a:lnSpc>
              <a:buNone/>
              <a:defRPr sz="1350" b="1">
                <a:solidFill>
                  <a:srgbClr val="1A202C"/>
                </a:solidFill>
                <a:latin typeface="Aptos"/>
                <a:ea typeface="Aptos"/>
                <a:cs typeface="Aptos"/>
              </a:defRPr>
            </a:pPr>
            <a:r>
              <a:rPr sz="1350" b="1">
                <a:solidFill>
                  <a:srgbClr val="1A202C"/>
                </a:solidFill>
                <a:latin typeface="Aptos"/>
                <a:ea typeface="Aptos"/>
                <a:cs typeface="Aptos"/>
              </a:rPr>
              <a:t>Атрибути се прикупљају из ауторитативних извора, а не из произвољног захтева клијента.</a:t>
            </a:r>
          </a:p>
        </p:txBody>
      </p:sp>
      <p:sp>
        <p:nvSpPr>
          <p:cNvPr id="9" name="Rectangle 8">
            <a:extLst xmlns:a="http://schemas.openxmlformats.org/drawingml/2006/main">
              <a:ext uri="{FF2B5EF4-FFF2-40B4-BE49-F238E27FC236}">
                <a16:creationId xmlns:a16="http://schemas.microsoft.com/office/drawing/2014/main" id="{6DA751C6-B6FC-442F-A978-80B86A53672E}"/>
              </a:ext>
            </a:extLst>
          </p:cNvPr>
          <p:cNvSpPr>
            <a:spLocks xmlns:a="http://schemas.openxmlformats.org/drawingml/2006/main" noGrp="1"/>
          </p:cNvSpPr>
          <p:nvPr/>
        </p:nvSpPr>
        <p:spPr>
          <a:xfrm xmlns:a="http://schemas.openxmlformats.org/drawingml/2006/main">
            <a:off x="1047750" y="3648075"/>
            <a:ext cx="2952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6000"/>
              </a:lnSpc>
              <a:buNone/>
              <a:defRPr sz="1125" b="0">
                <a:solidFill>
                  <a:srgbClr val="657184"/>
                </a:solidFill>
                <a:latin typeface="Aptos"/>
                <a:ea typeface="Aptos"/>
                <a:cs typeface="Aptos"/>
              </a:defRPr>
            </a:pPr>
            <a:r>
              <a:rPr sz="1275" b="0">
                <a:solidFill>
                  <a:srgbClr val="657184"/>
                </a:solidFill>
                <a:latin typeface="Aptos"/>
                <a:ea typeface="Aptos"/>
                <a:cs typeface="Aptos"/>
              </a:rPr>
              <a:t>Питање: који улаз покреће ову одлуку?</a:t>
            </a:r>
          </a:p>
        </p:txBody>
      </p:sp>
      <p:sp>
        <p:nvSpPr>
          <p:cNvPr id="10" name="Rounded Rectangle 9">
            <a:extLst xmlns:a="http://schemas.openxmlformats.org/drawingml/2006/main">
              <a:ext uri="{FF2B5EF4-FFF2-40B4-BE49-F238E27FC236}">
                <a16:creationId xmlns:a16="http://schemas.microsoft.com/office/drawing/2014/main" id="{66B82FB9-FC51-4F7E-AEEB-6F8B64C42194}"/>
              </a:ext>
            </a:extLst>
          </p:cNvPr>
          <p:cNvSpPr>
            <a:spLocks xmlns:a="http://schemas.openxmlformats.org/drawingml/2006/main" noGrp="1"/>
          </p:cNvSpPr>
          <p:nvPr/>
        </p:nvSpPr>
        <p:spPr>
          <a:xfrm xmlns:a="http://schemas.openxmlformats.org/drawingml/2006/main">
            <a:off x="4457700" y="2428875"/>
            <a:ext cx="3257550" cy="1952625"/>
          </a:xfrm>
          <a:prstGeom xmlns:a="http://schemas.openxmlformats.org/drawingml/2006/main" prst="roundRect">
            <a:avLst>
              <a:gd name="adj" fmla="val 6829"/>
            </a:avLst>
          </a:prstGeom>
          <a:solidFill xmlns:a="http://schemas.openxmlformats.org/drawingml/2006/main">
            <a:srgbClr val="F7EFF1"/>
          </a:solidFill>
          <a:ln xmlns:a="http://schemas.openxmlformats.org/drawingml/2006/main" w="9525">
            <a:solidFill>
              <a:srgbClr val="D7DEE8"/>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1" name="Rectangle 10">
            <a:extLst xmlns:a="http://schemas.openxmlformats.org/drawingml/2006/main">
              <a:ext uri="{FF2B5EF4-FFF2-40B4-BE49-F238E27FC236}">
                <a16:creationId xmlns:a16="http://schemas.microsoft.com/office/drawing/2014/main" id="{98449AA0-5EF0-401A-97CF-BC6E65AA2F68}"/>
              </a:ext>
            </a:extLst>
          </p:cNvPr>
          <p:cNvSpPr>
            <a:spLocks xmlns:a="http://schemas.openxmlformats.org/drawingml/2006/main" noGrp="1"/>
          </p:cNvSpPr>
          <p:nvPr/>
        </p:nvSpPr>
        <p:spPr>
          <a:xfrm xmlns:a="http://schemas.openxmlformats.org/drawingml/2006/main">
            <a:off x="4610100" y="2552700"/>
            <a:ext cx="2952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975" b="1">
                <a:solidFill>
                  <a:srgbClr val="2F5EF5"/>
                </a:solidFill>
                <a:latin typeface="Aptos"/>
                <a:ea typeface="Aptos"/>
                <a:cs typeface="Aptos"/>
              </a:defRPr>
            </a:pPr>
            <a:r>
              <a:rPr sz="1200" b="1">
                <a:solidFill>
                  <a:srgbClr val="7A2636"/>
                </a:solidFill>
                <a:latin typeface="Aptos"/>
                <a:ea typeface="Aptos"/>
                <a:cs typeface="Aptos"/>
              </a:rPr>
              <a:t>02</a:t>
            </a:r>
          </a:p>
        </p:txBody>
      </p:sp>
      <p:sp>
        <p:nvSpPr>
          <p:cNvPr id="12" name="Rectangle 11">
            <a:extLst xmlns:a="http://schemas.openxmlformats.org/drawingml/2006/main">
              <a:ext uri="{FF2B5EF4-FFF2-40B4-BE49-F238E27FC236}">
                <a16:creationId xmlns:a16="http://schemas.microsoft.com/office/drawing/2014/main" id="{F4E0F4D8-0A9E-4B27-84E5-D6913A5C160C}"/>
              </a:ext>
            </a:extLst>
          </p:cNvPr>
          <p:cNvSpPr>
            <a:spLocks xmlns:a="http://schemas.openxmlformats.org/drawingml/2006/main" noGrp="1"/>
          </p:cNvSpPr>
          <p:nvPr/>
        </p:nvSpPr>
        <p:spPr>
          <a:xfrm xmlns:a="http://schemas.openxmlformats.org/drawingml/2006/main">
            <a:off x="4610100" y="2800350"/>
            <a:ext cx="29527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l">
              <a:lnSpc>
                <a:spcPct val="102000"/>
              </a:lnSpc>
              <a:buNone/>
              <a:defRPr sz="1350" b="1">
                <a:solidFill>
                  <a:srgbClr val="1A202C"/>
                </a:solidFill>
                <a:latin typeface="Aptos"/>
                <a:ea typeface="Aptos"/>
                <a:cs typeface="Aptos"/>
              </a:defRPr>
            </a:pPr>
            <a:r>
              <a:rPr sz="1350" b="1">
                <a:solidFill>
                  <a:srgbClr val="1A202C"/>
                </a:solidFill>
                <a:latin typeface="Aptos"/>
                <a:ea typeface="Aptos"/>
                <a:cs typeface="Aptos"/>
              </a:rPr>
              <a:t>Правила треба да буду мала и састављена тако да се конфликт може објаснити.</a:t>
            </a:r>
          </a:p>
        </p:txBody>
      </p:sp>
      <p:sp>
        <p:nvSpPr>
          <p:cNvPr id="13" name="Rectangle 12">
            <a:extLst xmlns:a="http://schemas.openxmlformats.org/drawingml/2006/main">
              <a:ext uri="{FF2B5EF4-FFF2-40B4-BE49-F238E27FC236}">
                <a16:creationId xmlns:a16="http://schemas.microsoft.com/office/drawing/2014/main" id="{35776D3B-FD17-4690-9D9F-24D4D6559DA3}"/>
              </a:ext>
            </a:extLst>
          </p:cNvPr>
          <p:cNvSpPr>
            <a:spLocks xmlns:a="http://schemas.openxmlformats.org/drawingml/2006/main" noGrp="1"/>
          </p:cNvSpPr>
          <p:nvPr/>
        </p:nvSpPr>
        <p:spPr>
          <a:xfrm xmlns:a="http://schemas.openxmlformats.org/drawingml/2006/main">
            <a:off x="4610100" y="3648075"/>
            <a:ext cx="2952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6000"/>
              </a:lnSpc>
              <a:buNone/>
              <a:defRPr sz="1125" b="0">
                <a:solidFill>
                  <a:srgbClr val="657184"/>
                </a:solidFill>
                <a:latin typeface="Aptos"/>
                <a:ea typeface="Aptos"/>
                <a:cs typeface="Aptos"/>
              </a:defRPr>
            </a:pPr>
            <a:r>
              <a:rPr sz="1275" b="0">
                <a:solidFill>
                  <a:srgbClr val="657184"/>
                </a:solidFill>
                <a:latin typeface="Aptos"/>
                <a:ea typeface="Aptos"/>
                <a:cs typeface="Aptos"/>
              </a:rPr>
              <a:t>Питање: која граница мора бити видљива?</a:t>
            </a:r>
          </a:p>
        </p:txBody>
      </p:sp>
      <p:sp>
        <p:nvSpPr>
          <p:cNvPr id="14" name="Rounded Rectangle 13">
            <a:extLst xmlns:a="http://schemas.openxmlformats.org/drawingml/2006/main">
              <a:ext uri="{FF2B5EF4-FFF2-40B4-BE49-F238E27FC236}">
                <a16:creationId xmlns:a16="http://schemas.microsoft.com/office/drawing/2014/main" id="{FC2CD951-D9EF-44A7-BD28-39CB8EEE3127}"/>
              </a:ext>
            </a:extLst>
          </p:cNvPr>
          <p:cNvSpPr>
            <a:spLocks xmlns:a="http://schemas.openxmlformats.org/drawingml/2006/main" noGrp="1"/>
          </p:cNvSpPr>
          <p:nvPr/>
        </p:nvSpPr>
        <p:spPr>
          <a:xfrm xmlns:a="http://schemas.openxmlformats.org/drawingml/2006/main">
            <a:off x="8020050" y="2428875"/>
            <a:ext cx="3257550" cy="1952625"/>
          </a:xfrm>
          <a:prstGeom xmlns:a="http://schemas.openxmlformats.org/drawingml/2006/main" prst="roundRect">
            <a:avLst>
              <a:gd name="adj" fmla="val 6829"/>
            </a:avLst>
          </a:prstGeom>
          <a:solidFill xmlns:a="http://schemas.openxmlformats.org/drawingml/2006/main">
            <a:srgbClr val="EDF8F2"/>
          </a:solidFill>
          <a:ln xmlns:a="http://schemas.openxmlformats.org/drawingml/2006/main" w="9525">
            <a:solidFill>
              <a:srgbClr val="D7DEE8"/>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5" name="Rectangle 14">
            <a:extLst xmlns:a="http://schemas.openxmlformats.org/drawingml/2006/main">
              <a:ext uri="{FF2B5EF4-FFF2-40B4-BE49-F238E27FC236}">
                <a16:creationId xmlns:a16="http://schemas.microsoft.com/office/drawing/2014/main" id="{B798700D-9D94-4606-809E-2E594237F18B}"/>
              </a:ext>
            </a:extLst>
          </p:cNvPr>
          <p:cNvSpPr>
            <a:spLocks xmlns:a="http://schemas.openxmlformats.org/drawingml/2006/main" noGrp="1"/>
          </p:cNvSpPr>
          <p:nvPr/>
        </p:nvSpPr>
        <p:spPr>
          <a:xfrm xmlns:a="http://schemas.openxmlformats.org/drawingml/2006/main">
            <a:off x="8172450" y="2552700"/>
            <a:ext cx="2952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2000"/>
              </a:lnSpc>
              <a:buNone/>
              <a:defRPr sz="975" b="1">
                <a:solidFill>
                  <a:srgbClr val="138A5B"/>
                </a:solidFill>
                <a:latin typeface="Aptos"/>
                <a:ea typeface="Aptos"/>
                <a:cs typeface="Aptos"/>
              </a:defRPr>
            </a:pPr>
            <a:r>
              <a:rPr sz="1200" b="1">
                <a:solidFill>
                  <a:srgbClr val="138A5B"/>
                </a:solidFill>
                <a:latin typeface="Aptos"/>
                <a:ea typeface="Aptos"/>
                <a:cs typeface="Aptos"/>
              </a:rPr>
              <a:t>03</a:t>
            </a:r>
          </a:p>
        </p:txBody>
      </p:sp>
      <p:sp>
        <p:nvSpPr>
          <p:cNvPr id="16" name="Rectangle 15">
            <a:extLst xmlns:a="http://schemas.openxmlformats.org/drawingml/2006/main">
              <a:ext uri="{FF2B5EF4-FFF2-40B4-BE49-F238E27FC236}">
                <a16:creationId xmlns:a16="http://schemas.microsoft.com/office/drawing/2014/main" id="{5B6579D0-EED8-48AB-8C4D-44C0C9885743}"/>
              </a:ext>
            </a:extLst>
          </p:cNvPr>
          <p:cNvSpPr>
            <a:spLocks xmlns:a="http://schemas.openxmlformats.org/drawingml/2006/main" noGrp="1"/>
          </p:cNvSpPr>
          <p:nvPr/>
        </p:nvSpPr>
        <p:spPr>
          <a:xfrm xmlns:a="http://schemas.openxmlformats.org/drawingml/2006/main">
            <a:off x="8172450" y="2800350"/>
            <a:ext cx="29527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93046"/>
          </a:bodyPr>
          <a:lstStyle xmlns:a="http://schemas.openxmlformats.org/drawingml/2006/main"/>
          <a:p xmlns:a="http://schemas.openxmlformats.org/drawingml/2006/main">
            <a:pPr algn="l">
              <a:lnSpc>
                <a:spcPct val="102000"/>
              </a:lnSpc>
              <a:buNone/>
              <a:defRPr sz="1350" b="1">
                <a:solidFill>
                  <a:srgbClr val="1A202C"/>
                </a:solidFill>
                <a:latin typeface="Aptos"/>
                <a:ea typeface="Aptos"/>
                <a:cs typeface="Aptos"/>
              </a:defRPr>
            </a:pPr>
            <a:r>
              <a:rPr sz="1350" b="1">
                <a:solidFill>
                  <a:srgbClr val="1A202C"/>
                </a:solidFill>
                <a:latin typeface="Aptos"/>
                <a:ea typeface="Aptos"/>
                <a:cs typeface="Aptos"/>
              </a:rPr>
              <a:t>Контекст одлуке се бележи довољно да каснији преглед разуме резултат без чувања осетљивих детаља.</a:t>
            </a:r>
          </a:p>
        </p:txBody>
      </p:sp>
      <p:sp>
        <p:nvSpPr>
          <p:cNvPr id="17" name="Rectangle 16">
            <a:extLst xmlns:a="http://schemas.openxmlformats.org/drawingml/2006/main">
              <a:ext uri="{FF2B5EF4-FFF2-40B4-BE49-F238E27FC236}">
                <a16:creationId xmlns:a16="http://schemas.microsoft.com/office/drawing/2014/main" id="{FF0EA533-C27B-424F-939C-A4089AC700FE}"/>
              </a:ext>
            </a:extLst>
          </p:cNvPr>
          <p:cNvSpPr>
            <a:spLocks xmlns:a="http://schemas.openxmlformats.org/drawingml/2006/main" noGrp="1"/>
          </p:cNvSpPr>
          <p:nvPr/>
        </p:nvSpPr>
        <p:spPr>
          <a:xfrm xmlns:a="http://schemas.openxmlformats.org/drawingml/2006/main">
            <a:off x="8172450" y="3648075"/>
            <a:ext cx="2952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6000"/>
              </a:lnSpc>
              <a:buNone/>
              <a:defRPr sz="1125" b="0">
                <a:solidFill>
                  <a:srgbClr val="657184"/>
                </a:solidFill>
                <a:latin typeface="Aptos"/>
                <a:ea typeface="Aptos"/>
                <a:cs typeface="Aptos"/>
              </a:defRPr>
            </a:pPr>
            <a:r>
              <a:rPr sz="1275" b="0">
                <a:solidFill>
                  <a:srgbClr val="657184"/>
                </a:solidFill>
                <a:latin typeface="Aptos"/>
                <a:ea typeface="Aptos"/>
                <a:cs typeface="Aptos"/>
              </a:rPr>
              <a:t>Питање: који доказ остаје после исхода?</a:t>
            </a:r>
          </a:p>
        </p:txBody>
      </p:sp>
      <p:sp>
        <p:nvSpPr>
          <p:cNvPr id="18" name="Rounded Rectangle 17">
            <a:extLst xmlns:a="http://schemas.openxmlformats.org/drawingml/2006/main">
              <a:ext uri="{FF2B5EF4-FFF2-40B4-BE49-F238E27FC236}">
                <a16:creationId xmlns:a16="http://schemas.microsoft.com/office/drawing/2014/main" id="{C5E90771-A8F4-4DD1-907B-1E9BD0AA450F}"/>
              </a:ext>
            </a:extLst>
          </p:cNvPr>
          <p:cNvSpPr>
            <a:spLocks xmlns:a="http://schemas.openxmlformats.org/drawingml/2006/main" noGrp="1"/>
          </p:cNvSpPr>
          <p:nvPr/>
        </p:nvSpPr>
        <p:spPr>
          <a:xfrm xmlns:a="http://schemas.openxmlformats.org/drawingml/2006/main">
            <a:off x="1600200" y="4752975"/>
            <a:ext cx="8991600" cy="742950"/>
          </a:xfrm>
          <a:prstGeom xmlns:a="http://schemas.openxmlformats.org/drawingml/2006/main" prst="roundRect">
            <a:avLst>
              <a:gd name="adj" fmla="val 16667"/>
            </a:avLst>
          </a:prstGeom>
          <a:solidFill xmlns:a="http://schemas.openxmlformats.org/drawingml/2006/main">
            <a:srgbClr val="FFF6E9"/>
          </a:solidFill>
          <a:ln xmlns:a="http://schemas.openxmlformats.org/drawingml/2006/main" w="9525">
            <a:solidFill>
              <a:srgbClr val="D7DEE8"/>
            </a:solidFill>
            <a:prstDash val="solid"/>
          </a:ln>
        </p:spPr>
      </p:sp>
      <p:sp>
        <p:nvSpPr>
          <p:cNvPr id="19" name="Rounded Rectangle 18">
            <a:extLst xmlns:a="http://schemas.openxmlformats.org/drawingml/2006/main">
              <a:ext uri="{FF2B5EF4-FFF2-40B4-BE49-F238E27FC236}">
                <a16:creationId xmlns:a16="http://schemas.microsoft.com/office/drawing/2014/main" id="{E2970B68-3BBD-42C8-B9CF-9491EDBDD9B8}"/>
              </a:ext>
            </a:extLst>
          </p:cNvPr>
          <p:cNvSpPr>
            <a:spLocks xmlns:a="http://schemas.openxmlformats.org/drawingml/2006/main" noGrp="1"/>
          </p:cNvSpPr>
          <p:nvPr/>
        </p:nvSpPr>
        <p:spPr>
          <a:xfrm xmlns:a="http://schemas.openxmlformats.org/drawingml/2006/main">
            <a:off x="1733550" y="4895850"/>
            <a:ext cx="57150" cy="457200"/>
          </a:xfrm>
          <a:prstGeom xmlns:a="http://schemas.openxmlformats.org/drawingml/2006/main" prst="roundRect">
            <a:avLst>
              <a:gd name="adj" fmla="val 50000"/>
            </a:avLst>
          </a:prstGeom>
          <a:solidFill xmlns:a="http://schemas.openxmlformats.org/drawingml/2006/main">
            <a:srgbClr val="7A2636"/>
          </a:solidFill>
          <a:ln xmlns:a="http://schemas.openxmlformats.org/drawingml/2006/main" w="0">
            <a:noFill/>
          </a:ln>
        </p:spPr>
      </p:sp>
      <p:sp>
        <p:nvSpPr>
          <p:cNvPr id="22" name="Rounded Rectangle 21">
            <a:extLst xmlns:a="http://schemas.openxmlformats.org/drawingml/2006/main">
              <a:ext uri="{FF2B5EF4-FFF2-40B4-BE49-F238E27FC236}">
                <a16:creationId xmlns:a16="http://schemas.microsoft.com/office/drawing/2014/main" id="{44E2A22D-B897-4A86-AE2D-8D19EDB33D18}"/>
              </a:ext>
            </a:extLst>
          </p:cNvPr>
          <p:cNvSpPr>
            <a:spLocks xmlns:a="http://schemas.openxmlformats.org/drawingml/2006/main" noGrp="1"/>
          </p:cNvSpPr>
          <p:nvPr/>
        </p:nvSpPr>
        <p:spPr>
          <a:xfrm xmlns:a="http://schemas.openxmlformats.org/drawingml/2006/main">
            <a:off x="914400" y="4762500"/>
            <a:ext cx="10363200" cy="781050"/>
          </a:xfrm>
          <a:prstGeom xmlns:a="http://schemas.openxmlformats.org/drawingml/2006/main" prst="roundRect">
            <a:avLst>
              <a:gd name="adj" fmla="val 17073"/>
            </a:avLst>
          </a:prstGeom>
          <a:solidFill xmlns:a="http://schemas.openxmlformats.org/drawingml/2006/main">
            <a:srgbClr val="F7EFF1"/>
          </a:solidFill>
          <a:ln xmlns:a="http://schemas.openxmlformats.org/drawingml/2006/main" w="8573">
            <a:solidFill>
              <a:srgbClr val="DBC7CC"/>
            </a:solidFill>
            <a:prstDash val="solid"/>
          </a:ln>
        </p:spPr>
      </p:sp>
      <p:sp>
        <p:nvSpPr>
          <p:cNvPr id="23" name="Rounded Rectangle 22">
            <a:extLst xmlns:a="http://schemas.openxmlformats.org/drawingml/2006/main">
              <a:ext uri="{FF2B5EF4-FFF2-40B4-BE49-F238E27FC236}">
                <a16:creationId xmlns:a16="http://schemas.microsoft.com/office/drawing/2014/main" id="{A9401554-D1D7-4066-8ED6-7E6F6AA5392B}"/>
              </a:ext>
            </a:extLst>
          </p:cNvPr>
          <p:cNvSpPr>
            <a:spLocks xmlns:a="http://schemas.openxmlformats.org/drawingml/2006/main" noGrp="1"/>
          </p:cNvSpPr>
          <p:nvPr/>
        </p:nvSpPr>
        <p:spPr>
          <a:xfrm xmlns:a="http://schemas.openxmlformats.org/drawingml/2006/main">
            <a:off x="1085850" y="4914900"/>
            <a:ext cx="57150" cy="476250"/>
          </a:xfrm>
          <a:prstGeom xmlns:a="http://schemas.openxmlformats.org/drawingml/2006/main" prst="roundRect">
            <a:avLst>
              <a:gd name="adj" fmla="val 50000"/>
            </a:avLst>
          </a:prstGeom>
          <a:solidFill xmlns:a="http://schemas.openxmlformats.org/drawingml/2006/main">
            <a:srgbClr val="7A2636"/>
          </a:solidFill>
          <a:ln xmlns:a="http://schemas.openxmlformats.org/drawingml/2006/main" w="0">
            <a:noFill/>
          </a:ln>
        </p:spPr>
      </p:sp>
      <p:sp>
        <p:nvSpPr>
          <p:cNvPr id="24" name="Rectangle 23">
            <a:extLst xmlns:a="http://schemas.openxmlformats.org/drawingml/2006/main">
              <a:ext uri="{FF2B5EF4-FFF2-40B4-BE49-F238E27FC236}">
                <a16:creationId xmlns:a16="http://schemas.microsoft.com/office/drawing/2014/main" id="{5C598AC5-3170-4DCC-AC1F-1E0E81812341}"/>
              </a:ext>
            </a:extLst>
          </p:cNvPr>
          <p:cNvSpPr>
            <a:spLocks xmlns:a="http://schemas.openxmlformats.org/drawingml/2006/main" noGrp="1"/>
          </p:cNvSpPr>
          <p:nvPr/>
        </p:nvSpPr>
        <p:spPr>
          <a:xfrm xmlns:a="http://schemas.openxmlformats.org/drawingml/2006/main">
            <a:off x="1333500" y="4867275"/>
            <a:ext cx="96393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buNone/>
              <a:defRPr sz="1013" b="1">
                <a:solidFill>
                  <a:srgbClr val="2854D7"/>
                </a:solidFill>
                <a:latin typeface="Aptos"/>
                <a:ea typeface="Aptos"/>
                <a:cs typeface="Aptos"/>
              </a:defRPr>
            </a:pPr>
            <a:r>
              <a:rPr sz="1200" b="1">
                <a:solidFill>
                  <a:srgbClr val="7A2636"/>
                </a:solidFill>
                <a:latin typeface="Aptos"/>
                <a:ea typeface="Aptos"/>
                <a:cs typeface="Aptos"/>
              </a:rPr>
              <a:t>ПИТАЊЕ ЗА АНАЛИЗУ</a:t>
            </a:r>
          </a:p>
        </p:txBody>
      </p:sp>
      <p:sp>
        <p:nvSpPr>
          <p:cNvPr id="25" name="Rectangle 24">
            <a:extLst xmlns:a="http://schemas.openxmlformats.org/drawingml/2006/main">
              <a:ext uri="{FF2B5EF4-FFF2-40B4-BE49-F238E27FC236}">
                <a16:creationId xmlns:a16="http://schemas.microsoft.com/office/drawing/2014/main" id="{E57D5C6E-4013-4426-80CC-660DF098EFF0}"/>
              </a:ext>
            </a:extLst>
          </p:cNvPr>
          <p:cNvSpPr>
            <a:spLocks xmlns:a="http://schemas.openxmlformats.org/drawingml/2006/main" noGrp="1"/>
          </p:cNvSpPr>
          <p:nvPr/>
        </p:nvSpPr>
        <p:spPr>
          <a:xfrm xmlns:a="http://schemas.openxmlformats.org/drawingml/2006/main">
            <a:off x="1333500" y="5095875"/>
            <a:ext cx="9639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buNone/>
              <a:defRPr sz="1388" b="1">
                <a:solidFill>
                  <a:srgbClr val="1B2432"/>
                </a:solidFill>
                <a:latin typeface="Aptos"/>
                <a:ea typeface="Aptos"/>
                <a:cs typeface="Aptos"/>
              </a:defRPr>
            </a:pPr>
            <a:r>
              <a:rPr sz="1388" b="1">
                <a:solidFill>
                  <a:srgbClr val="1B2432"/>
                </a:solidFill>
                <a:latin typeface="Aptos"/>
                <a:ea typeface="Aptos"/>
                <a:cs typeface="Aptos"/>
              </a:rPr>
              <a:t>Коју одлуку не бисте смели да заснивате само на улози и који додатни атрибут јој даје смисао?</a:t>
            </a:r>
          </a:p>
        </p:txBody>
      </p:sp>
    </p:spTree>
    <p:extLst>
      <p:ext uri="{BB962C8B-B14F-4D97-AF65-F5344CB8AC3E}">
        <p14:creationId xmlns:p14="http://schemas.microsoft.com/office/powerpoint/2010/main" val="2102033507"/>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5" name="Rectangle 24">
            <a:extLst xmlns:a="http://schemas.openxmlformats.org/drawingml/2006/main">
              <a:ext uri="{FF2B5EF4-FFF2-40B4-BE49-F238E27FC236}">
                <a16:creationId xmlns:a16="http://schemas.microsoft.com/office/drawing/2014/main" id="{88F8AA91-A30E-4CE7-A891-395161BFC4C5}"/>
              </a:ext>
            </a:extLst>
          </p:cNvPr>
          <p:cNvSpPr>
            <a:spLocks xmlns:a="http://schemas.openxmlformats.org/drawingml/2006/main" noGrp="1"/>
          </p:cNvSpPr>
          <p:nvPr/>
        </p:nvSpPr>
        <p:spPr>
          <a:xfrm xmlns:a="http://schemas.openxmlformats.org/drawingml/2006/main">
            <a:off x="495300" y="238125"/>
            <a:ext cx="3429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825" b="0">
                <a:solidFill>
                  <a:srgbClr val="657184"/>
                </a:solidFill>
                <a:latin typeface="Aptos"/>
                <a:ea typeface="Aptos"/>
                <a:cs typeface="Aptos"/>
              </a:defRPr>
            </a:pPr>
            <a:r>
              <a:rPr sz="825" b="0">
                <a:solidFill>
                  <a:srgbClr val="5E6B7D"/>
                </a:solidFill>
                <a:latin typeface="Aptos"/>
                <a:ea typeface="Aptos"/>
                <a:cs typeface="Aptos"/>
              </a:rPr>
              <a:t>Основе информационе безбедности</a:t>
            </a:r>
          </a:p>
        </p:txBody>
      </p:sp>
      <p:sp>
        <p:nvSpPr>
          <p:cNvPr id="2" name="Straight Connector 1">
            <a:extLst xmlns:a="http://schemas.openxmlformats.org/drawingml/2006/main">
              <a:ext uri="{FF2B5EF4-FFF2-40B4-BE49-F238E27FC236}">
                <a16:creationId xmlns:a16="http://schemas.microsoft.com/office/drawing/2014/main" id="{0AB558F4-5404-491E-9B09-600B447A9FAD}"/>
              </a:ext>
            </a:extLst>
          </p:cNvPr>
          <p:cNvSpPr>
            <a:spLocks xmlns:a="http://schemas.openxmlformats.org/drawingml/2006/main" noGrp="1"/>
          </p:cNvSpPr>
          <p:nvPr/>
        </p:nvSpPr>
        <p:spPr>
          <a:xfrm xmlns:a="http://schemas.openxmlformats.org/drawingml/2006/main">
            <a:off x="495300" y="476250"/>
            <a:ext cx="11201400" cy="9525"/>
          </a:xfrm>
          <a:prstGeom xmlns:a="http://schemas.openxmlformats.org/drawingml/2006/main" prst="line">
            <a:avLst/>
          </a:prstGeom>
          <a:solidFill xmlns:a="http://schemas.openxmlformats.org/drawingml/2006/main">
            <a:srgbClr val="8D5560"/>
          </a:solidFill>
          <a:ln xmlns:a="http://schemas.openxmlformats.org/drawingml/2006/main" w="7144">
            <a:solidFill>
              <a:srgbClr val="8D5560"/>
            </a:solidFill>
            <a:prstDash val="solid"/>
          </a:ln>
        </p:spPr>
      </p:sp>
      <p:sp>
        <p:nvSpPr>
          <p:cNvPr id="3" name="Rectangle 2">
            <a:extLst xmlns:a="http://schemas.openxmlformats.org/drawingml/2006/main">
              <a:ext uri="{FF2B5EF4-FFF2-40B4-BE49-F238E27FC236}">
                <a16:creationId xmlns:a16="http://schemas.microsoft.com/office/drawing/2014/main" id="{D29816D4-D006-4D7D-9731-20FB747EE2C0}"/>
              </a:ext>
            </a:extLst>
          </p:cNvPr>
          <p:cNvSpPr>
            <a:spLocks xmlns:a="http://schemas.openxmlformats.org/drawingml/2006/main" noGrp="1"/>
          </p:cNvSpPr>
          <p:nvPr/>
        </p:nvSpPr>
        <p:spPr>
          <a:xfrm xmlns:a="http://schemas.openxmlformats.org/drawingml/2006/main">
            <a:off x="11372850" y="6477000"/>
            <a:ext cx="3238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r">
              <a:lnSpc>
                <a:spcPct val="102000"/>
              </a:lnSpc>
              <a:buNone/>
              <a:defRPr sz="975" b="0">
                <a:solidFill>
                  <a:srgbClr val="1A202C"/>
                </a:solidFill>
                <a:latin typeface="Aptos"/>
                <a:ea typeface="Aptos"/>
                <a:cs typeface="Aptos"/>
              </a:defRPr>
            </a:pPr>
            <a:r>
              <a:rPr sz="975" b="0">
                <a:solidFill>
                  <a:srgbClr val="1A202C"/>
                </a:solidFill>
                <a:latin typeface="Aptos"/>
                <a:ea typeface="Aptos"/>
                <a:cs typeface="Aptos"/>
              </a:rPr>
              <a:t>8</a:t>
            </a:r>
          </a:p>
        </p:txBody>
      </p:sp>
      <p:sp>
        <p:nvSpPr>
          <p:cNvPr id="4" name="Rectangle 3">
            <a:extLst xmlns:a="http://schemas.openxmlformats.org/drawingml/2006/main">
              <a:ext uri="{FF2B5EF4-FFF2-40B4-BE49-F238E27FC236}">
                <a16:creationId xmlns:a16="http://schemas.microsoft.com/office/drawing/2014/main" id="{A2CFC93C-6438-48D7-B5D7-C557CE360B8D}"/>
              </a:ext>
            </a:extLst>
          </p:cNvPr>
          <p:cNvSpPr>
            <a:spLocks xmlns:a="http://schemas.openxmlformats.org/drawingml/2006/main" noGrp="1"/>
          </p:cNvSpPr>
          <p:nvPr/>
        </p:nvSpPr>
        <p:spPr>
          <a:xfrm xmlns:a="http://schemas.openxmlformats.org/drawingml/2006/main">
            <a:off x="685800" y="781050"/>
            <a:ext cx="108204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2000"/>
              </a:lnSpc>
              <a:buNone/>
              <a:defRPr sz="2550" b="1">
                <a:solidFill>
                  <a:srgbClr val="1A202C"/>
                </a:solidFill>
                <a:latin typeface="Aptos Display"/>
                <a:ea typeface="Aptos Display"/>
                <a:cs typeface="Aptos Display"/>
              </a:defRPr>
            </a:pPr>
            <a:r>
              <a:rPr sz="2550" b="1">
                <a:solidFill>
                  <a:srgbClr val="1A202C"/>
                </a:solidFill>
                <a:latin typeface="Aptos Display"/>
                <a:ea typeface="Aptos Display"/>
                <a:cs typeface="Aptos Display"/>
              </a:rPr>
              <a:t>RBAC и ABAC у истој одлуци</a:t>
            </a:r>
          </a:p>
        </p:txBody>
      </p:sp>
      <p:sp>
        <p:nvSpPr>
          <p:cNvPr id="5" name="Rectangle 4">
            <a:extLst xmlns:a="http://schemas.openxmlformats.org/drawingml/2006/main">
              <a:ext uri="{FF2B5EF4-FFF2-40B4-BE49-F238E27FC236}">
                <a16:creationId xmlns:a16="http://schemas.microsoft.com/office/drawing/2014/main" id="{07A39032-353E-4E64-889A-B79E1DB75E5A}"/>
              </a:ext>
            </a:extLst>
          </p:cNvPr>
          <p:cNvSpPr>
            <a:spLocks xmlns:a="http://schemas.openxmlformats.org/drawingml/2006/main" noGrp="1"/>
          </p:cNvSpPr>
          <p:nvPr/>
        </p:nvSpPr>
        <p:spPr>
          <a:xfrm xmlns:a="http://schemas.openxmlformats.org/drawingml/2006/main">
            <a:off x="685800" y="1428750"/>
            <a:ext cx="108204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1575" b="0">
                <a:solidFill>
                  <a:srgbClr val="657184"/>
                </a:solidFill>
                <a:latin typeface="Aptos"/>
                <a:ea typeface="Aptos"/>
                <a:cs typeface="Aptos"/>
              </a:defRPr>
            </a:pPr>
            <a:r>
              <a:rPr sz="1575" b="0">
                <a:solidFill>
                  <a:srgbClr val="657184"/>
                </a:solidFill>
                <a:latin typeface="Aptos"/>
                <a:ea typeface="Aptos"/>
                <a:cs typeface="Aptos"/>
              </a:rPr>
              <a:t>Поређење приказује функцију сваког елемента и ограничење његове самосталне примене.</a:t>
            </a:r>
          </a:p>
        </p:txBody>
      </p:sp>
      <p:sp>
        <p:nvSpPr>
          <p:cNvPr id="6" name="Rectangle 5">
            <a:extLst xmlns:a="http://schemas.openxmlformats.org/drawingml/2006/main">
              <a:ext uri="{FF2B5EF4-FFF2-40B4-BE49-F238E27FC236}">
                <a16:creationId xmlns:a16="http://schemas.microsoft.com/office/drawing/2014/main" id="{4040509D-A339-4442-B9EC-71FE767E02CE}"/>
              </a:ext>
            </a:extLst>
          </p:cNvPr>
          <p:cNvSpPr>
            <a:spLocks xmlns:a="http://schemas.openxmlformats.org/drawingml/2006/main" noGrp="1"/>
          </p:cNvSpPr>
          <p:nvPr/>
        </p:nvSpPr>
        <p:spPr>
          <a:xfrm xmlns:a="http://schemas.openxmlformats.org/drawingml/2006/main">
            <a:off x="876300" y="2047875"/>
            <a:ext cx="2476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2000"/>
              </a:lnSpc>
              <a:buNone/>
              <a:defRPr sz="1050" b="1">
                <a:solidFill>
                  <a:srgbClr val="657184"/>
                </a:solidFill>
                <a:latin typeface="Aptos"/>
                <a:ea typeface="Aptos"/>
                <a:cs typeface="Aptos"/>
              </a:defRPr>
            </a:pPr>
            <a:r>
              <a:rPr sz="1275" b="1">
                <a:solidFill>
                  <a:srgbClr val="657184"/>
                </a:solidFill>
                <a:latin typeface="Aptos"/>
                <a:ea typeface="Aptos"/>
                <a:cs typeface="Aptos"/>
              </a:rPr>
              <a:t>Приступ</a:t>
            </a:r>
          </a:p>
        </p:txBody>
      </p:sp>
      <p:sp>
        <p:nvSpPr>
          <p:cNvPr id="7" name="Rectangle 6">
            <a:extLst xmlns:a="http://schemas.openxmlformats.org/drawingml/2006/main">
              <a:ext uri="{FF2B5EF4-FFF2-40B4-BE49-F238E27FC236}">
                <a16:creationId xmlns:a16="http://schemas.microsoft.com/office/drawing/2014/main" id="{02D5839A-62DF-4BEE-8A1E-EBBA380A027A}"/>
              </a:ext>
            </a:extLst>
          </p:cNvPr>
          <p:cNvSpPr>
            <a:spLocks xmlns:a="http://schemas.openxmlformats.org/drawingml/2006/main" noGrp="1"/>
          </p:cNvSpPr>
          <p:nvPr/>
        </p:nvSpPr>
        <p:spPr>
          <a:xfrm xmlns:a="http://schemas.openxmlformats.org/drawingml/2006/main">
            <a:off x="3638550" y="2047875"/>
            <a:ext cx="3619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2000"/>
              </a:lnSpc>
              <a:buNone/>
              <a:defRPr sz="1050" b="1">
                <a:solidFill>
                  <a:srgbClr val="657184"/>
                </a:solidFill>
                <a:latin typeface="Aptos"/>
                <a:ea typeface="Aptos"/>
                <a:cs typeface="Aptos"/>
              </a:defRPr>
            </a:pPr>
            <a:r>
              <a:rPr sz="1275" b="1">
                <a:solidFill>
                  <a:srgbClr val="657184"/>
                </a:solidFill>
                <a:latin typeface="Aptos"/>
                <a:ea typeface="Aptos"/>
                <a:cs typeface="Aptos"/>
              </a:rPr>
              <a:t>Снага</a:t>
            </a:r>
          </a:p>
        </p:txBody>
      </p:sp>
      <p:sp>
        <p:nvSpPr>
          <p:cNvPr id="8" name="Rectangle 7">
            <a:extLst xmlns:a="http://schemas.openxmlformats.org/drawingml/2006/main">
              <a:ext uri="{FF2B5EF4-FFF2-40B4-BE49-F238E27FC236}">
                <a16:creationId xmlns:a16="http://schemas.microsoft.com/office/drawing/2014/main" id="{34A5363A-D8CF-4776-A535-99BA9893AD60}"/>
              </a:ext>
            </a:extLst>
          </p:cNvPr>
          <p:cNvSpPr>
            <a:spLocks xmlns:a="http://schemas.openxmlformats.org/drawingml/2006/main" noGrp="1"/>
          </p:cNvSpPr>
          <p:nvPr/>
        </p:nvSpPr>
        <p:spPr>
          <a:xfrm xmlns:a="http://schemas.openxmlformats.org/drawingml/2006/main">
            <a:off x="7543800" y="2047875"/>
            <a:ext cx="37719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2000"/>
              </a:lnSpc>
              <a:buNone/>
              <a:defRPr sz="1050" b="1">
                <a:solidFill>
                  <a:srgbClr val="657184"/>
                </a:solidFill>
                <a:latin typeface="Aptos"/>
                <a:ea typeface="Aptos"/>
                <a:cs typeface="Aptos"/>
              </a:defRPr>
            </a:pPr>
            <a:r>
              <a:rPr sz="1275" b="1">
                <a:solidFill>
                  <a:srgbClr val="657184"/>
                </a:solidFill>
                <a:latin typeface="Aptos"/>
                <a:ea typeface="Aptos"/>
                <a:cs typeface="Aptos"/>
              </a:rPr>
              <a:t>Ограничење</a:t>
            </a:r>
          </a:p>
        </p:txBody>
      </p:sp>
      <p:sp>
        <p:nvSpPr>
          <p:cNvPr id="9" name="Rounded Rectangle 8">
            <a:extLst xmlns:a="http://schemas.openxmlformats.org/drawingml/2006/main">
              <a:ext uri="{FF2B5EF4-FFF2-40B4-BE49-F238E27FC236}">
                <a16:creationId xmlns:a16="http://schemas.microsoft.com/office/drawing/2014/main" id="{FFD8BD8B-BA83-4579-BD3A-55A056756CE0}"/>
              </a:ext>
            </a:extLst>
          </p:cNvPr>
          <p:cNvSpPr>
            <a:spLocks xmlns:a="http://schemas.openxmlformats.org/drawingml/2006/main" noGrp="1"/>
          </p:cNvSpPr>
          <p:nvPr/>
        </p:nvSpPr>
        <p:spPr>
          <a:xfrm xmlns:a="http://schemas.openxmlformats.org/drawingml/2006/main">
            <a:off x="800100" y="2362200"/>
            <a:ext cx="10591800" cy="609600"/>
          </a:xfrm>
          <a:prstGeom xmlns:a="http://schemas.openxmlformats.org/drawingml/2006/main" prst="roundRect">
            <a:avLst>
              <a:gd name="adj" fmla="val 17188"/>
            </a:avLst>
          </a:prstGeom>
          <a:solidFill xmlns:a="http://schemas.openxmlformats.org/drawingml/2006/main">
            <a:srgbClr val="F4F6F9"/>
          </a:solidFill>
          <a:ln xmlns:a="http://schemas.openxmlformats.org/drawingml/2006/main" w="9525">
            <a:solidFill>
              <a:srgbClr val="D7DEE8"/>
            </a:solidFill>
            <a:prstDash val="solid"/>
          </a:ln>
        </p:spPr>
      </p:sp>
      <p:sp>
        <p:nvSpPr>
          <p:cNvPr id="10" name="Rectangle 9">
            <a:extLst xmlns:a="http://schemas.openxmlformats.org/drawingml/2006/main">
              <a:ext uri="{FF2B5EF4-FFF2-40B4-BE49-F238E27FC236}">
                <a16:creationId xmlns:a16="http://schemas.microsoft.com/office/drawing/2014/main" id="{EC017D53-9C5D-438A-9395-7D6C44024DEC}"/>
              </a:ext>
            </a:extLst>
          </p:cNvPr>
          <p:cNvSpPr>
            <a:spLocks xmlns:a="http://schemas.openxmlformats.org/drawingml/2006/main" noGrp="1"/>
          </p:cNvSpPr>
          <p:nvPr/>
        </p:nvSpPr>
        <p:spPr>
          <a:xfrm xmlns:a="http://schemas.openxmlformats.org/drawingml/2006/main">
            <a:off x="952500" y="2486025"/>
            <a:ext cx="23812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l">
              <a:lnSpc>
                <a:spcPct val="102000"/>
              </a:lnSpc>
              <a:buNone/>
              <a:defRPr sz="1275" b="1">
                <a:solidFill>
                  <a:srgbClr val="748092"/>
                </a:solidFill>
                <a:latin typeface="Aptos"/>
                <a:ea typeface="Aptos"/>
                <a:cs typeface="Aptos"/>
              </a:defRPr>
            </a:pPr>
            <a:r>
              <a:rPr sz="1275" b="1">
                <a:solidFill>
                  <a:srgbClr val="748092"/>
                </a:solidFill>
                <a:latin typeface="Aptos"/>
                <a:ea typeface="Aptos"/>
                <a:cs typeface="Aptos"/>
              </a:rPr>
              <a:t>RBAC</a:t>
            </a:r>
          </a:p>
        </p:txBody>
      </p:sp>
      <p:sp>
        <p:nvSpPr>
          <p:cNvPr id="11" name="Rectangle 10">
            <a:extLst xmlns:a="http://schemas.openxmlformats.org/drawingml/2006/main">
              <a:ext uri="{FF2B5EF4-FFF2-40B4-BE49-F238E27FC236}">
                <a16:creationId xmlns:a16="http://schemas.microsoft.com/office/drawing/2014/main" id="{031FF4D6-2943-48E5-815C-B2111A4607ED}"/>
              </a:ext>
            </a:extLst>
          </p:cNvPr>
          <p:cNvSpPr>
            <a:spLocks xmlns:a="http://schemas.openxmlformats.org/drawingml/2006/main" noGrp="1"/>
          </p:cNvSpPr>
          <p:nvPr/>
        </p:nvSpPr>
        <p:spPr>
          <a:xfrm xmlns:a="http://schemas.openxmlformats.org/drawingml/2006/main">
            <a:off x="3638550" y="2428875"/>
            <a:ext cx="3619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l">
              <a:lnSpc>
                <a:spcPct val="102000"/>
              </a:lnSpc>
              <a:buNone/>
              <a:defRPr sz="1125" b="0">
                <a:solidFill>
                  <a:srgbClr val="1A202C"/>
                </a:solidFill>
                <a:latin typeface="Aptos"/>
                <a:ea typeface="Aptos"/>
                <a:cs typeface="Aptos"/>
              </a:defRPr>
            </a:pPr>
            <a:r>
              <a:rPr sz="1275" b="0">
                <a:solidFill>
                  <a:srgbClr val="1A202C"/>
                </a:solidFill>
                <a:latin typeface="Aptos"/>
                <a:ea typeface="Aptos"/>
                <a:cs typeface="Aptos"/>
              </a:rPr>
              <a:t>Јасне, стабилне одговорности.</a:t>
            </a:r>
          </a:p>
        </p:txBody>
      </p:sp>
      <p:sp>
        <p:nvSpPr>
          <p:cNvPr id="12" name="Rectangle 11">
            <a:extLst xmlns:a="http://schemas.openxmlformats.org/drawingml/2006/main">
              <a:ext uri="{FF2B5EF4-FFF2-40B4-BE49-F238E27FC236}">
                <a16:creationId xmlns:a16="http://schemas.microsoft.com/office/drawing/2014/main" id="{93946625-C64E-401A-A287-6B2F0F852F31}"/>
              </a:ext>
            </a:extLst>
          </p:cNvPr>
          <p:cNvSpPr>
            <a:spLocks xmlns:a="http://schemas.openxmlformats.org/drawingml/2006/main" noGrp="1"/>
          </p:cNvSpPr>
          <p:nvPr/>
        </p:nvSpPr>
        <p:spPr>
          <a:xfrm xmlns:a="http://schemas.openxmlformats.org/drawingml/2006/main">
            <a:off x="7543800" y="2428875"/>
            <a:ext cx="3619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l">
              <a:lnSpc>
                <a:spcPct val="102000"/>
              </a:lnSpc>
              <a:buNone/>
              <a:defRPr sz="1125" b="0">
                <a:solidFill>
                  <a:srgbClr val="657184"/>
                </a:solidFill>
                <a:latin typeface="Aptos"/>
                <a:ea typeface="Aptos"/>
                <a:cs typeface="Aptos"/>
              </a:defRPr>
            </a:pPr>
            <a:r>
              <a:rPr sz="1275" b="0">
                <a:solidFill>
                  <a:srgbClr val="657184"/>
                </a:solidFill>
                <a:latin typeface="Aptos"/>
                <a:ea typeface="Aptos"/>
                <a:cs typeface="Aptos"/>
              </a:rPr>
              <a:t>Тешко изражава време, власништво и стање.</a:t>
            </a:r>
          </a:p>
        </p:txBody>
      </p:sp>
      <p:sp>
        <p:nvSpPr>
          <p:cNvPr id="13" name="Rounded Rectangle 12">
            <a:extLst xmlns:a="http://schemas.openxmlformats.org/drawingml/2006/main">
              <a:ext uri="{FF2B5EF4-FFF2-40B4-BE49-F238E27FC236}">
                <a16:creationId xmlns:a16="http://schemas.microsoft.com/office/drawing/2014/main" id="{C6C86AC0-6B85-4291-AFD5-E845EEE801E8}"/>
              </a:ext>
            </a:extLst>
          </p:cNvPr>
          <p:cNvSpPr>
            <a:spLocks xmlns:a="http://schemas.openxmlformats.org/drawingml/2006/main" noGrp="1"/>
          </p:cNvSpPr>
          <p:nvPr/>
        </p:nvSpPr>
        <p:spPr>
          <a:xfrm xmlns:a="http://schemas.openxmlformats.org/drawingml/2006/main">
            <a:off x="800100" y="3105150"/>
            <a:ext cx="10591800" cy="609600"/>
          </a:xfrm>
          <a:prstGeom xmlns:a="http://schemas.openxmlformats.org/drawingml/2006/main" prst="roundRect">
            <a:avLst>
              <a:gd name="adj" fmla="val 17188"/>
            </a:avLst>
          </a:prstGeom>
          <a:solidFill xmlns:a="http://schemas.openxmlformats.org/drawingml/2006/main">
            <a:srgbClr val="F7EFF1"/>
          </a:solidFill>
          <a:ln xmlns:a="http://schemas.openxmlformats.org/drawingml/2006/main" w="9525">
            <a:solidFill>
              <a:srgbClr val="D7DEE8"/>
            </a:solidFill>
            <a:prstDash val="solid"/>
          </a:ln>
        </p:spPr>
      </p:sp>
      <p:sp>
        <p:nvSpPr>
          <p:cNvPr id="14" name="Rectangle 13">
            <a:extLst xmlns:a="http://schemas.openxmlformats.org/drawingml/2006/main">
              <a:ext uri="{FF2B5EF4-FFF2-40B4-BE49-F238E27FC236}">
                <a16:creationId xmlns:a16="http://schemas.microsoft.com/office/drawing/2014/main" id="{C422ADF4-4AC3-42DF-B4F5-1D1A71C84EFD}"/>
              </a:ext>
            </a:extLst>
          </p:cNvPr>
          <p:cNvSpPr>
            <a:spLocks xmlns:a="http://schemas.openxmlformats.org/drawingml/2006/main" noGrp="1"/>
          </p:cNvSpPr>
          <p:nvPr/>
        </p:nvSpPr>
        <p:spPr>
          <a:xfrm xmlns:a="http://schemas.openxmlformats.org/drawingml/2006/main">
            <a:off x="952500" y="3228975"/>
            <a:ext cx="23812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2000"/>
              </a:lnSpc>
              <a:buNone/>
              <a:defRPr sz="1275" b="1">
                <a:solidFill>
                  <a:srgbClr val="2F5EF5"/>
                </a:solidFill>
                <a:latin typeface="Aptos"/>
                <a:ea typeface="Aptos"/>
                <a:cs typeface="Aptos"/>
              </a:defRPr>
            </a:pPr>
            <a:r>
              <a:rPr sz="1275" b="1">
                <a:solidFill>
                  <a:srgbClr val="7A2636"/>
                </a:solidFill>
                <a:latin typeface="Aptos"/>
                <a:ea typeface="Aptos"/>
                <a:cs typeface="Aptos"/>
              </a:rPr>
              <a:t>ABAC</a:t>
            </a:r>
          </a:p>
        </p:txBody>
      </p:sp>
      <p:sp>
        <p:nvSpPr>
          <p:cNvPr id="15" name="Rectangle 14">
            <a:extLst xmlns:a="http://schemas.openxmlformats.org/drawingml/2006/main">
              <a:ext uri="{FF2B5EF4-FFF2-40B4-BE49-F238E27FC236}">
                <a16:creationId xmlns:a16="http://schemas.microsoft.com/office/drawing/2014/main" id="{46742323-3144-4C31-9713-7C250047A1E9}"/>
              </a:ext>
            </a:extLst>
          </p:cNvPr>
          <p:cNvSpPr>
            <a:spLocks xmlns:a="http://schemas.openxmlformats.org/drawingml/2006/main" noGrp="1"/>
          </p:cNvSpPr>
          <p:nvPr/>
        </p:nvSpPr>
        <p:spPr>
          <a:xfrm xmlns:a="http://schemas.openxmlformats.org/drawingml/2006/main">
            <a:off x="3638550" y="3171825"/>
            <a:ext cx="3619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l">
              <a:lnSpc>
                <a:spcPct val="102000"/>
              </a:lnSpc>
              <a:buNone/>
              <a:defRPr sz="1125" b="0">
                <a:solidFill>
                  <a:srgbClr val="1A202C"/>
                </a:solidFill>
                <a:latin typeface="Aptos"/>
                <a:ea typeface="Aptos"/>
                <a:cs typeface="Aptos"/>
              </a:defRPr>
            </a:pPr>
            <a:r>
              <a:rPr sz="1275" b="0">
                <a:solidFill>
                  <a:srgbClr val="1A202C"/>
                </a:solidFill>
                <a:latin typeface="Aptos"/>
                <a:ea typeface="Aptos"/>
                <a:cs typeface="Aptos"/>
              </a:rPr>
              <a:t>Користи богат контекст одлуке.</a:t>
            </a:r>
          </a:p>
        </p:txBody>
      </p:sp>
      <p:sp>
        <p:nvSpPr>
          <p:cNvPr id="16" name="Rectangle 15">
            <a:extLst xmlns:a="http://schemas.openxmlformats.org/drawingml/2006/main">
              <a:ext uri="{FF2B5EF4-FFF2-40B4-BE49-F238E27FC236}">
                <a16:creationId xmlns:a16="http://schemas.microsoft.com/office/drawing/2014/main" id="{DAC57574-9F32-48B0-9A7A-8F3D1288BE98}"/>
              </a:ext>
            </a:extLst>
          </p:cNvPr>
          <p:cNvSpPr>
            <a:spLocks xmlns:a="http://schemas.openxmlformats.org/drawingml/2006/main" noGrp="1"/>
          </p:cNvSpPr>
          <p:nvPr/>
        </p:nvSpPr>
        <p:spPr>
          <a:xfrm xmlns:a="http://schemas.openxmlformats.org/drawingml/2006/main">
            <a:off x="7543800" y="3171825"/>
            <a:ext cx="3619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l">
              <a:lnSpc>
                <a:spcPct val="102000"/>
              </a:lnSpc>
              <a:buNone/>
              <a:defRPr sz="1125" b="0">
                <a:solidFill>
                  <a:srgbClr val="657184"/>
                </a:solidFill>
                <a:latin typeface="Aptos"/>
                <a:ea typeface="Aptos"/>
                <a:cs typeface="Aptos"/>
              </a:defRPr>
            </a:pPr>
            <a:r>
              <a:rPr sz="1275" b="0">
                <a:solidFill>
                  <a:srgbClr val="657184"/>
                </a:solidFill>
                <a:latin typeface="Aptos"/>
                <a:ea typeface="Aptos"/>
                <a:cs typeface="Aptos"/>
              </a:rPr>
              <a:t>Тражи поуздане атрибуте и читљива правила.</a:t>
            </a:r>
          </a:p>
        </p:txBody>
      </p:sp>
      <p:sp>
        <p:nvSpPr>
          <p:cNvPr id="17" name="Rounded Rectangle 16">
            <a:extLst xmlns:a="http://schemas.openxmlformats.org/drawingml/2006/main">
              <a:ext uri="{FF2B5EF4-FFF2-40B4-BE49-F238E27FC236}">
                <a16:creationId xmlns:a16="http://schemas.microsoft.com/office/drawing/2014/main" id="{83E4F62B-E9CC-4CA1-9514-2152E7DEB5FF}"/>
              </a:ext>
            </a:extLst>
          </p:cNvPr>
          <p:cNvSpPr>
            <a:spLocks xmlns:a="http://schemas.openxmlformats.org/drawingml/2006/main" noGrp="1"/>
          </p:cNvSpPr>
          <p:nvPr/>
        </p:nvSpPr>
        <p:spPr>
          <a:xfrm xmlns:a="http://schemas.openxmlformats.org/drawingml/2006/main">
            <a:off x="800100" y="3848100"/>
            <a:ext cx="10591800" cy="609600"/>
          </a:xfrm>
          <a:prstGeom xmlns:a="http://schemas.openxmlformats.org/drawingml/2006/main" prst="roundRect">
            <a:avLst>
              <a:gd name="adj" fmla="val 17188"/>
            </a:avLst>
          </a:prstGeom>
          <a:solidFill xmlns:a="http://schemas.openxmlformats.org/drawingml/2006/main">
            <a:srgbClr val="F7F4F5"/>
          </a:solidFill>
          <a:ln xmlns:a="http://schemas.openxmlformats.org/drawingml/2006/main" w="9525">
            <a:solidFill>
              <a:srgbClr val="D7DEE8"/>
            </a:solidFill>
            <a:prstDash val="solid"/>
          </a:ln>
        </p:spPr>
      </p:sp>
      <p:sp>
        <p:nvSpPr>
          <p:cNvPr id="18" name="Rectangle 17">
            <a:extLst xmlns:a="http://schemas.openxmlformats.org/drawingml/2006/main">
              <a:ext uri="{FF2B5EF4-FFF2-40B4-BE49-F238E27FC236}">
                <a16:creationId xmlns:a16="http://schemas.microsoft.com/office/drawing/2014/main" id="{F5C7FE12-A063-4797-BEA1-0450B0471C9D}"/>
              </a:ext>
            </a:extLst>
          </p:cNvPr>
          <p:cNvSpPr>
            <a:spLocks xmlns:a="http://schemas.openxmlformats.org/drawingml/2006/main" noGrp="1"/>
          </p:cNvSpPr>
          <p:nvPr/>
        </p:nvSpPr>
        <p:spPr>
          <a:xfrm xmlns:a="http://schemas.openxmlformats.org/drawingml/2006/main">
            <a:off x="952500" y="3971925"/>
            <a:ext cx="23812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2000"/>
              </a:lnSpc>
              <a:buNone/>
              <a:defRPr sz="1275" b="1">
                <a:solidFill>
                  <a:srgbClr val="7651D4"/>
                </a:solidFill>
                <a:latin typeface="Aptos"/>
                <a:ea typeface="Aptos"/>
                <a:cs typeface="Aptos"/>
              </a:defRPr>
            </a:pPr>
            <a:r>
              <a:rPr sz="1275" b="1">
                <a:solidFill>
                  <a:srgbClr val="7A2636"/>
                </a:solidFill>
                <a:latin typeface="Aptos"/>
                <a:ea typeface="Aptos"/>
                <a:cs typeface="Aptos"/>
              </a:rPr>
              <a:t>Комбинација</a:t>
            </a:r>
          </a:p>
        </p:txBody>
      </p:sp>
      <p:sp>
        <p:nvSpPr>
          <p:cNvPr id="19" name="Rectangle 18">
            <a:extLst xmlns:a="http://schemas.openxmlformats.org/drawingml/2006/main">
              <a:ext uri="{FF2B5EF4-FFF2-40B4-BE49-F238E27FC236}">
                <a16:creationId xmlns:a16="http://schemas.microsoft.com/office/drawing/2014/main" id="{9D57759B-4150-45F1-86EC-72E90B94B91B}"/>
              </a:ext>
            </a:extLst>
          </p:cNvPr>
          <p:cNvSpPr>
            <a:spLocks xmlns:a="http://schemas.openxmlformats.org/drawingml/2006/main" noGrp="1"/>
          </p:cNvSpPr>
          <p:nvPr/>
        </p:nvSpPr>
        <p:spPr>
          <a:xfrm xmlns:a="http://schemas.openxmlformats.org/drawingml/2006/main">
            <a:off x="3638550" y="3914775"/>
            <a:ext cx="3619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l">
              <a:lnSpc>
                <a:spcPct val="102000"/>
              </a:lnSpc>
              <a:buNone/>
              <a:defRPr sz="1125" b="0">
                <a:solidFill>
                  <a:srgbClr val="1A202C"/>
                </a:solidFill>
                <a:latin typeface="Aptos"/>
                <a:ea typeface="Aptos"/>
                <a:cs typeface="Aptos"/>
              </a:defRPr>
            </a:pPr>
            <a:r>
              <a:rPr sz="1275" b="0">
                <a:solidFill>
                  <a:srgbClr val="1A202C"/>
                </a:solidFill>
                <a:latin typeface="Aptos"/>
                <a:ea typeface="Aptos"/>
                <a:cs typeface="Aptos"/>
              </a:rPr>
              <a:t>Улога даје основу, атрибути прецизирају.</a:t>
            </a:r>
          </a:p>
        </p:txBody>
      </p:sp>
      <p:sp>
        <p:nvSpPr>
          <p:cNvPr id="20" name="Rectangle 19">
            <a:extLst xmlns:a="http://schemas.openxmlformats.org/drawingml/2006/main">
              <a:ext uri="{FF2B5EF4-FFF2-40B4-BE49-F238E27FC236}">
                <a16:creationId xmlns:a16="http://schemas.microsoft.com/office/drawing/2014/main" id="{5B308EAC-6E06-4D1F-96DD-1B18F6109191}"/>
              </a:ext>
            </a:extLst>
          </p:cNvPr>
          <p:cNvSpPr>
            <a:spLocks xmlns:a="http://schemas.openxmlformats.org/drawingml/2006/main" noGrp="1"/>
          </p:cNvSpPr>
          <p:nvPr/>
        </p:nvSpPr>
        <p:spPr>
          <a:xfrm xmlns:a="http://schemas.openxmlformats.org/drawingml/2006/main">
            <a:off x="7543800" y="3914775"/>
            <a:ext cx="3619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l">
              <a:lnSpc>
                <a:spcPct val="102000"/>
              </a:lnSpc>
              <a:buNone/>
              <a:defRPr sz="1125" b="0">
                <a:solidFill>
                  <a:srgbClr val="657184"/>
                </a:solidFill>
                <a:latin typeface="Aptos"/>
                <a:ea typeface="Aptos"/>
                <a:cs typeface="Aptos"/>
              </a:defRPr>
            </a:pPr>
            <a:r>
              <a:rPr sz="1275" b="0">
                <a:solidFill>
                  <a:srgbClr val="657184"/>
                </a:solidFill>
                <a:latin typeface="Aptos"/>
                <a:ea typeface="Aptos"/>
                <a:cs typeface="Aptos"/>
              </a:rPr>
              <a:t>Потребно је пажљиво објаснити приоритет правила.</a:t>
            </a:r>
          </a:p>
        </p:txBody>
      </p:sp>
      <p:sp>
        <p:nvSpPr>
          <p:cNvPr id="21" name="Rounded Rectangle 20">
            <a:extLst xmlns:a="http://schemas.openxmlformats.org/drawingml/2006/main">
              <a:ext uri="{FF2B5EF4-FFF2-40B4-BE49-F238E27FC236}">
                <a16:creationId xmlns:a16="http://schemas.microsoft.com/office/drawing/2014/main" id="{BC5E44BE-A51F-4435-9478-3AAE79F0D252}"/>
              </a:ext>
            </a:extLst>
          </p:cNvPr>
          <p:cNvSpPr>
            <a:spLocks xmlns:a="http://schemas.openxmlformats.org/drawingml/2006/main" noGrp="1"/>
          </p:cNvSpPr>
          <p:nvPr/>
        </p:nvSpPr>
        <p:spPr>
          <a:xfrm xmlns:a="http://schemas.openxmlformats.org/drawingml/2006/main">
            <a:off x="800100" y="4591050"/>
            <a:ext cx="10591800" cy="609600"/>
          </a:xfrm>
          <a:prstGeom xmlns:a="http://schemas.openxmlformats.org/drawingml/2006/main" prst="roundRect">
            <a:avLst>
              <a:gd name="adj" fmla="val 17188"/>
            </a:avLst>
          </a:prstGeom>
          <a:solidFill xmlns:a="http://schemas.openxmlformats.org/drawingml/2006/main">
            <a:srgbClr val="EDF8F2"/>
          </a:solidFill>
          <a:ln xmlns:a="http://schemas.openxmlformats.org/drawingml/2006/main" w="9525">
            <a:solidFill>
              <a:srgbClr val="D7DEE8"/>
            </a:solidFill>
            <a:prstDash val="solid"/>
          </a:ln>
        </p:spPr>
      </p:sp>
      <p:sp>
        <p:nvSpPr>
          <p:cNvPr id="22" name="Rectangle 21">
            <a:extLst xmlns:a="http://schemas.openxmlformats.org/drawingml/2006/main">
              <a:ext uri="{FF2B5EF4-FFF2-40B4-BE49-F238E27FC236}">
                <a16:creationId xmlns:a16="http://schemas.microsoft.com/office/drawing/2014/main" id="{88CEBBFD-20A8-444A-89F4-847DFB07FBDB}"/>
              </a:ext>
            </a:extLst>
          </p:cNvPr>
          <p:cNvSpPr>
            <a:spLocks xmlns:a="http://schemas.openxmlformats.org/drawingml/2006/main" noGrp="1"/>
          </p:cNvSpPr>
          <p:nvPr/>
        </p:nvSpPr>
        <p:spPr>
          <a:xfrm xmlns:a="http://schemas.openxmlformats.org/drawingml/2006/main">
            <a:off x="952500" y="4714875"/>
            <a:ext cx="23812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l">
              <a:lnSpc>
                <a:spcPct val="102000"/>
              </a:lnSpc>
              <a:buNone/>
              <a:defRPr sz="1275" b="1">
                <a:solidFill>
                  <a:srgbClr val="138A5B"/>
                </a:solidFill>
                <a:latin typeface="Aptos"/>
                <a:ea typeface="Aptos"/>
                <a:cs typeface="Aptos"/>
              </a:defRPr>
            </a:pPr>
            <a:r>
              <a:rPr sz="1275" b="1">
                <a:solidFill>
                  <a:srgbClr val="138A5B"/>
                </a:solidFill>
                <a:latin typeface="Aptos"/>
                <a:ea typeface="Aptos"/>
                <a:cs typeface="Aptos"/>
              </a:rPr>
              <a:t>SoD</a:t>
            </a:r>
          </a:p>
        </p:txBody>
      </p:sp>
      <p:sp>
        <p:nvSpPr>
          <p:cNvPr id="23" name="Rectangle 22">
            <a:extLst xmlns:a="http://schemas.openxmlformats.org/drawingml/2006/main">
              <a:ext uri="{FF2B5EF4-FFF2-40B4-BE49-F238E27FC236}">
                <a16:creationId xmlns:a16="http://schemas.microsoft.com/office/drawing/2014/main" id="{FE0D4270-95F8-4743-BED6-BD27D2D3C338}"/>
              </a:ext>
            </a:extLst>
          </p:cNvPr>
          <p:cNvSpPr>
            <a:spLocks xmlns:a="http://schemas.openxmlformats.org/drawingml/2006/main" noGrp="1"/>
          </p:cNvSpPr>
          <p:nvPr/>
        </p:nvSpPr>
        <p:spPr>
          <a:xfrm xmlns:a="http://schemas.openxmlformats.org/drawingml/2006/main">
            <a:off x="3638550" y="4657725"/>
            <a:ext cx="3619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l">
              <a:lnSpc>
                <a:spcPct val="102000"/>
              </a:lnSpc>
              <a:buNone/>
              <a:defRPr sz="1125" b="0">
                <a:solidFill>
                  <a:srgbClr val="1A202C"/>
                </a:solidFill>
                <a:latin typeface="Aptos"/>
                <a:ea typeface="Aptos"/>
                <a:cs typeface="Aptos"/>
              </a:defRPr>
            </a:pPr>
            <a:r>
              <a:rPr sz="1275" b="0">
                <a:solidFill>
                  <a:srgbClr val="1A202C"/>
                </a:solidFill>
                <a:latin typeface="Aptos"/>
                <a:ea typeface="Aptos"/>
                <a:cs typeface="Aptos"/>
              </a:rPr>
              <a:t>Спречава ризичне комбинације права.</a:t>
            </a:r>
          </a:p>
        </p:txBody>
      </p:sp>
      <p:sp>
        <p:nvSpPr>
          <p:cNvPr id="24" name="Rectangle 23">
            <a:extLst xmlns:a="http://schemas.openxmlformats.org/drawingml/2006/main">
              <a:ext uri="{FF2B5EF4-FFF2-40B4-BE49-F238E27FC236}">
                <a16:creationId xmlns:a16="http://schemas.microsoft.com/office/drawing/2014/main" id="{D73626F6-7D42-4744-8FDC-A7D49AEB5E26}"/>
              </a:ext>
            </a:extLst>
          </p:cNvPr>
          <p:cNvSpPr>
            <a:spLocks xmlns:a="http://schemas.openxmlformats.org/drawingml/2006/main" noGrp="1"/>
          </p:cNvSpPr>
          <p:nvPr/>
        </p:nvSpPr>
        <p:spPr>
          <a:xfrm xmlns:a="http://schemas.openxmlformats.org/drawingml/2006/main">
            <a:off x="7543800" y="4657725"/>
            <a:ext cx="3619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l">
              <a:lnSpc>
                <a:spcPct val="102000"/>
              </a:lnSpc>
              <a:buNone/>
              <a:defRPr sz="1125" b="0">
                <a:solidFill>
                  <a:srgbClr val="657184"/>
                </a:solidFill>
                <a:latin typeface="Aptos"/>
                <a:ea typeface="Aptos"/>
                <a:cs typeface="Aptos"/>
              </a:defRPr>
            </a:pPr>
            <a:r>
              <a:rPr sz="1275" b="0">
                <a:solidFill>
                  <a:srgbClr val="657184"/>
                </a:solidFill>
                <a:latin typeface="Aptos"/>
                <a:ea typeface="Aptos"/>
                <a:cs typeface="Aptos"/>
              </a:rPr>
              <a:t>Мора се проверавати кроз ефективна права.</a:t>
            </a:r>
          </a:p>
        </p:txBody>
      </p:sp>
    </p:spTree>
    <p:extLst>
      <p:ext uri="{BB962C8B-B14F-4D97-AF65-F5344CB8AC3E}">
        <p14:creationId xmlns:p14="http://schemas.microsoft.com/office/powerpoint/2010/main" val="1544830511"/>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8" name="Rectangle 27">
            <a:extLst xmlns:a="http://schemas.openxmlformats.org/drawingml/2006/main">
              <a:ext uri="{FF2B5EF4-FFF2-40B4-BE49-F238E27FC236}">
                <a16:creationId xmlns:a16="http://schemas.microsoft.com/office/drawing/2014/main" id="{B1817B6E-F2DB-4E5C-BA4E-88D3B75CBDDF}"/>
              </a:ext>
            </a:extLst>
          </p:cNvPr>
          <p:cNvSpPr>
            <a:spLocks xmlns:a="http://schemas.openxmlformats.org/drawingml/2006/main" noGrp="1"/>
          </p:cNvSpPr>
          <p:nvPr/>
        </p:nvSpPr>
        <p:spPr>
          <a:xfrm xmlns:a="http://schemas.openxmlformats.org/drawingml/2006/main">
            <a:off x="495300" y="238125"/>
            <a:ext cx="3429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825" b="0">
                <a:solidFill>
                  <a:srgbClr val="657184"/>
                </a:solidFill>
                <a:latin typeface="Aptos"/>
                <a:ea typeface="Aptos"/>
                <a:cs typeface="Aptos"/>
              </a:defRPr>
            </a:pPr>
            <a:r>
              <a:rPr sz="825" b="0">
                <a:solidFill>
                  <a:srgbClr val="5E6B7D"/>
                </a:solidFill>
                <a:latin typeface="Aptos"/>
                <a:ea typeface="Aptos"/>
                <a:cs typeface="Aptos"/>
              </a:rPr>
              <a:t>Основе информационе безбедности</a:t>
            </a:r>
          </a:p>
        </p:txBody>
      </p:sp>
      <p:sp>
        <p:nvSpPr>
          <p:cNvPr id="2" name="Straight Connector 1">
            <a:extLst xmlns:a="http://schemas.openxmlformats.org/drawingml/2006/main">
              <a:ext uri="{FF2B5EF4-FFF2-40B4-BE49-F238E27FC236}">
                <a16:creationId xmlns:a16="http://schemas.microsoft.com/office/drawing/2014/main" id="{8605C3B8-C963-48DC-B534-C34D30D891BF}"/>
              </a:ext>
            </a:extLst>
          </p:cNvPr>
          <p:cNvSpPr>
            <a:spLocks xmlns:a="http://schemas.openxmlformats.org/drawingml/2006/main" noGrp="1"/>
          </p:cNvSpPr>
          <p:nvPr/>
        </p:nvSpPr>
        <p:spPr>
          <a:xfrm xmlns:a="http://schemas.openxmlformats.org/drawingml/2006/main">
            <a:off x="495300" y="476250"/>
            <a:ext cx="11201400" cy="9525"/>
          </a:xfrm>
          <a:prstGeom xmlns:a="http://schemas.openxmlformats.org/drawingml/2006/main" prst="line">
            <a:avLst/>
          </a:prstGeom>
          <a:solidFill xmlns:a="http://schemas.openxmlformats.org/drawingml/2006/main">
            <a:srgbClr val="8D5560"/>
          </a:solidFill>
          <a:ln xmlns:a="http://schemas.openxmlformats.org/drawingml/2006/main" w="7144">
            <a:solidFill>
              <a:srgbClr val="8D5560"/>
            </a:solidFill>
            <a:prstDash val="solid"/>
          </a:ln>
        </p:spPr>
      </p:sp>
      <p:sp>
        <p:nvSpPr>
          <p:cNvPr id="3" name="Rectangle 2">
            <a:extLst xmlns:a="http://schemas.openxmlformats.org/drawingml/2006/main">
              <a:ext uri="{FF2B5EF4-FFF2-40B4-BE49-F238E27FC236}">
                <a16:creationId xmlns:a16="http://schemas.microsoft.com/office/drawing/2014/main" id="{A2897430-637C-4EB5-A94F-0FD4DB768AB2}"/>
              </a:ext>
            </a:extLst>
          </p:cNvPr>
          <p:cNvSpPr>
            <a:spLocks xmlns:a="http://schemas.openxmlformats.org/drawingml/2006/main" noGrp="1"/>
          </p:cNvSpPr>
          <p:nvPr/>
        </p:nvSpPr>
        <p:spPr>
          <a:xfrm xmlns:a="http://schemas.openxmlformats.org/drawingml/2006/main">
            <a:off x="11372850" y="6477000"/>
            <a:ext cx="3238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r">
              <a:lnSpc>
                <a:spcPct val="102000"/>
              </a:lnSpc>
              <a:buNone/>
              <a:defRPr sz="975" b="0">
                <a:solidFill>
                  <a:srgbClr val="1A202C"/>
                </a:solidFill>
                <a:latin typeface="Aptos"/>
                <a:ea typeface="Aptos"/>
                <a:cs typeface="Aptos"/>
              </a:defRPr>
            </a:pPr>
            <a:r>
              <a:rPr sz="975" b="0">
                <a:solidFill>
                  <a:srgbClr val="1A202C"/>
                </a:solidFill>
                <a:latin typeface="Aptos"/>
                <a:ea typeface="Aptos"/>
                <a:cs typeface="Aptos"/>
              </a:rPr>
              <a:t>9</a:t>
            </a:r>
          </a:p>
        </p:txBody>
      </p:sp>
      <p:sp>
        <p:nvSpPr>
          <p:cNvPr id="4" name="Rectangle 3">
            <a:extLst xmlns:a="http://schemas.openxmlformats.org/drawingml/2006/main">
              <a:ext uri="{FF2B5EF4-FFF2-40B4-BE49-F238E27FC236}">
                <a16:creationId xmlns:a16="http://schemas.microsoft.com/office/drawing/2014/main" id="{8CB883DB-CC8A-4C79-86BC-4AFFAA4F321F}"/>
              </a:ext>
            </a:extLst>
          </p:cNvPr>
          <p:cNvSpPr>
            <a:spLocks xmlns:a="http://schemas.openxmlformats.org/drawingml/2006/main" noGrp="1"/>
          </p:cNvSpPr>
          <p:nvPr/>
        </p:nvSpPr>
        <p:spPr>
          <a:xfrm xmlns:a="http://schemas.openxmlformats.org/drawingml/2006/main">
            <a:off x="685800" y="781050"/>
            <a:ext cx="108204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2550" b="1">
                <a:solidFill>
                  <a:srgbClr val="1A202C"/>
                </a:solidFill>
                <a:latin typeface="Aptos Display"/>
                <a:ea typeface="Aptos Display"/>
                <a:cs typeface="Aptos Display"/>
              </a:defRPr>
            </a:pPr>
            <a:r>
              <a:rPr sz="2550" b="1">
                <a:solidFill>
                  <a:srgbClr val="1A202C"/>
                </a:solidFill>
                <a:latin typeface="Aptos Display"/>
                <a:ea typeface="Aptos Display"/>
                <a:cs typeface="Aptos Display"/>
              </a:rPr>
              <a:t>Модел контекстуалне одлуке</a:t>
            </a:r>
          </a:p>
        </p:txBody>
      </p:sp>
      <p:sp>
        <p:nvSpPr>
          <p:cNvPr id="5" name="Rectangle 4">
            <a:extLst xmlns:a="http://schemas.openxmlformats.org/drawingml/2006/main">
              <a:ext uri="{FF2B5EF4-FFF2-40B4-BE49-F238E27FC236}">
                <a16:creationId xmlns:a16="http://schemas.microsoft.com/office/drawing/2014/main" id="{62D7143E-50C9-48B6-BFD6-20E9A10054A8}"/>
              </a:ext>
            </a:extLst>
          </p:cNvPr>
          <p:cNvSpPr>
            <a:spLocks xmlns:a="http://schemas.openxmlformats.org/drawingml/2006/main" noGrp="1"/>
          </p:cNvSpPr>
          <p:nvPr/>
        </p:nvSpPr>
        <p:spPr>
          <a:xfrm xmlns:a="http://schemas.openxmlformats.org/drawingml/2006/main">
            <a:off x="685800" y="1428750"/>
            <a:ext cx="108204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2000"/>
              </a:lnSpc>
              <a:buNone/>
              <a:defRPr sz="1575" b="0">
                <a:solidFill>
                  <a:srgbClr val="657184"/>
                </a:solidFill>
                <a:latin typeface="Aptos"/>
                <a:ea typeface="Aptos"/>
                <a:cs typeface="Aptos"/>
              </a:defRPr>
            </a:pPr>
            <a:r>
              <a:rPr sz="1575" b="0">
                <a:solidFill>
                  <a:srgbClr val="657184"/>
                </a:solidFill>
                <a:latin typeface="Aptos"/>
                <a:ea typeface="Aptos"/>
                <a:cs typeface="Aptos"/>
              </a:rPr>
              <a:t>Контекст даје прецизност одлуци, а редован преглед проверава да ли одлука и даље има смисла.</a:t>
            </a:r>
          </a:p>
        </p:txBody>
      </p:sp>
      <p:sp>
        <p:nvSpPr>
          <p:cNvPr id="6" name="Rounded Rectangle 5">
            <a:extLst xmlns:a="http://schemas.openxmlformats.org/drawingml/2006/main">
              <a:ext uri="{FF2B5EF4-FFF2-40B4-BE49-F238E27FC236}">
                <a16:creationId xmlns:a16="http://schemas.microsoft.com/office/drawing/2014/main" id="{E13726A7-6119-447A-A4CD-1C09549A45A4}"/>
              </a:ext>
            </a:extLst>
          </p:cNvPr>
          <p:cNvSpPr>
            <a:spLocks xmlns:a="http://schemas.openxmlformats.org/drawingml/2006/main" noGrp="1"/>
          </p:cNvSpPr>
          <p:nvPr/>
        </p:nvSpPr>
        <p:spPr>
          <a:xfrm xmlns:a="http://schemas.openxmlformats.org/drawingml/2006/main">
            <a:off x="742950" y="2571750"/>
            <a:ext cx="2462213" cy="1257300"/>
          </a:xfrm>
          <a:prstGeom xmlns:a="http://schemas.openxmlformats.org/drawingml/2006/main" prst="roundRect">
            <a:avLst>
              <a:gd name="adj" fmla="val 10606"/>
            </a:avLst>
          </a:prstGeom>
          <a:solidFill xmlns:a="http://schemas.openxmlformats.org/drawingml/2006/main">
            <a:srgbClr val="F4F6F9"/>
          </a:solidFill>
          <a:ln xmlns:a="http://schemas.openxmlformats.org/drawingml/2006/main" w="9525">
            <a:solidFill>
              <a:srgbClr val="D7DEE8"/>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7" name="Rectangle 6">
            <a:extLst xmlns:a="http://schemas.openxmlformats.org/drawingml/2006/main">
              <a:ext uri="{FF2B5EF4-FFF2-40B4-BE49-F238E27FC236}">
                <a16:creationId xmlns:a16="http://schemas.microsoft.com/office/drawing/2014/main" id="{E78289B5-3450-431C-8F60-253DC9A2E9D3}"/>
              </a:ext>
            </a:extLst>
          </p:cNvPr>
          <p:cNvSpPr>
            <a:spLocks xmlns:a="http://schemas.openxmlformats.org/drawingml/2006/main" noGrp="1"/>
          </p:cNvSpPr>
          <p:nvPr/>
        </p:nvSpPr>
        <p:spPr>
          <a:xfrm xmlns:a="http://schemas.openxmlformats.org/drawingml/2006/main">
            <a:off x="885825" y="2686050"/>
            <a:ext cx="2176463" cy="180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97018"/>
          </a:bodyPr>
          <a:lstStyle xmlns:a="http://schemas.openxmlformats.org/drawingml/2006/main"/>
          <a:p xmlns:a="http://schemas.openxmlformats.org/drawingml/2006/main">
            <a:pPr algn="l">
              <a:lnSpc>
                <a:spcPct val="102000"/>
              </a:lnSpc>
              <a:buNone/>
              <a:defRPr sz="975" b="1">
                <a:solidFill>
                  <a:srgbClr val="748092"/>
                </a:solidFill>
                <a:latin typeface="Aptos"/>
                <a:ea typeface="Aptos"/>
                <a:cs typeface="Aptos"/>
              </a:defRPr>
            </a:pPr>
            <a:r>
              <a:rPr sz="1200" b="1">
                <a:solidFill>
                  <a:srgbClr val="748092"/>
                </a:solidFill>
                <a:latin typeface="Aptos"/>
                <a:ea typeface="Aptos"/>
                <a:cs typeface="Aptos"/>
              </a:rPr>
              <a:t>01</a:t>
            </a:r>
          </a:p>
        </p:txBody>
      </p:sp>
      <p:sp>
        <p:nvSpPr>
          <p:cNvPr id="8" name="Rectangle 7">
            <a:extLst xmlns:a="http://schemas.openxmlformats.org/drawingml/2006/main">
              <a:ext uri="{FF2B5EF4-FFF2-40B4-BE49-F238E27FC236}">
                <a16:creationId xmlns:a16="http://schemas.microsoft.com/office/drawing/2014/main" id="{30C8E62F-8C9F-4888-A4B4-C6B9029AAEB7}"/>
              </a:ext>
            </a:extLst>
          </p:cNvPr>
          <p:cNvSpPr>
            <a:spLocks xmlns:a="http://schemas.openxmlformats.org/drawingml/2006/main" noGrp="1"/>
          </p:cNvSpPr>
          <p:nvPr/>
        </p:nvSpPr>
        <p:spPr>
          <a:xfrm xmlns:a="http://schemas.openxmlformats.org/drawingml/2006/main">
            <a:off x="876300" y="2971800"/>
            <a:ext cx="2195513"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ctr">
              <a:lnSpc>
                <a:spcPct val="102000"/>
              </a:lnSpc>
              <a:buNone/>
              <a:defRPr sz="1500" b="1">
                <a:solidFill>
                  <a:srgbClr val="1A202C"/>
                </a:solidFill>
                <a:latin typeface="Aptos"/>
                <a:ea typeface="Aptos"/>
                <a:cs typeface="Aptos"/>
              </a:defRPr>
            </a:pPr>
            <a:r>
              <a:rPr sz="1500" b="1">
                <a:solidFill>
                  <a:srgbClr val="1A202C"/>
                </a:solidFill>
                <a:latin typeface="Aptos"/>
                <a:ea typeface="Aptos"/>
                <a:cs typeface="Aptos"/>
              </a:rPr>
              <a:t>Поуздани атрибути</a:t>
            </a:r>
          </a:p>
        </p:txBody>
      </p:sp>
      <p:sp>
        <p:nvSpPr>
          <p:cNvPr id="9" name="Rectangle 8">
            <a:extLst xmlns:a="http://schemas.openxmlformats.org/drawingml/2006/main">
              <a:ext uri="{FF2B5EF4-FFF2-40B4-BE49-F238E27FC236}">
                <a16:creationId xmlns:a16="http://schemas.microsoft.com/office/drawing/2014/main" id="{A74ADA88-3A85-45FF-BE57-AC38AB60698F}"/>
              </a:ext>
            </a:extLst>
          </p:cNvPr>
          <p:cNvSpPr>
            <a:spLocks xmlns:a="http://schemas.openxmlformats.org/drawingml/2006/main" noGrp="1"/>
          </p:cNvSpPr>
          <p:nvPr/>
        </p:nvSpPr>
        <p:spPr>
          <a:xfrm xmlns:a="http://schemas.openxmlformats.org/drawingml/2006/main">
            <a:off x="885825" y="3362325"/>
            <a:ext cx="2176463"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ctr">
              <a:lnSpc>
                <a:spcPct val="102000"/>
              </a:lnSpc>
              <a:buNone/>
              <a:defRPr sz="1125" b="0">
                <a:solidFill>
                  <a:srgbClr val="657184"/>
                </a:solidFill>
                <a:latin typeface="Aptos"/>
                <a:ea typeface="Aptos"/>
                <a:cs typeface="Aptos"/>
              </a:defRPr>
            </a:pPr>
            <a:r>
              <a:rPr sz="1275" b="0">
                <a:solidFill>
                  <a:srgbClr val="657184"/>
                </a:solidFill>
                <a:latin typeface="Aptos"/>
                <a:ea typeface="Aptos"/>
                <a:cs typeface="Aptos"/>
              </a:rPr>
              <a:t>ко, где, када и над чим</a:t>
            </a:r>
          </a:p>
        </p:txBody>
      </p:sp>
      <p:sp>
        <p:nvSpPr>
          <p:cNvPr id="10" name="Rounded Rectangle 9">
            <a:extLst xmlns:a="http://schemas.openxmlformats.org/drawingml/2006/main">
              <a:ext uri="{FF2B5EF4-FFF2-40B4-BE49-F238E27FC236}">
                <a16:creationId xmlns:a16="http://schemas.microsoft.com/office/drawing/2014/main" id="{5546F35C-9BEF-47EF-B0DC-3324A6BF065D}"/>
              </a:ext>
            </a:extLst>
          </p:cNvPr>
          <p:cNvSpPr>
            <a:spLocks xmlns:a="http://schemas.openxmlformats.org/drawingml/2006/main" noGrp="1"/>
          </p:cNvSpPr>
          <p:nvPr/>
        </p:nvSpPr>
        <p:spPr>
          <a:xfrm xmlns:a="http://schemas.openxmlformats.org/drawingml/2006/main">
            <a:off x="3490913" y="2571750"/>
            <a:ext cx="2462213" cy="1257300"/>
          </a:xfrm>
          <a:prstGeom xmlns:a="http://schemas.openxmlformats.org/drawingml/2006/main" prst="roundRect">
            <a:avLst>
              <a:gd name="adj" fmla="val 10606"/>
            </a:avLst>
          </a:prstGeom>
          <a:solidFill xmlns:a="http://schemas.openxmlformats.org/drawingml/2006/main">
            <a:srgbClr val="EDF8FA"/>
          </a:solidFill>
          <a:ln xmlns:a="http://schemas.openxmlformats.org/drawingml/2006/main" w="9525">
            <a:solidFill>
              <a:srgbClr val="D7DEE8"/>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1" name="Rectangle 10">
            <a:extLst xmlns:a="http://schemas.openxmlformats.org/drawingml/2006/main">
              <a:ext uri="{FF2B5EF4-FFF2-40B4-BE49-F238E27FC236}">
                <a16:creationId xmlns:a16="http://schemas.microsoft.com/office/drawing/2014/main" id="{3D0753B9-FF72-4FC6-9630-78A8C7FC4C31}"/>
              </a:ext>
            </a:extLst>
          </p:cNvPr>
          <p:cNvSpPr>
            <a:spLocks xmlns:a="http://schemas.openxmlformats.org/drawingml/2006/main" noGrp="1"/>
          </p:cNvSpPr>
          <p:nvPr/>
        </p:nvSpPr>
        <p:spPr>
          <a:xfrm xmlns:a="http://schemas.openxmlformats.org/drawingml/2006/main">
            <a:off x="3633788" y="2686050"/>
            <a:ext cx="2176463" cy="180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97018"/>
          </a:bodyPr>
          <a:lstStyle xmlns:a="http://schemas.openxmlformats.org/drawingml/2006/main"/>
          <a:p xmlns:a="http://schemas.openxmlformats.org/drawingml/2006/main">
            <a:pPr algn="l">
              <a:lnSpc>
                <a:spcPct val="102000"/>
              </a:lnSpc>
              <a:buNone/>
              <a:defRPr sz="975" b="1">
                <a:solidFill>
                  <a:srgbClr val="168496"/>
                </a:solidFill>
                <a:latin typeface="Aptos"/>
                <a:ea typeface="Aptos"/>
                <a:cs typeface="Aptos"/>
              </a:defRPr>
            </a:pPr>
            <a:r>
              <a:rPr sz="1200" b="1">
                <a:solidFill>
                  <a:srgbClr val="168496"/>
                </a:solidFill>
                <a:latin typeface="Aptos"/>
                <a:ea typeface="Aptos"/>
                <a:cs typeface="Aptos"/>
              </a:rPr>
              <a:t>02</a:t>
            </a:r>
          </a:p>
        </p:txBody>
      </p:sp>
      <p:sp>
        <p:nvSpPr>
          <p:cNvPr id="12" name="Rectangle 11">
            <a:extLst xmlns:a="http://schemas.openxmlformats.org/drawingml/2006/main">
              <a:ext uri="{FF2B5EF4-FFF2-40B4-BE49-F238E27FC236}">
                <a16:creationId xmlns:a16="http://schemas.microsoft.com/office/drawing/2014/main" id="{F94DDEBE-FFC0-43C3-B337-99B2A670709E}"/>
              </a:ext>
            </a:extLst>
          </p:cNvPr>
          <p:cNvSpPr>
            <a:spLocks xmlns:a="http://schemas.openxmlformats.org/drawingml/2006/main" noGrp="1"/>
          </p:cNvSpPr>
          <p:nvPr/>
        </p:nvSpPr>
        <p:spPr>
          <a:xfrm xmlns:a="http://schemas.openxmlformats.org/drawingml/2006/main">
            <a:off x="3624263" y="2971800"/>
            <a:ext cx="2195513"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ctr">
              <a:lnSpc>
                <a:spcPct val="102000"/>
              </a:lnSpc>
              <a:buNone/>
              <a:defRPr sz="1500" b="1">
                <a:solidFill>
                  <a:srgbClr val="1A202C"/>
                </a:solidFill>
                <a:latin typeface="Aptos"/>
                <a:ea typeface="Aptos"/>
                <a:cs typeface="Aptos"/>
              </a:defRPr>
            </a:pPr>
            <a:r>
              <a:rPr sz="1500" b="1">
                <a:solidFill>
                  <a:srgbClr val="1A202C"/>
                </a:solidFill>
                <a:latin typeface="Aptos"/>
                <a:ea typeface="Aptos"/>
                <a:cs typeface="Aptos"/>
              </a:rPr>
              <a:t>Политика</a:t>
            </a:r>
          </a:p>
        </p:txBody>
      </p:sp>
      <p:sp>
        <p:nvSpPr>
          <p:cNvPr id="13" name="Rectangle 12">
            <a:extLst xmlns:a="http://schemas.openxmlformats.org/drawingml/2006/main">
              <a:ext uri="{FF2B5EF4-FFF2-40B4-BE49-F238E27FC236}">
                <a16:creationId xmlns:a16="http://schemas.microsoft.com/office/drawing/2014/main" id="{340C3B96-DF9E-485B-A01E-C613019B1ECE}"/>
              </a:ext>
            </a:extLst>
          </p:cNvPr>
          <p:cNvSpPr>
            <a:spLocks xmlns:a="http://schemas.openxmlformats.org/drawingml/2006/main" noGrp="1"/>
          </p:cNvSpPr>
          <p:nvPr/>
        </p:nvSpPr>
        <p:spPr>
          <a:xfrm xmlns:a="http://schemas.openxmlformats.org/drawingml/2006/main">
            <a:off x="3633788" y="3362325"/>
            <a:ext cx="2176463"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ctr">
              <a:lnSpc>
                <a:spcPct val="102000"/>
              </a:lnSpc>
              <a:buNone/>
              <a:defRPr sz="1125" b="0">
                <a:solidFill>
                  <a:srgbClr val="657184"/>
                </a:solidFill>
                <a:latin typeface="Aptos"/>
                <a:ea typeface="Aptos"/>
                <a:cs typeface="Aptos"/>
              </a:defRPr>
            </a:pPr>
            <a:r>
              <a:rPr sz="1275" b="0">
                <a:solidFill>
                  <a:srgbClr val="657184"/>
                </a:solidFill>
                <a:latin typeface="Aptos"/>
                <a:ea typeface="Aptos"/>
                <a:cs typeface="Aptos"/>
              </a:rPr>
              <a:t>правило приступа</a:t>
            </a:r>
          </a:p>
        </p:txBody>
      </p:sp>
      <p:sp>
        <p:nvSpPr>
          <p:cNvPr id="14" name="Rounded Rectangle 13">
            <a:extLst xmlns:a="http://schemas.openxmlformats.org/drawingml/2006/main">
              <a:ext uri="{FF2B5EF4-FFF2-40B4-BE49-F238E27FC236}">
                <a16:creationId xmlns:a16="http://schemas.microsoft.com/office/drawing/2014/main" id="{8B90322C-1B78-4481-BAF8-BC755B74A4F3}"/>
              </a:ext>
            </a:extLst>
          </p:cNvPr>
          <p:cNvSpPr>
            <a:spLocks xmlns:a="http://schemas.openxmlformats.org/drawingml/2006/main" noGrp="1"/>
          </p:cNvSpPr>
          <p:nvPr/>
        </p:nvSpPr>
        <p:spPr>
          <a:xfrm xmlns:a="http://schemas.openxmlformats.org/drawingml/2006/main">
            <a:off x="6238875" y="2571750"/>
            <a:ext cx="2462213" cy="1257300"/>
          </a:xfrm>
          <a:prstGeom xmlns:a="http://schemas.openxmlformats.org/drawingml/2006/main" prst="roundRect">
            <a:avLst>
              <a:gd name="adj" fmla="val 10606"/>
            </a:avLst>
          </a:prstGeom>
          <a:solidFill xmlns:a="http://schemas.openxmlformats.org/drawingml/2006/main">
            <a:srgbClr val="FFF6E9"/>
          </a:solidFill>
          <a:ln xmlns:a="http://schemas.openxmlformats.org/drawingml/2006/main" w="9525">
            <a:solidFill>
              <a:srgbClr val="D7DEE8"/>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5" name="Rectangle 14">
            <a:extLst xmlns:a="http://schemas.openxmlformats.org/drawingml/2006/main">
              <a:ext uri="{FF2B5EF4-FFF2-40B4-BE49-F238E27FC236}">
                <a16:creationId xmlns:a16="http://schemas.microsoft.com/office/drawing/2014/main" id="{854B6BB2-10EA-4802-B664-AB5E98466327}"/>
              </a:ext>
            </a:extLst>
          </p:cNvPr>
          <p:cNvSpPr>
            <a:spLocks xmlns:a="http://schemas.openxmlformats.org/drawingml/2006/main" noGrp="1"/>
          </p:cNvSpPr>
          <p:nvPr/>
        </p:nvSpPr>
        <p:spPr>
          <a:xfrm xmlns:a="http://schemas.openxmlformats.org/drawingml/2006/main">
            <a:off x="6381750" y="2686050"/>
            <a:ext cx="2176463" cy="180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97018"/>
          </a:bodyPr>
          <a:lstStyle xmlns:a="http://schemas.openxmlformats.org/drawingml/2006/main"/>
          <a:p xmlns:a="http://schemas.openxmlformats.org/drawingml/2006/main">
            <a:pPr algn="l">
              <a:lnSpc>
                <a:spcPct val="102000"/>
              </a:lnSpc>
              <a:buNone/>
              <a:defRPr sz="975" b="1">
                <a:solidFill>
                  <a:srgbClr val="B86A09"/>
                </a:solidFill>
                <a:latin typeface="Aptos"/>
                <a:ea typeface="Aptos"/>
                <a:cs typeface="Aptos"/>
              </a:defRPr>
            </a:pPr>
            <a:r>
              <a:rPr sz="1200" b="1">
                <a:solidFill>
                  <a:srgbClr val="B86A09"/>
                </a:solidFill>
                <a:latin typeface="Aptos"/>
                <a:ea typeface="Aptos"/>
                <a:cs typeface="Aptos"/>
              </a:rPr>
              <a:t>03</a:t>
            </a:r>
          </a:p>
        </p:txBody>
      </p:sp>
      <p:sp>
        <p:nvSpPr>
          <p:cNvPr id="16" name="Rectangle 15">
            <a:extLst xmlns:a="http://schemas.openxmlformats.org/drawingml/2006/main">
              <a:ext uri="{FF2B5EF4-FFF2-40B4-BE49-F238E27FC236}">
                <a16:creationId xmlns:a16="http://schemas.microsoft.com/office/drawing/2014/main" id="{48C715E1-8142-4773-97A5-4E88B93A7EA0}"/>
              </a:ext>
            </a:extLst>
          </p:cNvPr>
          <p:cNvSpPr>
            <a:spLocks xmlns:a="http://schemas.openxmlformats.org/drawingml/2006/main" noGrp="1"/>
          </p:cNvSpPr>
          <p:nvPr/>
        </p:nvSpPr>
        <p:spPr>
          <a:xfrm xmlns:a="http://schemas.openxmlformats.org/drawingml/2006/main">
            <a:off x="6372225" y="2971800"/>
            <a:ext cx="2195513"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ctr">
              <a:lnSpc>
                <a:spcPct val="102000"/>
              </a:lnSpc>
              <a:buNone/>
              <a:defRPr sz="1500" b="1">
                <a:solidFill>
                  <a:srgbClr val="1A202C"/>
                </a:solidFill>
                <a:latin typeface="Aptos"/>
                <a:ea typeface="Aptos"/>
                <a:cs typeface="Aptos"/>
              </a:defRPr>
            </a:pPr>
            <a:r>
              <a:rPr sz="1500" b="1">
                <a:solidFill>
                  <a:srgbClr val="1A202C"/>
                </a:solidFill>
                <a:latin typeface="Aptos"/>
                <a:ea typeface="Aptos"/>
                <a:cs typeface="Aptos"/>
              </a:rPr>
              <a:t>Ризик</a:t>
            </a:r>
          </a:p>
        </p:txBody>
      </p:sp>
      <p:sp>
        <p:nvSpPr>
          <p:cNvPr id="17" name="Rectangle 16">
            <a:extLst xmlns:a="http://schemas.openxmlformats.org/drawingml/2006/main">
              <a:ext uri="{FF2B5EF4-FFF2-40B4-BE49-F238E27FC236}">
                <a16:creationId xmlns:a16="http://schemas.microsoft.com/office/drawing/2014/main" id="{9068B0C4-EFB9-47AC-9EDD-28B1E14DADA4}"/>
              </a:ext>
            </a:extLst>
          </p:cNvPr>
          <p:cNvSpPr>
            <a:spLocks xmlns:a="http://schemas.openxmlformats.org/drawingml/2006/main" noGrp="1"/>
          </p:cNvSpPr>
          <p:nvPr/>
        </p:nvSpPr>
        <p:spPr>
          <a:xfrm xmlns:a="http://schemas.openxmlformats.org/drawingml/2006/main">
            <a:off x="6381750" y="3362325"/>
            <a:ext cx="2176463"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90491"/>
          </a:bodyPr>
          <a:lstStyle xmlns:a="http://schemas.openxmlformats.org/drawingml/2006/main"/>
          <a:p xmlns:a="http://schemas.openxmlformats.org/drawingml/2006/main">
            <a:pPr algn="ctr">
              <a:lnSpc>
                <a:spcPct val="102000"/>
              </a:lnSpc>
              <a:buNone/>
              <a:defRPr sz="1125" b="0">
                <a:solidFill>
                  <a:srgbClr val="657184"/>
                </a:solidFill>
                <a:latin typeface="Aptos"/>
                <a:ea typeface="Aptos"/>
                <a:cs typeface="Aptos"/>
              </a:defRPr>
            </a:pPr>
            <a:r>
              <a:rPr sz="1275" b="0">
                <a:solidFill>
                  <a:srgbClr val="657184"/>
                </a:solidFill>
                <a:latin typeface="Aptos"/>
                <a:ea typeface="Aptos"/>
                <a:cs typeface="Aptos"/>
              </a:rPr>
              <a:t>утицај и преостала изложеност</a:t>
            </a:r>
          </a:p>
        </p:txBody>
      </p:sp>
      <p:sp>
        <p:nvSpPr>
          <p:cNvPr id="18" name="Rounded Rectangle 17">
            <a:extLst xmlns:a="http://schemas.openxmlformats.org/drawingml/2006/main">
              <a:ext uri="{FF2B5EF4-FFF2-40B4-BE49-F238E27FC236}">
                <a16:creationId xmlns:a16="http://schemas.microsoft.com/office/drawing/2014/main" id="{08BEE530-12E6-47FD-938D-5E2D2161CDDB}"/>
              </a:ext>
            </a:extLst>
          </p:cNvPr>
          <p:cNvSpPr>
            <a:spLocks xmlns:a="http://schemas.openxmlformats.org/drawingml/2006/main" noGrp="1"/>
          </p:cNvSpPr>
          <p:nvPr/>
        </p:nvSpPr>
        <p:spPr>
          <a:xfrm xmlns:a="http://schemas.openxmlformats.org/drawingml/2006/main">
            <a:off x="8986838" y="2571750"/>
            <a:ext cx="2462213" cy="1257300"/>
          </a:xfrm>
          <a:prstGeom xmlns:a="http://schemas.openxmlformats.org/drawingml/2006/main" prst="roundRect">
            <a:avLst>
              <a:gd name="adj" fmla="val 10606"/>
            </a:avLst>
          </a:prstGeom>
          <a:solidFill xmlns:a="http://schemas.openxmlformats.org/drawingml/2006/main">
            <a:srgbClr val="EDF8F2"/>
          </a:solidFill>
          <a:ln xmlns:a="http://schemas.openxmlformats.org/drawingml/2006/main" w="9525">
            <a:solidFill>
              <a:srgbClr val="D7DEE8"/>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9" name="Rectangle 18">
            <a:extLst xmlns:a="http://schemas.openxmlformats.org/drawingml/2006/main">
              <a:ext uri="{FF2B5EF4-FFF2-40B4-BE49-F238E27FC236}">
                <a16:creationId xmlns:a16="http://schemas.microsoft.com/office/drawing/2014/main" id="{0BCC88DE-F73D-4354-BAB1-C9591857EDCD}"/>
              </a:ext>
            </a:extLst>
          </p:cNvPr>
          <p:cNvSpPr>
            <a:spLocks xmlns:a="http://schemas.openxmlformats.org/drawingml/2006/main" noGrp="1"/>
          </p:cNvSpPr>
          <p:nvPr/>
        </p:nvSpPr>
        <p:spPr>
          <a:xfrm xmlns:a="http://schemas.openxmlformats.org/drawingml/2006/main">
            <a:off x="9129713" y="2686050"/>
            <a:ext cx="2176463" cy="180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97018"/>
          </a:bodyPr>
          <a:lstStyle xmlns:a="http://schemas.openxmlformats.org/drawingml/2006/main"/>
          <a:p xmlns:a="http://schemas.openxmlformats.org/drawingml/2006/main">
            <a:pPr algn="l">
              <a:lnSpc>
                <a:spcPct val="102000"/>
              </a:lnSpc>
              <a:buNone/>
              <a:defRPr sz="975" b="1">
                <a:solidFill>
                  <a:srgbClr val="138A5B"/>
                </a:solidFill>
                <a:latin typeface="Aptos"/>
                <a:ea typeface="Aptos"/>
                <a:cs typeface="Aptos"/>
              </a:defRPr>
            </a:pPr>
            <a:r>
              <a:rPr sz="1200" b="1">
                <a:solidFill>
                  <a:srgbClr val="138A5B"/>
                </a:solidFill>
                <a:latin typeface="Aptos"/>
                <a:ea typeface="Aptos"/>
                <a:cs typeface="Aptos"/>
              </a:rPr>
              <a:t>04</a:t>
            </a:r>
          </a:p>
        </p:txBody>
      </p:sp>
      <p:sp>
        <p:nvSpPr>
          <p:cNvPr id="20" name="Rectangle 19">
            <a:extLst xmlns:a="http://schemas.openxmlformats.org/drawingml/2006/main">
              <a:ext uri="{FF2B5EF4-FFF2-40B4-BE49-F238E27FC236}">
                <a16:creationId xmlns:a16="http://schemas.microsoft.com/office/drawing/2014/main" id="{6A226957-A444-4C39-BC41-B902C60B91A9}"/>
              </a:ext>
            </a:extLst>
          </p:cNvPr>
          <p:cNvSpPr>
            <a:spLocks xmlns:a="http://schemas.openxmlformats.org/drawingml/2006/main" noGrp="1"/>
          </p:cNvSpPr>
          <p:nvPr/>
        </p:nvSpPr>
        <p:spPr>
          <a:xfrm xmlns:a="http://schemas.openxmlformats.org/drawingml/2006/main">
            <a:off x="9120188" y="2971800"/>
            <a:ext cx="2195513"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ctr">
              <a:lnSpc>
                <a:spcPct val="102000"/>
              </a:lnSpc>
              <a:buNone/>
              <a:defRPr sz="1500" b="1">
                <a:solidFill>
                  <a:srgbClr val="1A202C"/>
                </a:solidFill>
                <a:latin typeface="Aptos"/>
                <a:ea typeface="Aptos"/>
                <a:cs typeface="Aptos"/>
              </a:defRPr>
            </a:pPr>
            <a:r>
              <a:rPr sz="1500" b="1">
                <a:solidFill>
                  <a:srgbClr val="1A202C"/>
                </a:solidFill>
                <a:latin typeface="Aptos"/>
                <a:ea typeface="Aptos"/>
                <a:cs typeface="Aptos"/>
              </a:rPr>
              <a:t>Преглед</a:t>
            </a:r>
          </a:p>
        </p:txBody>
      </p:sp>
      <p:sp>
        <p:nvSpPr>
          <p:cNvPr id="21" name="Rectangle 20">
            <a:extLst xmlns:a="http://schemas.openxmlformats.org/drawingml/2006/main">
              <a:ext uri="{FF2B5EF4-FFF2-40B4-BE49-F238E27FC236}">
                <a16:creationId xmlns:a16="http://schemas.microsoft.com/office/drawing/2014/main" id="{0FAA19DD-DFD1-4C2B-B39D-D1ABF978047E}"/>
              </a:ext>
            </a:extLst>
          </p:cNvPr>
          <p:cNvSpPr>
            <a:spLocks xmlns:a="http://schemas.openxmlformats.org/drawingml/2006/main" noGrp="1"/>
          </p:cNvSpPr>
          <p:nvPr/>
        </p:nvSpPr>
        <p:spPr>
          <a:xfrm xmlns:a="http://schemas.openxmlformats.org/drawingml/2006/main">
            <a:off x="9129713" y="3362325"/>
            <a:ext cx="2176463"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93479"/>
          </a:bodyPr>
          <a:lstStyle xmlns:a="http://schemas.openxmlformats.org/drawingml/2006/main"/>
          <a:p xmlns:a="http://schemas.openxmlformats.org/drawingml/2006/main">
            <a:pPr algn="ctr">
              <a:lnSpc>
                <a:spcPct val="102000"/>
              </a:lnSpc>
              <a:buNone/>
              <a:defRPr sz="1125" b="0">
                <a:solidFill>
                  <a:srgbClr val="657184"/>
                </a:solidFill>
                <a:latin typeface="Aptos"/>
                <a:ea typeface="Aptos"/>
                <a:cs typeface="Aptos"/>
              </a:defRPr>
            </a:pPr>
            <a:r>
              <a:rPr sz="1275" b="0">
                <a:solidFill>
                  <a:srgbClr val="657184"/>
                </a:solidFill>
                <a:latin typeface="Aptos"/>
                <a:ea typeface="Aptos"/>
                <a:cs typeface="Aptos"/>
              </a:rPr>
              <a:t>потврда или повлачење права</a:t>
            </a:r>
          </a:p>
        </p:txBody>
      </p:sp>
      <p:cxnSp>
        <p:nvCxnSpPr>
          <p:cNvPr id="221" name="Straight Arrow Connector 124"/>
          <p:cNvCxnSpPr>
            <a:stCxn xmlns:a="http://schemas.openxmlformats.org/drawingml/2006/main" id="6" idx="3"/>
            <a:endCxn xmlns:a="http://schemas.openxmlformats.org/drawingml/2006/main" id="10" idx="1"/>
          </p:cNvCxnSpPr>
          <p:nvPr/>
        </p:nvCxnSpPr>
        <p:spPr>
          <a:xfrm xmlns:a="http://schemas.openxmlformats.org/drawingml/2006/main">
            <a:off x="3205163" y="3200400"/>
            <a:ext cx="285750" cy="0"/>
          </a:xfrm>
          <a:prstGeom xmlns:a="http://schemas.openxmlformats.org/drawingml/2006/main" prst="straightConnector1">
            <a:avLst/>
          </a:prstGeom>
          <a:ln xmlns:a="http://schemas.openxmlformats.org/drawingml/2006/main" w="13335">
            <a:solidFill>
              <a:srgbClr val="748092"/>
            </a:solidFill>
            <a:prstDash val="solid"/>
            <a:tailEnd type="arrow" w="sm" len="sm"/>
          </a:ln>
        </p:spPr>
      </p:cxnSp>
      <p:cxnSp>
        <p:nvCxnSpPr>
          <p:cNvPr id="222" name="Straight Arrow Connector 125"/>
          <p:cNvCxnSpPr>
            <a:stCxn xmlns:a="http://schemas.openxmlformats.org/drawingml/2006/main" id="10" idx="3"/>
            <a:endCxn xmlns:a="http://schemas.openxmlformats.org/drawingml/2006/main" id="14" idx="1"/>
          </p:cNvCxnSpPr>
          <p:nvPr/>
        </p:nvCxnSpPr>
        <p:spPr>
          <a:xfrm xmlns:a="http://schemas.openxmlformats.org/drawingml/2006/main">
            <a:off x="5953126" y="3200400"/>
            <a:ext cx="285749" cy="0"/>
          </a:xfrm>
          <a:prstGeom xmlns:a="http://schemas.openxmlformats.org/drawingml/2006/main" prst="straightConnector1">
            <a:avLst/>
          </a:prstGeom>
          <a:ln xmlns:a="http://schemas.openxmlformats.org/drawingml/2006/main" w="13335">
            <a:solidFill>
              <a:srgbClr val="748092"/>
            </a:solidFill>
            <a:prstDash val="solid"/>
            <a:tailEnd type="arrow" w="sm" len="sm"/>
          </a:ln>
        </p:spPr>
      </p:cxnSp>
      <p:cxnSp>
        <p:nvCxnSpPr>
          <p:cNvPr id="223" name="Straight Arrow Connector 126"/>
          <p:cNvCxnSpPr>
            <a:stCxn xmlns:a="http://schemas.openxmlformats.org/drawingml/2006/main" id="14" idx="3"/>
            <a:endCxn xmlns:a="http://schemas.openxmlformats.org/drawingml/2006/main" id="18" idx="1"/>
          </p:cNvCxnSpPr>
          <p:nvPr/>
        </p:nvCxnSpPr>
        <p:spPr>
          <a:xfrm xmlns:a="http://schemas.openxmlformats.org/drawingml/2006/main">
            <a:off x="8701088" y="3200400"/>
            <a:ext cx="285750" cy="0"/>
          </a:xfrm>
          <a:prstGeom xmlns:a="http://schemas.openxmlformats.org/drawingml/2006/main" prst="straightConnector1">
            <a:avLst/>
          </a:prstGeom>
          <a:ln xmlns:a="http://schemas.openxmlformats.org/drawingml/2006/main" w="13335">
            <a:solidFill>
              <a:srgbClr val="748092"/>
            </a:solidFill>
            <a:prstDash val="solid"/>
            <a:tailEnd type="arrow" w="sm" len="sm"/>
          </a:ln>
        </p:spPr>
      </p:cxnSp>
      <p:sp>
        <p:nvSpPr>
          <p:cNvPr id="25" name="Rounded Rectangle 24">
            <a:extLst xmlns:a="http://schemas.openxmlformats.org/drawingml/2006/main">
              <a:ext uri="{FF2B5EF4-FFF2-40B4-BE49-F238E27FC236}">
                <a16:creationId xmlns:a16="http://schemas.microsoft.com/office/drawing/2014/main" id="{2A7B5B4D-2273-4D27-A178-3E6CB6269FDB}"/>
              </a:ext>
            </a:extLst>
          </p:cNvPr>
          <p:cNvSpPr>
            <a:spLocks xmlns:a="http://schemas.openxmlformats.org/drawingml/2006/main" noGrp="1"/>
          </p:cNvSpPr>
          <p:nvPr/>
        </p:nvSpPr>
        <p:spPr>
          <a:xfrm xmlns:a="http://schemas.openxmlformats.org/drawingml/2006/main">
            <a:off x="1714500" y="4419600"/>
            <a:ext cx="8763000" cy="742950"/>
          </a:xfrm>
          <a:prstGeom xmlns:a="http://schemas.openxmlformats.org/drawingml/2006/main" prst="roundRect">
            <a:avLst>
              <a:gd name="adj" fmla="val 16667"/>
            </a:avLst>
          </a:prstGeom>
          <a:solidFill xmlns:a="http://schemas.openxmlformats.org/drawingml/2006/main">
            <a:srgbClr val="F7EFF1"/>
          </a:solidFill>
          <a:ln xmlns:a="http://schemas.openxmlformats.org/drawingml/2006/main" w="9525">
            <a:solidFill>
              <a:srgbClr val="D7DEE8"/>
            </a:solidFill>
            <a:prstDash val="solid"/>
          </a:ln>
        </p:spPr>
      </p:sp>
      <p:sp>
        <p:nvSpPr>
          <p:cNvPr id="26" name="Rounded Rectangle 25">
            <a:extLst xmlns:a="http://schemas.openxmlformats.org/drawingml/2006/main">
              <a:ext uri="{FF2B5EF4-FFF2-40B4-BE49-F238E27FC236}">
                <a16:creationId xmlns:a16="http://schemas.microsoft.com/office/drawing/2014/main" id="{CB366007-3F40-432C-BE35-25A30904F3F6}"/>
              </a:ext>
            </a:extLst>
          </p:cNvPr>
          <p:cNvSpPr>
            <a:spLocks xmlns:a="http://schemas.openxmlformats.org/drawingml/2006/main" noGrp="1"/>
          </p:cNvSpPr>
          <p:nvPr/>
        </p:nvSpPr>
        <p:spPr>
          <a:xfrm xmlns:a="http://schemas.openxmlformats.org/drawingml/2006/main">
            <a:off x="1847850" y="4562475"/>
            <a:ext cx="57150" cy="457200"/>
          </a:xfrm>
          <a:prstGeom xmlns:a="http://schemas.openxmlformats.org/drawingml/2006/main" prst="roundRect">
            <a:avLst>
              <a:gd name="adj" fmla="val 50000"/>
            </a:avLst>
          </a:prstGeom>
          <a:solidFill xmlns:a="http://schemas.openxmlformats.org/drawingml/2006/main">
            <a:srgbClr val="7A2636"/>
          </a:solidFill>
          <a:ln xmlns:a="http://schemas.openxmlformats.org/drawingml/2006/main" w="0">
            <a:noFill/>
          </a:ln>
        </p:spPr>
      </p:sp>
      <p:sp>
        <p:nvSpPr>
          <p:cNvPr id="76" name="Rounded Rectangle 75">
            <a:extLst xmlns:a="http://schemas.openxmlformats.org/drawingml/2006/main">
              <a:ext uri="{FF2B5EF4-FFF2-40B4-BE49-F238E27FC236}">
                <a16:creationId xmlns:a16="http://schemas.microsoft.com/office/drawing/2014/main" id="{7CA5A8AE-8B92-4F28-A48E-E9EF3D510DB3}"/>
              </a:ext>
            </a:extLst>
          </p:cNvPr>
          <p:cNvSpPr>
            <a:spLocks xmlns:a="http://schemas.openxmlformats.org/drawingml/2006/main" noGrp="1"/>
          </p:cNvSpPr>
          <p:nvPr/>
        </p:nvSpPr>
        <p:spPr>
          <a:xfrm xmlns:a="http://schemas.openxmlformats.org/drawingml/2006/main">
            <a:off x="914400" y="4438650"/>
            <a:ext cx="10363200" cy="781050"/>
          </a:xfrm>
          <a:prstGeom xmlns:a="http://schemas.openxmlformats.org/drawingml/2006/main" prst="roundRect">
            <a:avLst>
              <a:gd name="adj" fmla="val 17073"/>
            </a:avLst>
          </a:prstGeom>
          <a:solidFill xmlns:a="http://schemas.openxmlformats.org/drawingml/2006/main">
            <a:srgbClr val="F7EFF1"/>
          </a:solidFill>
          <a:ln xmlns:a="http://schemas.openxmlformats.org/drawingml/2006/main" w="8573">
            <a:solidFill>
              <a:srgbClr val="DBC7CC"/>
            </a:solidFill>
            <a:prstDash val="solid"/>
          </a:ln>
        </p:spPr>
      </p:sp>
      <p:sp>
        <p:nvSpPr>
          <p:cNvPr id="77" name="Rounded Rectangle 76">
            <a:extLst xmlns:a="http://schemas.openxmlformats.org/drawingml/2006/main">
              <a:ext uri="{FF2B5EF4-FFF2-40B4-BE49-F238E27FC236}">
                <a16:creationId xmlns:a16="http://schemas.microsoft.com/office/drawing/2014/main" id="{66AE94AA-BEF8-4C00-A761-CF714E8E83B8}"/>
              </a:ext>
            </a:extLst>
          </p:cNvPr>
          <p:cNvSpPr>
            <a:spLocks xmlns:a="http://schemas.openxmlformats.org/drawingml/2006/main" noGrp="1"/>
          </p:cNvSpPr>
          <p:nvPr/>
        </p:nvSpPr>
        <p:spPr>
          <a:xfrm xmlns:a="http://schemas.openxmlformats.org/drawingml/2006/main">
            <a:off x="1085850" y="4591050"/>
            <a:ext cx="57150" cy="476250"/>
          </a:xfrm>
          <a:prstGeom xmlns:a="http://schemas.openxmlformats.org/drawingml/2006/main" prst="roundRect">
            <a:avLst>
              <a:gd name="adj" fmla="val 50000"/>
            </a:avLst>
          </a:prstGeom>
          <a:solidFill xmlns:a="http://schemas.openxmlformats.org/drawingml/2006/main">
            <a:srgbClr val="7A2636"/>
          </a:solidFill>
          <a:ln xmlns:a="http://schemas.openxmlformats.org/drawingml/2006/main" w="0">
            <a:noFill/>
          </a:ln>
        </p:spPr>
      </p:sp>
      <p:sp>
        <p:nvSpPr>
          <p:cNvPr id="78" name="Rectangle 77">
            <a:extLst xmlns:a="http://schemas.openxmlformats.org/drawingml/2006/main">
              <a:ext uri="{FF2B5EF4-FFF2-40B4-BE49-F238E27FC236}">
                <a16:creationId xmlns:a16="http://schemas.microsoft.com/office/drawing/2014/main" id="{C1317162-75DC-4E31-8909-8FAB7FD31CC5}"/>
              </a:ext>
            </a:extLst>
          </p:cNvPr>
          <p:cNvSpPr>
            <a:spLocks xmlns:a="http://schemas.openxmlformats.org/drawingml/2006/main" noGrp="1"/>
          </p:cNvSpPr>
          <p:nvPr/>
        </p:nvSpPr>
        <p:spPr>
          <a:xfrm xmlns:a="http://schemas.openxmlformats.org/drawingml/2006/main">
            <a:off x="1333500" y="4543425"/>
            <a:ext cx="96393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buNone/>
              <a:defRPr sz="1013" b="1">
                <a:solidFill>
                  <a:srgbClr val="2854D7"/>
                </a:solidFill>
                <a:latin typeface="Aptos"/>
                <a:ea typeface="Aptos"/>
                <a:cs typeface="Aptos"/>
              </a:defRPr>
            </a:pPr>
            <a:r>
              <a:rPr sz="1200" b="1">
                <a:solidFill>
                  <a:srgbClr val="7A2636"/>
                </a:solidFill>
                <a:latin typeface="Aptos"/>
                <a:ea typeface="Aptos"/>
                <a:cs typeface="Aptos"/>
              </a:rPr>
              <a:t>ЕЛЕМЕНТИ АНАЛИЗЕ</a:t>
            </a:r>
          </a:p>
        </p:txBody>
      </p:sp>
      <p:sp>
        <p:nvSpPr>
          <p:cNvPr id="79" name="Rectangle 78">
            <a:extLst xmlns:a="http://schemas.openxmlformats.org/drawingml/2006/main">
              <a:ext uri="{FF2B5EF4-FFF2-40B4-BE49-F238E27FC236}">
                <a16:creationId xmlns:a16="http://schemas.microsoft.com/office/drawing/2014/main" id="{663B158E-5238-45CC-922A-B0587283D6E2}"/>
              </a:ext>
            </a:extLst>
          </p:cNvPr>
          <p:cNvSpPr>
            <a:spLocks xmlns:a="http://schemas.openxmlformats.org/drawingml/2006/main" noGrp="1"/>
          </p:cNvSpPr>
          <p:nvPr/>
        </p:nvSpPr>
        <p:spPr>
          <a:xfrm xmlns:a="http://schemas.openxmlformats.org/drawingml/2006/main">
            <a:off x="1333500" y="4772025"/>
            <a:ext cx="9639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buNone/>
              <a:defRPr sz="1388" b="1">
                <a:solidFill>
                  <a:srgbClr val="1B2432"/>
                </a:solidFill>
                <a:latin typeface="Aptos"/>
                <a:ea typeface="Aptos"/>
                <a:cs typeface="Aptos"/>
              </a:defRPr>
            </a:pPr>
            <a:r>
              <a:rPr sz="1388" b="1">
                <a:solidFill>
                  <a:srgbClr val="1B2432"/>
                </a:solidFill>
                <a:latin typeface="Aptos"/>
                <a:ea typeface="Aptos"/>
                <a:cs typeface="Aptos"/>
              </a:rPr>
              <a:t>Анализа сваког корака обухвата покретача, место одлуке и траг који остаје после исхода.</a:t>
            </a:r>
          </a:p>
        </p:txBody>
      </p:sp>
    </p:spTree>
    <p:extLst>
      <p:ext uri="{BB962C8B-B14F-4D97-AF65-F5344CB8AC3E}">
        <p14:creationId xmlns:p14="http://schemas.microsoft.com/office/powerpoint/2010/main" val="1742331276"/>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2" name="Rectangle 21">
            <a:extLst xmlns:a="http://schemas.openxmlformats.org/drawingml/2006/main">
              <a:ext uri="{FF2B5EF4-FFF2-40B4-BE49-F238E27FC236}">
                <a16:creationId xmlns:a16="http://schemas.microsoft.com/office/drawing/2014/main" id="{A85E3B20-415C-4CCE-9FC2-0854B4ACA451}"/>
              </a:ext>
            </a:extLst>
          </p:cNvPr>
          <p:cNvSpPr>
            <a:spLocks xmlns:a="http://schemas.openxmlformats.org/drawingml/2006/main" noGrp="1"/>
          </p:cNvSpPr>
          <p:nvPr/>
        </p:nvSpPr>
        <p:spPr>
          <a:xfrm xmlns:a="http://schemas.openxmlformats.org/drawingml/2006/main">
            <a:off x="495300" y="238125"/>
            <a:ext cx="3429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825" b="0">
                <a:solidFill>
                  <a:srgbClr val="657184"/>
                </a:solidFill>
                <a:latin typeface="Aptos"/>
                <a:ea typeface="Aptos"/>
                <a:cs typeface="Aptos"/>
              </a:defRPr>
            </a:pPr>
            <a:r>
              <a:rPr sz="825" b="0">
                <a:solidFill>
                  <a:srgbClr val="5E6B7D"/>
                </a:solidFill>
                <a:latin typeface="Aptos"/>
                <a:ea typeface="Aptos"/>
                <a:cs typeface="Aptos"/>
              </a:rPr>
              <a:t>Основе информационе безбедности</a:t>
            </a:r>
          </a:p>
        </p:txBody>
      </p:sp>
      <p:sp>
        <p:nvSpPr>
          <p:cNvPr id="2" name="Straight Connector 1">
            <a:extLst xmlns:a="http://schemas.openxmlformats.org/drawingml/2006/main">
              <a:ext uri="{FF2B5EF4-FFF2-40B4-BE49-F238E27FC236}">
                <a16:creationId xmlns:a16="http://schemas.microsoft.com/office/drawing/2014/main" id="{1E2A94D8-056D-44B9-95A4-66FF33580455}"/>
              </a:ext>
            </a:extLst>
          </p:cNvPr>
          <p:cNvSpPr>
            <a:spLocks xmlns:a="http://schemas.openxmlformats.org/drawingml/2006/main" noGrp="1"/>
          </p:cNvSpPr>
          <p:nvPr/>
        </p:nvSpPr>
        <p:spPr>
          <a:xfrm xmlns:a="http://schemas.openxmlformats.org/drawingml/2006/main">
            <a:off x="495300" y="476250"/>
            <a:ext cx="11201400" cy="9525"/>
          </a:xfrm>
          <a:prstGeom xmlns:a="http://schemas.openxmlformats.org/drawingml/2006/main" prst="line">
            <a:avLst/>
          </a:prstGeom>
          <a:solidFill xmlns:a="http://schemas.openxmlformats.org/drawingml/2006/main">
            <a:srgbClr val="8D5560"/>
          </a:solidFill>
          <a:ln xmlns:a="http://schemas.openxmlformats.org/drawingml/2006/main" w="7144">
            <a:solidFill>
              <a:srgbClr val="8D5560"/>
            </a:solidFill>
            <a:prstDash val="solid"/>
          </a:ln>
        </p:spPr>
      </p:sp>
      <p:sp>
        <p:nvSpPr>
          <p:cNvPr id="3" name="Rectangle 2">
            <a:extLst xmlns:a="http://schemas.openxmlformats.org/drawingml/2006/main">
              <a:ext uri="{FF2B5EF4-FFF2-40B4-BE49-F238E27FC236}">
                <a16:creationId xmlns:a16="http://schemas.microsoft.com/office/drawing/2014/main" id="{B8E6FB8B-92A3-48D5-A6B8-B08E92819711}"/>
              </a:ext>
            </a:extLst>
          </p:cNvPr>
          <p:cNvSpPr>
            <a:spLocks xmlns:a="http://schemas.openxmlformats.org/drawingml/2006/main" noGrp="1"/>
          </p:cNvSpPr>
          <p:nvPr/>
        </p:nvSpPr>
        <p:spPr>
          <a:xfrm xmlns:a="http://schemas.openxmlformats.org/drawingml/2006/main">
            <a:off x="11372850" y="6477000"/>
            <a:ext cx="3238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r">
              <a:lnSpc>
                <a:spcPct val="102000"/>
              </a:lnSpc>
              <a:buNone/>
              <a:defRPr sz="975" b="0">
                <a:solidFill>
                  <a:srgbClr val="1A202C"/>
                </a:solidFill>
                <a:latin typeface="Aptos"/>
                <a:ea typeface="Aptos"/>
                <a:cs typeface="Aptos"/>
              </a:defRPr>
            </a:pPr>
            <a:r>
              <a:rPr sz="975" b="0">
                <a:solidFill>
                  <a:srgbClr val="1A202C"/>
                </a:solidFill>
                <a:latin typeface="Aptos"/>
                <a:ea typeface="Aptos"/>
                <a:cs typeface="Aptos"/>
              </a:rPr>
              <a:t>10</a:t>
            </a:r>
          </a:p>
        </p:txBody>
      </p:sp>
      <p:sp>
        <p:nvSpPr>
          <p:cNvPr id="4" name="Rectangle 3">
            <a:extLst xmlns:a="http://schemas.openxmlformats.org/drawingml/2006/main">
              <a:ext uri="{FF2B5EF4-FFF2-40B4-BE49-F238E27FC236}">
                <a16:creationId xmlns:a16="http://schemas.microsoft.com/office/drawing/2014/main" id="{28309D67-25DC-47B7-9EE5-CE264825518B}"/>
              </a:ext>
            </a:extLst>
          </p:cNvPr>
          <p:cNvSpPr>
            <a:spLocks xmlns:a="http://schemas.openxmlformats.org/drawingml/2006/main" noGrp="1"/>
          </p:cNvSpPr>
          <p:nvPr/>
        </p:nvSpPr>
        <p:spPr>
          <a:xfrm xmlns:a="http://schemas.openxmlformats.org/drawingml/2006/main">
            <a:off x="685800" y="781050"/>
            <a:ext cx="108204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2000"/>
              </a:lnSpc>
              <a:buNone/>
              <a:defRPr sz="2550" b="1">
                <a:solidFill>
                  <a:srgbClr val="1A202C"/>
                </a:solidFill>
                <a:latin typeface="Aptos Display"/>
                <a:ea typeface="Aptos Display"/>
                <a:cs typeface="Aptos Display"/>
              </a:defRPr>
            </a:pPr>
            <a:r>
              <a:rPr sz="2550" b="1">
                <a:solidFill>
                  <a:srgbClr val="1A202C"/>
                </a:solidFill>
                <a:latin typeface="Aptos Display"/>
                <a:ea typeface="Aptos Display"/>
                <a:cs typeface="Aptos Display"/>
              </a:rPr>
              <a:t>Од ризика до одлуке о прихватању</a:t>
            </a:r>
          </a:p>
        </p:txBody>
      </p:sp>
      <p:sp>
        <p:nvSpPr>
          <p:cNvPr id="5" name="Rectangle 4">
            <a:extLst xmlns:a="http://schemas.openxmlformats.org/drawingml/2006/main">
              <a:ext uri="{FF2B5EF4-FFF2-40B4-BE49-F238E27FC236}">
                <a16:creationId xmlns:a16="http://schemas.microsoft.com/office/drawing/2014/main" id="{62104378-4F15-4FEF-AE7A-BFB7BC277570}"/>
              </a:ext>
            </a:extLst>
          </p:cNvPr>
          <p:cNvSpPr>
            <a:spLocks xmlns:a="http://schemas.openxmlformats.org/drawingml/2006/main" noGrp="1"/>
          </p:cNvSpPr>
          <p:nvPr/>
        </p:nvSpPr>
        <p:spPr>
          <a:xfrm xmlns:a="http://schemas.openxmlformats.org/drawingml/2006/main">
            <a:off x="685800" y="1428750"/>
            <a:ext cx="108204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1575" b="0">
                <a:solidFill>
                  <a:srgbClr val="657184"/>
                </a:solidFill>
                <a:latin typeface="Aptos"/>
                <a:ea typeface="Aptos"/>
                <a:cs typeface="Aptos"/>
              </a:defRPr>
            </a:pPr>
            <a:r>
              <a:rPr sz="1575" b="0">
                <a:solidFill>
                  <a:srgbClr val="657184"/>
                </a:solidFill>
                <a:latin typeface="Aptos"/>
                <a:ea typeface="Aptos"/>
                <a:cs typeface="Aptos"/>
              </a:rPr>
              <a:t>Процес приказује улазе, место одлуке и доказ који остаје после исхода.</a:t>
            </a:r>
          </a:p>
        </p:txBody>
      </p:sp>
      <p:sp>
        <p:nvSpPr>
          <p:cNvPr id="6" name="Rounded Rectangle 5">
            <a:extLst xmlns:a="http://schemas.openxmlformats.org/drawingml/2006/main">
              <a:ext uri="{FF2B5EF4-FFF2-40B4-BE49-F238E27FC236}">
                <a16:creationId xmlns:a16="http://schemas.microsoft.com/office/drawing/2014/main" id="{331B1CB0-F106-4BC9-A623-09FB91B066B4}"/>
              </a:ext>
            </a:extLst>
          </p:cNvPr>
          <p:cNvSpPr>
            <a:spLocks xmlns:a="http://schemas.openxmlformats.org/drawingml/2006/main" noGrp="1"/>
          </p:cNvSpPr>
          <p:nvPr/>
        </p:nvSpPr>
        <p:spPr>
          <a:xfrm xmlns:a="http://schemas.openxmlformats.org/drawingml/2006/main">
            <a:off x="781050" y="2152650"/>
            <a:ext cx="4572000" cy="3143250"/>
          </a:xfrm>
          <a:prstGeom xmlns:a="http://schemas.openxmlformats.org/drawingml/2006/main" prst="roundRect">
            <a:avLst>
              <a:gd name="adj" fmla="val 4242"/>
            </a:avLst>
          </a:prstGeom>
          <a:solidFill xmlns:a="http://schemas.openxmlformats.org/drawingml/2006/main">
            <a:srgbClr val="F4F6F9"/>
          </a:solidFill>
          <a:ln xmlns:a="http://schemas.openxmlformats.org/drawingml/2006/main" w="9525">
            <a:solidFill>
              <a:srgbClr val="D7DEE8"/>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7" name="Rectangle 6">
            <a:extLst xmlns:a="http://schemas.openxmlformats.org/drawingml/2006/main">
              <a:ext uri="{FF2B5EF4-FFF2-40B4-BE49-F238E27FC236}">
                <a16:creationId xmlns:a16="http://schemas.microsoft.com/office/drawing/2014/main" id="{2135F239-4AE7-4064-987F-AFB8474D19EA}"/>
              </a:ext>
            </a:extLst>
          </p:cNvPr>
          <p:cNvSpPr>
            <a:spLocks xmlns:a="http://schemas.openxmlformats.org/drawingml/2006/main" noGrp="1"/>
          </p:cNvSpPr>
          <p:nvPr/>
        </p:nvSpPr>
        <p:spPr>
          <a:xfrm xmlns:a="http://schemas.openxmlformats.org/drawingml/2006/main">
            <a:off x="933450" y="2276475"/>
            <a:ext cx="426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2000"/>
              </a:lnSpc>
              <a:buNone/>
              <a:defRPr sz="975" b="1">
                <a:solidFill>
                  <a:srgbClr val="748092"/>
                </a:solidFill>
                <a:latin typeface="Aptos"/>
                <a:ea typeface="Aptos"/>
                <a:cs typeface="Aptos"/>
              </a:defRPr>
            </a:pPr>
            <a:r>
              <a:rPr sz="1200" b="1">
                <a:solidFill>
                  <a:srgbClr val="748092"/>
                </a:solidFill>
                <a:latin typeface="Aptos"/>
                <a:ea typeface="Aptos"/>
                <a:cs typeface="Aptos"/>
              </a:rPr>
              <a:t>КОНТЕКСТ</a:t>
            </a:r>
          </a:p>
        </p:txBody>
      </p:sp>
      <p:sp>
        <p:nvSpPr>
          <p:cNvPr id="8" name="Rectangle 7">
            <a:extLst xmlns:a="http://schemas.openxmlformats.org/drawingml/2006/main">
              <a:ext uri="{FF2B5EF4-FFF2-40B4-BE49-F238E27FC236}">
                <a16:creationId xmlns:a16="http://schemas.microsoft.com/office/drawing/2014/main" id="{36681AF7-B87B-4A76-AF8D-399BACABA12F}"/>
              </a:ext>
            </a:extLst>
          </p:cNvPr>
          <p:cNvSpPr>
            <a:spLocks xmlns:a="http://schemas.openxmlformats.org/drawingml/2006/main" noGrp="1"/>
          </p:cNvSpPr>
          <p:nvPr/>
        </p:nvSpPr>
        <p:spPr>
          <a:xfrm xmlns:a="http://schemas.openxmlformats.org/drawingml/2006/main">
            <a:off x="933450" y="2524125"/>
            <a:ext cx="42672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l">
              <a:lnSpc>
                <a:spcPct val="102000"/>
              </a:lnSpc>
              <a:buNone/>
              <a:defRPr sz="1650" b="1">
                <a:solidFill>
                  <a:srgbClr val="1A202C"/>
                </a:solidFill>
                <a:latin typeface="Aptos"/>
                <a:ea typeface="Aptos"/>
                <a:cs typeface="Aptos"/>
              </a:defRPr>
            </a:pPr>
            <a:r>
              <a:rPr sz="1650" b="1">
                <a:solidFill>
                  <a:srgbClr val="1A202C"/>
                </a:solidFill>
                <a:latin typeface="Aptos"/>
                <a:ea typeface="Aptos"/>
                <a:cs typeface="Aptos"/>
              </a:rPr>
              <a:t>Од ризика до одлуке о прихватању</a:t>
            </a:r>
          </a:p>
        </p:txBody>
      </p:sp>
      <p:sp>
        <p:nvSpPr>
          <p:cNvPr id="9" name="Rectangle 8">
            <a:extLst xmlns:a="http://schemas.openxmlformats.org/drawingml/2006/main">
              <a:ext uri="{FF2B5EF4-FFF2-40B4-BE49-F238E27FC236}">
                <a16:creationId xmlns:a16="http://schemas.microsoft.com/office/drawing/2014/main" id="{9BA0851F-31A6-42F2-B299-5ED17F5E17F9}"/>
              </a:ext>
            </a:extLst>
          </p:cNvPr>
          <p:cNvSpPr>
            <a:spLocks xmlns:a="http://schemas.openxmlformats.org/drawingml/2006/main" noGrp="1"/>
          </p:cNvSpPr>
          <p:nvPr/>
        </p:nvSpPr>
        <p:spPr>
          <a:xfrm xmlns:a="http://schemas.openxmlformats.org/drawingml/2006/main">
            <a:off x="933450" y="3086100"/>
            <a:ext cx="4267200" cy="2105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6000"/>
              </a:lnSpc>
              <a:buNone/>
              <a:defRPr sz="1275" b="0">
                <a:solidFill>
                  <a:srgbClr val="657184"/>
                </a:solidFill>
                <a:latin typeface="Aptos"/>
                <a:ea typeface="Aptos"/>
                <a:cs typeface="Aptos"/>
              </a:defRPr>
            </a:pPr>
            <a:r>
              <a:rPr sz="1275" b="0">
                <a:solidFill>
                  <a:srgbClr val="657184"/>
                </a:solidFill>
                <a:latin typeface="Aptos"/>
                <a:ea typeface="Aptos"/>
                <a:cs typeface="Aptos"/>
              </a:rPr>
              <a:t>Ризик се не уклања увек у потпуности. Неке мере би биле прескупе, неке би зауставиле важан рад, а неке зависе од спољне стране. Тада је важно да преостали ризик буде видљив, образложен и временски ограничен, а не заборављен.</a:t>
            </a:r>
          </a:p>
        </p:txBody>
      </p:sp>
      <p:sp>
        <p:nvSpPr>
          <p:cNvPr id="10" name="Rounded Rectangle 9">
            <a:extLst xmlns:a="http://schemas.openxmlformats.org/drawingml/2006/main">
              <a:ext uri="{FF2B5EF4-FFF2-40B4-BE49-F238E27FC236}">
                <a16:creationId xmlns:a16="http://schemas.microsoft.com/office/drawing/2014/main" id="{CEA3429D-7DEA-474B-93C8-446E64F47E13}"/>
              </a:ext>
            </a:extLst>
          </p:cNvPr>
          <p:cNvSpPr>
            <a:spLocks xmlns:a="http://schemas.openxmlformats.org/drawingml/2006/main" noGrp="1"/>
          </p:cNvSpPr>
          <p:nvPr/>
        </p:nvSpPr>
        <p:spPr>
          <a:xfrm xmlns:a="http://schemas.openxmlformats.org/drawingml/2006/main">
            <a:off x="5772150" y="2095500"/>
            <a:ext cx="5638800" cy="723900"/>
          </a:xfrm>
          <a:prstGeom xmlns:a="http://schemas.openxmlformats.org/drawingml/2006/main" prst="roundRect">
            <a:avLst>
              <a:gd name="adj" fmla="val 18421"/>
            </a:avLst>
          </a:prstGeom>
          <a:solidFill xmlns:a="http://schemas.openxmlformats.org/drawingml/2006/main">
            <a:srgbClr val="F7EFF1"/>
          </a:solidFill>
          <a:ln xmlns:a="http://schemas.openxmlformats.org/drawingml/2006/main" w="9525">
            <a:solidFill>
              <a:srgbClr val="D7DEE8"/>
            </a:solidFill>
            <a:prstDash val="solid"/>
          </a:ln>
        </p:spPr>
      </p:sp>
      <p:sp>
        <p:nvSpPr>
          <p:cNvPr id="11" name="Rectangle 10">
            <a:extLst xmlns:a="http://schemas.openxmlformats.org/drawingml/2006/main">
              <a:ext uri="{FF2B5EF4-FFF2-40B4-BE49-F238E27FC236}">
                <a16:creationId xmlns:a16="http://schemas.microsoft.com/office/drawing/2014/main" id="{51D3058A-0A6D-417D-876C-C78A311DB687}"/>
              </a:ext>
            </a:extLst>
          </p:cNvPr>
          <p:cNvSpPr>
            <a:spLocks xmlns:a="http://schemas.openxmlformats.org/drawingml/2006/main" noGrp="1"/>
          </p:cNvSpPr>
          <p:nvPr/>
        </p:nvSpPr>
        <p:spPr>
          <a:xfrm xmlns:a="http://schemas.openxmlformats.org/drawingml/2006/main">
            <a:off x="5924550" y="2219325"/>
            <a:ext cx="5334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975" b="1">
                <a:solidFill>
                  <a:srgbClr val="2F5EF5"/>
                </a:solidFill>
                <a:latin typeface="Aptos"/>
                <a:ea typeface="Aptos"/>
                <a:cs typeface="Aptos"/>
              </a:defRPr>
            </a:pPr>
            <a:r>
              <a:rPr sz="1200" b="1">
                <a:solidFill>
                  <a:srgbClr val="7A2636"/>
                </a:solidFill>
                <a:latin typeface="Aptos"/>
                <a:ea typeface="Aptos"/>
                <a:cs typeface="Aptos"/>
              </a:rPr>
              <a:t>01</a:t>
            </a:r>
          </a:p>
        </p:txBody>
      </p:sp>
      <p:sp>
        <p:nvSpPr>
          <p:cNvPr id="12" name="Rectangle 11">
            <a:extLst xmlns:a="http://schemas.openxmlformats.org/drawingml/2006/main">
              <a:ext uri="{FF2B5EF4-FFF2-40B4-BE49-F238E27FC236}">
                <a16:creationId xmlns:a16="http://schemas.microsoft.com/office/drawing/2014/main" id="{012FEDCF-ED33-4A16-9160-F95F8D0376DE}"/>
              </a:ext>
            </a:extLst>
          </p:cNvPr>
          <p:cNvSpPr>
            <a:spLocks xmlns:a="http://schemas.openxmlformats.org/drawingml/2006/main" noGrp="1"/>
          </p:cNvSpPr>
          <p:nvPr/>
        </p:nvSpPr>
        <p:spPr>
          <a:xfrm xmlns:a="http://schemas.openxmlformats.org/drawingml/2006/main">
            <a:off x="5924550" y="2466975"/>
            <a:ext cx="5334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95316"/>
          </a:bodyPr>
          <a:lstStyle xmlns:a="http://schemas.openxmlformats.org/drawingml/2006/main"/>
          <a:p xmlns:a="http://schemas.openxmlformats.org/drawingml/2006/main">
            <a:pPr algn="l">
              <a:lnSpc>
                <a:spcPct val="102000"/>
              </a:lnSpc>
              <a:buNone/>
              <a:defRPr sz="1200" b="1">
                <a:solidFill>
                  <a:srgbClr val="1A202C"/>
                </a:solidFill>
                <a:latin typeface="Aptos"/>
                <a:ea typeface="Aptos"/>
                <a:cs typeface="Aptos"/>
              </a:defRPr>
            </a:pPr>
            <a:r>
              <a:rPr sz="1350" b="1">
                <a:solidFill>
                  <a:srgbClr val="1A202C"/>
                </a:solidFill>
                <a:latin typeface="Aptos"/>
                <a:ea typeface="Aptos"/>
                <a:cs typeface="Aptos"/>
              </a:rPr>
              <a:t>Описати имовину, сценарио и последицу без општих формулација.</a:t>
            </a:r>
          </a:p>
        </p:txBody>
      </p:sp>
      <p:sp>
        <p:nvSpPr>
          <p:cNvPr id="13" name="Rounded Rectangle 12">
            <a:extLst xmlns:a="http://schemas.openxmlformats.org/drawingml/2006/main">
              <a:ext uri="{FF2B5EF4-FFF2-40B4-BE49-F238E27FC236}">
                <a16:creationId xmlns:a16="http://schemas.microsoft.com/office/drawing/2014/main" id="{4B2D143C-15E0-4D4B-ADDB-665717E8445D}"/>
              </a:ext>
            </a:extLst>
          </p:cNvPr>
          <p:cNvSpPr>
            <a:spLocks xmlns:a="http://schemas.openxmlformats.org/drawingml/2006/main" noGrp="1"/>
          </p:cNvSpPr>
          <p:nvPr/>
        </p:nvSpPr>
        <p:spPr>
          <a:xfrm xmlns:a="http://schemas.openxmlformats.org/drawingml/2006/main">
            <a:off x="5772150" y="2971800"/>
            <a:ext cx="5638800" cy="723900"/>
          </a:xfrm>
          <a:prstGeom xmlns:a="http://schemas.openxmlformats.org/drawingml/2006/main" prst="roundRect">
            <a:avLst>
              <a:gd name="adj" fmla="val 18421"/>
            </a:avLst>
          </a:prstGeom>
          <a:solidFill xmlns:a="http://schemas.openxmlformats.org/drawingml/2006/main">
            <a:srgbClr val="EDF8F2"/>
          </a:solidFill>
          <a:ln xmlns:a="http://schemas.openxmlformats.org/drawingml/2006/main" w="9525">
            <a:solidFill>
              <a:srgbClr val="D7DEE8"/>
            </a:solidFill>
            <a:prstDash val="solid"/>
          </a:ln>
        </p:spPr>
      </p:sp>
      <p:sp>
        <p:nvSpPr>
          <p:cNvPr id="14" name="Rectangle 13">
            <a:extLst xmlns:a="http://schemas.openxmlformats.org/drawingml/2006/main">
              <a:ext uri="{FF2B5EF4-FFF2-40B4-BE49-F238E27FC236}">
                <a16:creationId xmlns:a16="http://schemas.microsoft.com/office/drawing/2014/main" id="{B9E9621B-9C44-40A3-9D26-66B8C9C3E604}"/>
              </a:ext>
            </a:extLst>
          </p:cNvPr>
          <p:cNvSpPr>
            <a:spLocks xmlns:a="http://schemas.openxmlformats.org/drawingml/2006/main" noGrp="1"/>
          </p:cNvSpPr>
          <p:nvPr/>
        </p:nvSpPr>
        <p:spPr>
          <a:xfrm xmlns:a="http://schemas.openxmlformats.org/drawingml/2006/main">
            <a:off x="5924550" y="3095625"/>
            <a:ext cx="5334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2000"/>
              </a:lnSpc>
              <a:buNone/>
              <a:defRPr sz="975" b="1">
                <a:solidFill>
                  <a:srgbClr val="138A5B"/>
                </a:solidFill>
                <a:latin typeface="Aptos"/>
                <a:ea typeface="Aptos"/>
                <a:cs typeface="Aptos"/>
              </a:defRPr>
            </a:pPr>
            <a:r>
              <a:rPr sz="1200" b="1">
                <a:solidFill>
                  <a:srgbClr val="138A5B"/>
                </a:solidFill>
                <a:latin typeface="Aptos"/>
                <a:ea typeface="Aptos"/>
                <a:cs typeface="Aptos"/>
              </a:rPr>
              <a:t>02</a:t>
            </a:r>
          </a:p>
        </p:txBody>
      </p:sp>
      <p:sp>
        <p:nvSpPr>
          <p:cNvPr id="15" name="Rectangle 14">
            <a:extLst xmlns:a="http://schemas.openxmlformats.org/drawingml/2006/main">
              <a:ext uri="{FF2B5EF4-FFF2-40B4-BE49-F238E27FC236}">
                <a16:creationId xmlns:a16="http://schemas.microsoft.com/office/drawing/2014/main" id="{AE36A983-2AAB-489F-8278-3290CD2CEE1D}"/>
              </a:ext>
            </a:extLst>
          </p:cNvPr>
          <p:cNvSpPr>
            <a:spLocks xmlns:a="http://schemas.openxmlformats.org/drawingml/2006/main" noGrp="1"/>
          </p:cNvSpPr>
          <p:nvPr/>
        </p:nvSpPr>
        <p:spPr>
          <a:xfrm xmlns:a="http://schemas.openxmlformats.org/drawingml/2006/main">
            <a:off x="5924550" y="3343275"/>
            <a:ext cx="5334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l">
              <a:lnSpc>
                <a:spcPct val="102000"/>
              </a:lnSpc>
              <a:buNone/>
              <a:defRPr sz="1200" b="1">
                <a:solidFill>
                  <a:srgbClr val="1A202C"/>
                </a:solidFill>
                <a:latin typeface="Aptos"/>
                <a:ea typeface="Aptos"/>
                <a:cs typeface="Aptos"/>
              </a:defRPr>
            </a:pPr>
            <a:r>
              <a:rPr sz="1350" b="1">
                <a:solidFill>
                  <a:srgbClr val="1A202C"/>
                </a:solidFill>
                <a:latin typeface="Aptos"/>
                <a:ea typeface="Aptos"/>
                <a:cs typeface="Aptos"/>
              </a:rPr>
              <a:t>Навести постојеће контроле и шта оне заиста покривају.</a:t>
            </a:r>
          </a:p>
        </p:txBody>
      </p:sp>
      <p:sp>
        <p:nvSpPr>
          <p:cNvPr id="16" name="Rounded Rectangle 15">
            <a:extLst xmlns:a="http://schemas.openxmlformats.org/drawingml/2006/main">
              <a:ext uri="{FF2B5EF4-FFF2-40B4-BE49-F238E27FC236}">
                <a16:creationId xmlns:a16="http://schemas.microsoft.com/office/drawing/2014/main" id="{7B63B8E2-CA9C-45FD-899B-2C9339F39D6F}"/>
              </a:ext>
            </a:extLst>
          </p:cNvPr>
          <p:cNvSpPr>
            <a:spLocks xmlns:a="http://schemas.openxmlformats.org/drawingml/2006/main" noGrp="1"/>
          </p:cNvSpPr>
          <p:nvPr/>
        </p:nvSpPr>
        <p:spPr>
          <a:xfrm xmlns:a="http://schemas.openxmlformats.org/drawingml/2006/main">
            <a:off x="5772150" y="3848100"/>
            <a:ext cx="5638800" cy="723900"/>
          </a:xfrm>
          <a:prstGeom xmlns:a="http://schemas.openxmlformats.org/drawingml/2006/main" prst="roundRect">
            <a:avLst>
              <a:gd name="adj" fmla="val 18421"/>
            </a:avLst>
          </a:prstGeom>
          <a:solidFill xmlns:a="http://schemas.openxmlformats.org/drawingml/2006/main">
            <a:srgbClr val="F7EFF1"/>
          </a:solidFill>
          <a:ln xmlns:a="http://schemas.openxmlformats.org/drawingml/2006/main" w="9525">
            <a:solidFill>
              <a:srgbClr val="D7DEE8"/>
            </a:solidFill>
            <a:prstDash val="solid"/>
          </a:ln>
        </p:spPr>
      </p:sp>
      <p:sp>
        <p:nvSpPr>
          <p:cNvPr id="17" name="Rectangle 16">
            <a:extLst xmlns:a="http://schemas.openxmlformats.org/drawingml/2006/main">
              <a:ext uri="{FF2B5EF4-FFF2-40B4-BE49-F238E27FC236}">
                <a16:creationId xmlns:a16="http://schemas.microsoft.com/office/drawing/2014/main" id="{E9199768-54CA-435E-AC5B-D2007CF662CE}"/>
              </a:ext>
            </a:extLst>
          </p:cNvPr>
          <p:cNvSpPr>
            <a:spLocks xmlns:a="http://schemas.openxmlformats.org/drawingml/2006/main" noGrp="1"/>
          </p:cNvSpPr>
          <p:nvPr/>
        </p:nvSpPr>
        <p:spPr>
          <a:xfrm xmlns:a="http://schemas.openxmlformats.org/drawingml/2006/main">
            <a:off x="5924550" y="3971925"/>
            <a:ext cx="5334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975" b="1">
                <a:solidFill>
                  <a:srgbClr val="2F5EF5"/>
                </a:solidFill>
                <a:latin typeface="Aptos"/>
                <a:ea typeface="Aptos"/>
                <a:cs typeface="Aptos"/>
              </a:defRPr>
            </a:pPr>
            <a:r>
              <a:rPr sz="1200" b="1">
                <a:solidFill>
                  <a:srgbClr val="7A2636"/>
                </a:solidFill>
                <a:latin typeface="Aptos"/>
                <a:ea typeface="Aptos"/>
                <a:cs typeface="Aptos"/>
              </a:rPr>
              <a:t>03</a:t>
            </a:r>
          </a:p>
        </p:txBody>
      </p:sp>
      <p:sp>
        <p:nvSpPr>
          <p:cNvPr id="18" name="Rectangle 17">
            <a:extLst xmlns:a="http://schemas.openxmlformats.org/drawingml/2006/main">
              <a:ext uri="{FF2B5EF4-FFF2-40B4-BE49-F238E27FC236}">
                <a16:creationId xmlns:a16="http://schemas.microsoft.com/office/drawing/2014/main" id="{8B1F4869-CFE9-4266-B100-E14E8E4A5459}"/>
              </a:ext>
            </a:extLst>
          </p:cNvPr>
          <p:cNvSpPr>
            <a:spLocks xmlns:a="http://schemas.openxmlformats.org/drawingml/2006/main" noGrp="1"/>
          </p:cNvSpPr>
          <p:nvPr/>
        </p:nvSpPr>
        <p:spPr>
          <a:xfrm xmlns:a="http://schemas.openxmlformats.org/drawingml/2006/main">
            <a:off x="5924550" y="4219575"/>
            <a:ext cx="5334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l">
              <a:lnSpc>
                <a:spcPct val="102000"/>
              </a:lnSpc>
              <a:buNone/>
              <a:defRPr sz="1200" b="1">
                <a:solidFill>
                  <a:srgbClr val="1A202C"/>
                </a:solidFill>
                <a:latin typeface="Aptos"/>
                <a:ea typeface="Aptos"/>
                <a:cs typeface="Aptos"/>
              </a:defRPr>
            </a:pPr>
            <a:r>
              <a:rPr sz="1350" b="1">
                <a:solidFill>
                  <a:srgbClr val="1A202C"/>
                </a:solidFill>
                <a:latin typeface="Aptos"/>
                <a:ea typeface="Aptos"/>
                <a:cs typeface="Aptos"/>
              </a:rPr>
              <a:t>Оценити шта остаје незаштићено након тих контрола.</a:t>
            </a:r>
          </a:p>
        </p:txBody>
      </p:sp>
      <p:sp>
        <p:nvSpPr>
          <p:cNvPr id="19" name="Rounded Rectangle 18">
            <a:extLst xmlns:a="http://schemas.openxmlformats.org/drawingml/2006/main">
              <a:ext uri="{FF2B5EF4-FFF2-40B4-BE49-F238E27FC236}">
                <a16:creationId xmlns:a16="http://schemas.microsoft.com/office/drawing/2014/main" id="{DB1AF3F2-A484-40DD-B7EE-4AFE16E36797}"/>
              </a:ext>
            </a:extLst>
          </p:cNvPr>
          <p:cNvSpPr>
            <a:spLocks xmlns:a="http://schemas.openxmlformats.org/drawingml/2006/main" noGrp="1"/>
          </p:cNvSpPr>
          <p:nvPr/>
        </p:nvSpPr>
        <p:spPr>
          <a:xfrm xmlns:a="http://schemas.openxmlformats.org/drawingml/2006/main">
            <a:off x="5772150" y="4724400"/>
            <a:ext cx="5638800" cy="723900"/>
          </a:xfrm>
          <a:prstGeom xmlns:a="http://schemas.openxmlformats.org/drawingml/2006/main" prst="roundRect">
            <a:avLst>
              <a:gd name="adj" fmla="val 18421"/>
            </a:avLst>
          </a:prstGeom>
          <a:solidFill xmlns:a="http://schemas.openxmlformats.org/drawingml/2006/main">
            <a:srgbClr val="EDF8F2"/>
          </a:solidFill>
          <a:ln xmlns:a="http://schemas.openxmlformats.org/drawingml/2006/main" w="9525">
            <a:solidFill>
              <a:srgbClr val="D7DEE8"/>
            </a:solidFill>
            <a:prstDash val="solid"/>
          </a:ln>
        </p:spPr>
      </p:sp>
      <p:sp>
        <p:nvSpPr>
          <p:cNvPr id="20" name="Rectangle 19">
            <a:extLst xmlns:a="http://schemas.openxmlformats.org/drawingml/2006/main">
              <a:ext uri="{FF2B5EF4-FFF2-40B4-BE49-F238E27FC236}">
                <a16:creationId xmlns:a16="http://schemas.microsoft.com/office/drawing/2014/main" id="{1EBECB4E-F626-420A-86BF-8C959FC784D4}"/>
              </a:ext>
            </a:extLst>
          </p:cNvPr>
          <p:cNvSpPr>
            <a:spLocks xmlns:a="http://schemas.openxmlformats.org/drawingml/2006/main" noGrp="1"/>
          </p:cNvSpPr>
          <p:nvPr/>
        </p:nvSpPr>
        <p:spPr>
          <a:xfrm xmlns:a="http://schemas.openxmlformats.org/drawingml/2006/main">
            <a:off x="5924550" y="4848225"/>
            <a:ext cx="5334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2000"/>
              </a:lnSpc>
              <a:buNone/>
              <a:defRPr sz="975" b="1">
                <a:solidFill>
                  <a:srgbClr val="138A5B"/>
                </a:solidFill>
                <a:latin typeface="Aptos"/>
                <a:ea typeface="Aptos"/>
                <a:cs typeface="Aptos"/>
              </a:defRPr>
            </a:pPr>
            <a:r>
              <a:rPr sz="1200" b="1">
                <a:solidFill>
                  <a:srgbClr val="138A5B"/>
                </a:solidFill>
                <a:latin typeface="Aptos"/>
                <a:ea typeface="Aptos"/>
                <a:cs typeface="Aptos"/>
              </a:rPr>
              <a:t>04</a:t>
            </a:r>
          </a:p>
        </p:txBody>
      </p:sp>
      <p:sp>
        <p:nvSpPr>
          <p:cNvPr id="21" name="Rectangle 20">
            <a:extLst xmlns:a="http://schemas.openxmlformats.org/drawingml/2006/main">
              <a:ext uri="{FF2B5EF4-FFF2-40B4-BE49-F238E27FC236}">
                <a16:creationId xmlns:a16="http://schemas.microsoft.com/office/drawing/2014/main" id="{4ADA23B8-DB3A-40A2-B85C-FA8131D40E28}"/>
              </a:ext>
            </a:extLst>
          </p:cNvPr>
          <p:cNvSpPr>
            <a:spLocks xmlns:a="http://schemas.openxmlformats.org/drawingml/2006/main" noGrp="1"/>
          </p:cNvSpPr>
          <p:nvPr/>
        </p:nvSpPr>
        <p:spPr>
          <a:xfrm xmlns:a="http://schemas.openxmlformats.org/drawingml/2006/main">
            <a:off x="5924550" y="5095875"/>
            <a:ext cx="5334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95316"/>
          </a:bodyPr>
          <a:lstStyle xmlns:a="http://schemas.openxmlformats.org/drawingml/2006/main"/>
          <a:p xmlns:a="http://schemas.openxmlformats.org/drawingml/2006/main">
            <a:pPr algn="l">
              <a:lnSpc>
                <a:spcPct val="102000"/>
              </a:lnSpc>
              <a:buNone/>
              <a:defRPr sz="1200" b="1">
                <a:solidFill>
                  <a:srgbClr val="1A202C"/>
                </a:solidFill>
                <a:latin typeface="Aptos"/>
                <a:ea typeface="Aptos"/>
                <a:cs typeface="Aptos"/>
              </a:defRPr>
            </a:pPr>
            <a:r>
              <a:rPr sz="1350" b="1">
                <a:solidFill>
                  <a:srgbClr val="1A202C"/>
                </a:solidFill>
                <a:latin typeface="Aptos"/>
                <a:ea typeface="Aptos"/>
                <a:cs typeface="Aptos"/>
              </a:rPr>
              <a:t>Одредити власника који прихвата ризик и датум следећег прегледа.</a:t>
            </a:r>
          </a:p>
        </p:txBody>
      </p:sp>
    </p:spTree>
    <p:extLst>
      <p:ext uri="{BB962C8B-B14F-4D97-AF65-F5344CB8AC3E}">
        <p14:creationId xmlns:p14="http://schemas.microsoft.com/office/powerpoint/2010/main" val="732304160"/>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8" name="Rectangle 17">
            <a:extLst xmlns:a="http://schemas.openxmlformats.org/drawingml/2006/main">
              <a:ext uri="{FF2B5EF4-FFF2-40B4-BE49-F238E27FC236}">
                <a16:creationId xmlns:a16="http://schemas.microsoft.com/office/drawing/2014/main" id="{921DE0DD-86C8-474B-B992-56152312FA35}"/>
              </a:ext>
            </a:extLst>
          </p:cNvPr>
          <p:cNvSpPr>
            <a:spLocks xmlns:a="http://schemas.openxmlformats.org/drawingml/2006/main" noGrp="1"/>
          </p:cNvSpPr>
          <p:nvPr/>
        </p:nvSpPr>
        <p:spPr>
          <a:xfrm xmlns:a="http://schemas.openxmlformats.org/drawingml/2006/main">
            <a:off x="495300" y="238125"/>
            <a:ext cx="3429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825" b="0">
                <a:solidFill>
                  <a:srgbClr val="657184"/>
                </a:solidFill>
                <a:latin typeface="Aptos"/>
                <a:ea typeface="Aptos"/>
                <a:cs typeface="Aptos"/>
              </a:defRPr>
            </a:pPr>
            <a:r>
              <a:rPr sz="825" b="0">
                <a:solidFill>
                  <a:srgbClr val="5E6B7D"/>
                </a:solidFill>
                <a:latin typeface="Aptos"/>
                <a:ea typeface="Aptos"/>
                <a:cs typeface="Aptos"/>
              </a:rPr>
              <a:t>Основе информационе безбедности</a:t>
            </a:r>
          </a:p>
        </p:txBody>
      </p:sp>
      <p:sp>
        <p:nvSpPr>
          <p:cNvPr id="2" name="Straight Connector 1">
            <a:extLst xmlns:a="http://schemas.openxmlformats.org/drawingml/2006/main">
              <a:ext uri="{FF2B5EF4-FFF2-40B4-BE49-F238E27FC236}">
                <a16:creationId xmlns:a16="http://schemas.microsoft.com/office/drawing/2014/main" id="{EDC0F380-4C14-4BE1-B2B1-E02CD90B6E40}"/>
              </a:ext>
            </a:extLst>
          </p:cNvPr>
          <p:cNvSpPr>
            <a:spLocks xmlns:a="http://schemas.openxmlformats.org/drawingml/2006/main" noGrp="1"/>
          </p:cNvSpPr>
          <p:nvPr/>
        </p:nvSpPr>
        <p:spPr>
          <a:xfrm xmlns:a="http://schemas.openxmlformats.org/drawingml/2006/main">
            <a:off x="495300" y="476250"/>
            <a:ext cx="11201400" cy="9525"/>
          </a:xfrm>
          <a:prstGeom xmlns:a="http://schemas.openxmlformats.org/drawingml/2006/main" prst="line">
            <a:avLst/>
          </a:prstGeom>
          <a:solidFill xmlns:a="http://schemas.openxmlformats.org/drawingml/2006/main">
            <a:srgbClr val="8D5560"/>
          </a:solidFill>
          <a:ln xmlns:a="http://schemas.openxmlformats.org/drawingml/2006/main" w="7144">
            <a:solidFill>
              <a:srgbClr val="8D5560"/>
            </a:solidFill>
            <a:prstDash val="solid"/>
          </a:ln>
        </p:spPr>
      </p:sp>
      <p:sp>
        <p:nvSpPr>
          <p:cNvPr id="3" name="Rectangle 2">
            <a:extLst xmlns:a="http://schemas.openxmlformats.org/drawingml/2006/main">
              <a:ext uri="{FF2B5EF4-FFF2-40B4-BE49-F238E27FC236}">
                <a16:creationId xmlns:a16="http://schemas.microsoft.com/office/drawing/2014/main" id="{8EDA1B7D-7DF2-4E6F-9585-B54E7C7CAA17}"/>
              </a:ext>
            </a:extLst>
          </p:cNvPr>
          <p:cNvSpPr>
            <a:spLocks xmlns:a="http://schemas.openxmlformats.org/drawingml/2006/main" noGrp="1"/>
          </p:cNvSpPr>
          <p:nvPr/>
        </p:nvSpPr>
        <p:spPr>
          <a:xfrm xmlns:a="http://schemas.openxmlformats.org/drawingml/2006/main">
            <a:off x="11372850" y="6477000"/>
            <a:ext cx="3238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r">
              <a:lnSpc>
                <a:spcPct val="102000"/>
              </a:lnSpc>
              <a:buNone/>
              <a:defRPr sz="975" b="0">
                <a:solidFill>
                  <a:srgbClr val="1A202C"/>
                </a:solidFill>
                <a:latin typeface="Aptos"/>
                <a:ea typeface="Aptos"/>
                <a:cs typeface="Aptos"/>
              </a:defRPr>
            </a:pPr>
            <a:r>
              <a:rPr sz="975" b="0">
                <a:solidFill>
                  <a:srgbClr val="1A202C"/>
                </a:solidFill>
                <a:latin typeface="Aptos"/>
                <a:ea typeface="Aptos"/>
                <a:cs typeface="Aptos"/>
              </a:rPr>
              <a:t>11</a:t>
            </a:r>
          </a:p>
        </p:txBody>
      </p:sp>
      <p:sp>
        <p:nvSpPr>
          <p:cNvPr id="4" name="Rectangle 3">
            <a:extLst xmlns:a="http://schemas.openxmlformats.org/drawingml/2006/main">
              <a:ext uri="{FF2B5EF4-FFF2-40B4-BE49-F238E27FC236}">
                <a16:creationId xmlns:a16="http://schemas.microsoft.com/office/drawing/2014/main" id="{3D14B4AD-C457-481B-A0AD-D37F5F32CED1}"/>
              </a:ext>
            </a:extLst>
          </p:cNvPr>
          <p:cNvSpPr>
            <a:spLocks xmlns:a="http://schemas.openxmlformats.org/drawingml/2006/main" noGrp="1"/>
          </p:cNvSpPr>
          <p:nvPr/>
        </p:nvSpPr>
        <p:spPr>
          <a:xfrm xmlns:a="http://schemas.openxmlformats.org/drawingml/2006/main">
            <a:off x="685800" y="781050"/>
            <a:ext cx="108204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2000"/>
              </a:lnSpc>
              <a:buNone/>
              <a:defRPr sz="2550" b="1">
                <a:solidFill>
                  <a:srgbClr val="1A202C"/>
                </a:solidFill>
                <a:latin typeface="Aptos Display"/>
                <a:ea typeface="Aptos Display"/>
                <a:cs typeface="Aptos Display"/>
              </a:defRPr>
            </a:pPr>
            <a:r>
              <a:rPr sz="2550" b="1">
                <a:solidFill>
                  <a:srgbClr val="1A202C"/>
                </a:solidFill>
                <a:latin typeface="Aptos Display"/>
                <a:ea typeface="Aptos Display"/>
                <a:cs typeface="Aptos Display"/>
              </a:rPr>
              <a:t>Право приступа није заувек</a:t>
            </a:r>
          </a:p>
        </p:txBody>
      </p:sp>
      <p:sp>
        <p:nvSpPr>
          <p:cNvPr id="5" name="Rectangle 4">
            <a:extLst xmlns:a="http://schemas.openxmlformats.org/drawingml/2006/main">
              <a:ext uri="{FF2B5EF4-FFF2-40B4-BE49-F238E27FC236}">
                <a16:creationId xmlns:a16="http://schemas.microsoft.com/office/drawing/2014/main" id="{6FD21859-F6AF-4E63-AF4E-12961B1F101C}"/>
              </a:ext>
            </a:extLst>
          </p:cNvPr>
          <p:cNvSpPr>
            <a:spLocks xmlns:a="http://schemas.openxmlformats.org/drawingml/2006/main" noGrp="1"/>
          </p:cNvSpPr>
          <p:nvPr/>
        </p:nvSpPr>
        <p:spPr>
          <a:xfrm xmlns:a="http://schemas.openxmlformats.org/drawingml/2006/main">
            <a:off x="685800" y="1428750"/>
            <a:ext cx="108204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1575" b="0">
                <a:solidFill>
                  <a:srgbClr val="657184"/>
                </a:solidFill>
                <a:latin typeface="Aptos"/>
                <a:ea typeface="Aptos"/>
                <a:cs typeface="Aptos"/>
              </a:defRPr>
            </a:pPr>
            <a:r>
              <a:rPr sz="1575" b="0">
                <a:solidFill>
                  <a:srgbClr val="657184"/>
                </a:solidFill>
                <a:latin typeface="Aptos"/>
                <a:ea typeface="Aptos"/>
                <a:cs typeface="Aptos"/>
              </a:rPr>
              <a:t>Наведена правила остају видљива у имплементацији, тестовима и ревизији.</a:t>
            </a:r>
          </a:p>
        </p:txBody>
      </p:sp>
      <p:sp>
        <p:nvSpPr>
          <p:cNvPr id="6" name="Rounded Rectangle 5">
            <a:extLst xmlns:a="http://schemas.openxmlformats.org/drawingml/2006/main">
              <a:ext uri="{FF2B5EF4-FFF2-40B4-BE49-F238E27FC236}">
                <a16:creationId xmlns:a16="http://schemas.microsoft.com/office/drawing/2014/main" id="{6970FCB0-BEEF-45B1-AFCA-6210461C95DF}"/>
              </a:ext>
            </a:extLst>
          </p:cNvPr>
          <p:cNvSpPr>
            <a:spLocks xmlns:a="http://schemas.openxmlformats.org/drawingml/2006/main" noGrp="1"/>
          </p:cNvSpPr>
          <p:nvPr/>
        </p:nvSpPr>
        <p:spPr>
          <a:xfrm xmlns:a="http://schemas.openxmlformats.org/drawingml/2006/main">
            <a:off x="819150" y="2400300"/>
            <a:ext cx="3257550" cy="2343150"/>
          </a:xfrm>
          <a:prstGeom xmlns:a="http://schemas.openxmlformats.org/drawingml/2006/main" prst="roundRect">
            <a:avLst>
              <a:gd name="adj" fmla="val 5691"/>
            </a:avLst>
          </a:prstGeom>
          <a:solidFill xmlns:a="http://schemas.openxmlformats.org/drawingml/2006/main">
            <a:srgbClr val="F7EFF1"/>
          </a:solidFill>
          <a:ln xmlns:a="http://schemas.openxmlformats.org/drawingml/2006/main" w="9525">
            <a:solidFill>
              <a:srgbClr val="D7DEE8"/>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7" name="Rectangle 6">
            <a:extLst xmlns:a="http://schemas.openxmlformats.org/drawingml/2006/main">
              <a:ext uri="{FF2B5EF4-FFF2-40B4-BE49-F238E27FC236}">
                <a16:creationId xmlns:a16="http://schemas.microsoft.com/office/drawing/2014/main" id="{A0D6CB18-23D7-496A-A48F-1724F9BCE018}"/>
              </a:ext>
            </a:extLst>
          </p:cNvPr>
          <p:cNvSpPr>
            <a:spLocks xmlns:a="http://schemas.openxmlformats.org/drawingml/2006/main" noGrp="1"/>
          </p:cNvSpPr>
          <p:nvPr/>
        </p:nvSpPr>
        <p:spPr>
          <a:xfrm xmlns:a="http://schemas.openxmlformats.org/drawingml/2006/main">
            <a:off x="971550" y="2524125"/>
            <a:ext cx="2952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975" b="1">
                <a:solidFill>
                  <a:srgbClr val="2F5EF5"/>
                </a:solidFill>
                <a:latin typeface="Aptos"/>
                <a:ea typeface="Aptos"/>
                <a:cs typeface="Aptos"/>
              </a:defRPr>
            </a:pPr>
            <a:r>
              <a:rPr sz="1200" b="1">
                <a:solidFill>
                  <a:srgbClr val="7A2636"/>
                </a:solidFill>
                <a:latin typeface="Aptos"/>
                <a:ea typeface="Aptos"/>
                <a:cs typeface="Aptos"/>
              </a:rPr>
              <a:t>01</a:t>
            </a:r>
          </a:p>
        </p:txBody>
      </p:sp>
      <p:sp>
        <p:nvSpPr>
          <p:cNvPr id="8" name="Rectangle 7">
            <a:extLst xmlns:a="http://schemas.openxmlformats.org/drawingml/2006/main">
              <a:ext uri="{FF2B5EF4-FFF2-40B4-BE49-F238E27FC236}">
                <a16:creationId xmlns:a16="http://schemas.microsoft.com/office/drawing/2014/main" id="{92DE2057-CB15-46F4-B221-A4A62CDF6A01}"/>
              </a:ext>
            </a:extLst>
          </p:cNvPr>
          <p:cNvSpPr>
            <a:spLocks xmlns:a="http://schemas.openxmlformats.org/drawingml/2006/main" noGrp="1"/>
          </p:cNvSpPr>
          <p:nvPr/>
        </p:nvSpPr>
        <p:spPr>
          <a:xfrm xmlns:a="http://schemas.openxmlformats.org/drawingml/2006/main">
            <a:off x="971550" y="2771775"/>
            <a:ext cx="295275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l">
              <a:lnSpc>
                <a:spcPct val="102000"/>
              </a:lnSpc>
              <a:buNone/>
              <a:defRPr sz="1500" b="1">
                <a:solidFill>
                  <a:srgbClr val="1A202C"/>
                </a:solidFill>
                <a:latin typeface="Aptos"/>
                <a:ea typeface="Aptos"/>
                <a:cs typeface="Aptos"/>
              </a:defRPr>
            </a:pPr>
            <a:r>
              <a:rPr sz="1500" b="1">
                <a:solidFill>
                  <a:srgbClr val="1A202C"/>
                </a:solidFill>
                <a:latin typeface="Aptos"/>
                <a:ea typeface="Aptos"/>
                <a:cs typeface="Aptos"/>
              </a:rPr>
              <a:t>Атрибути се читају из поузданог, јасног контекста.</a:t>
            </a:r>
          </a:p>
        </p:txBody>
      </p:sp>
      <p:sp>
        <p:nvSpPr>
          <p:cNvPr id="9" name="Rectangle 8">
            <a:extLst xmlns:a="http://schemas.openxmlformats.org/drawingml/2006/main">
              <a:ext uri="{FF2B5EF4-FFF2-40B4-BE49-F238E27FC236}">
                <a16:creationId xmlns:a16="http://schemas.microsoft.com/office/drawing/2014/main" id="{1DBFA7D6-CB11-4241-8196-7469F8F11DCB}"/>
              </a:ext>
            </a:extLst>
          </p:cNvPr>
          <p:cNvSpPr>
            <a:spLocks xmlns:a="http://schemas.openxmlformats.org/drawingml/2006/main" noGrp="1"/>
          </p:cNvSpPr>
          <p:nvPr/>
        </p:nvSpPr>
        <p:spPr>
          <a:xfrm xmlns:a="http://schemas.openxmlformats.org/drawingml/2006/main">
            <a:off x="971550" y="3981450"/>
            <a:ext cx="295275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6000"/>
              </a:lnSpc>
              <a:buNone/>
              <a:defRPr sz="1200" b="0">
                <a:solidFill>
                  <a:srgbClr val="657184"/>
                </a:solidFill>
                <a:latin typeface="Aptos"/>
                <a:ea typeface="Aptos"/>
                <a:cs typeface="Aptos"/>
              </a:defRPr>
            </a:pPr>
            <a:r>
              <a:rPr sz="1350" b="0">
                <a:solidFill>
                  <a:srgbClr val="657184"/>
                </a:solidFill>
                <a:latin typeface="Aptos"/>
                <a:ea typeface="Aptos"/>
                <a:cs typeface="Aptos"/>
              </a:rPr>
              <a:t>Јасно правило</a:t>
            </a:r>
          </a:p>
        </p:txBody>
      </p:sp>
      <p:sp>
        <p:nvSpPr>
          <p:cNvPr id="10" name="Rounded Rectangle 9">
            <a:extLst xmlns:a="http://schemas.openxmlformats.org/drawingml/2006/main">
              <a:ext uri="{FF2B5EF4-FFF2-40B4-BE49-F238E27FC236}">
                <a16:creationId xmlns:a16="http://schemas.microsoft.com/office/drawing/2014/main" id="{F825A775-361B-40F1-885F-A73352422CD7}"/>
              </a:ext>
            </a:extLst>
          </p:cNvPr>
          <p:cNvSpPr>
            <a:spLocks xmlns:a="http://schemas.openxmlformats.org/drawingml/2006/main" noGrp="1"/>
          </p:cNvSpPr>
          <p:nvPr/>
        </p:nvSpPr>
        <p:spPr>
          <a:xfrm xmlns:a="http://schemas.openxmlformats.org/drawingml/2006/main">
            <a:off x="4467225" y="2400300"/>
            <a:ext cx="3257550" cy="2343150"/>
          </a:xfrm>
          <a:prstGeom xmlns:a="http://schemas.openxmlformats.org/drawingml/2006/main" prst="roundRect">
            <a:avLst>
              <a:gd name="adj" fmla="val 5691"/>
            </a:avLst>
          </a:prstGeom>
          <a:solidFill xmlns:a="http://schemas.openxmlformats.org/drawingml/2006/main">
            <a:srgbClr val="F7F4F5"/>
          </a:solidFill>
          <a:ln xmlns:a="http://schemas.openxmlformats.org/drawingml/2006/main" w="9525">
            <a:solidFill>
              <a:srgbClr val="D7DEE8"/>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1" name="Rectangle 10">
            <a:extLst xmlns:a="http://schemas.openxmlformats.org/drawingml/2006/main">
              <a:ext uri="{FF2B5EF4-FFF2-40B4-BE49-F238E27FC236}">
                <a16:creationId xmlns:a16="http://schemas.microsoft.com/office/drawing/2014/main" id="{6DC852E5-3F5C-4B3B-9FEE-8C638C9794FB}"/>
              </a:ext>
            </a:extLst>
          </p:cNvPr>
          <p:cNvSpPr>
            <a:spLocks xmlns:a="http://schemas.openxmlformats.org/drawingml/2006/main" noGrp="1"/>
          </p:cNvSpPr>
          <p:nvPr/>
        </p:nvSpPr>
        <p:spPr>
          <a:xfrm xmlns:a="http://schemas.openxmlformats.org/drawingml/2006/main">
            <a:off x="4619625" y="2524125"/>
            <a:ext cx="2952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975" b="1">
                <a:solidFill>
                  <a:srgbClr val="7651D4"/>
                </a:solidFill>
                <a:latin typeface="Aptos"/>
                <a:ea typeface="Aptos"/>
                <a:cs typeface="Aptos"/>
              </a:defRPr>
            </a:pPr>
            <a:r>
              <a:rPr sz="1200" b="1">
                <a:solidFill>
                  <a:srgbClr val="7A2636"/>
                </a:solidFill>
                <a:latin typeface="Aptos"/>
                <a:ea typeface="Aptos"/>
                <a:cs typeface="Aptos"/>
              </a:rPr>
              <a:t>02</a:t>
            </a:r>
          </a:p>
        </p:txBody>
      </p:sp>
      <p:sp>
        <p:nvSpPr>
          <p:cNvPr id="12" name="Rectangle 11">
            <a:extLst xmlns:a="http://schemas.openxmlformats.org/drawingml/2006/main">
              <a:ext uri="{FF2B5EF4-FFF2-40B4-BE49-F238E27FC236}">
                <a16:creationId xmlns:a16="http://schemas.microsoft.com/office/drawing/2014/main" id="{CE3885A5-EBF0-4E9A-AC53-F4659A48DD26}"/>
              </a:ext>
            </a:extLst>
          </p:cNvPr>
          <p:cNvSpPr>
            <a:spLocks xmlns:a="http://schemas.openxmlformats.org/drawingml/2006/main" noGrp="1"/>
          </p:cNvSpPr>
          <p:nvPr/>
        </p:nvSpPr>
        <p:spPr>
          <a:xfrm xmlns:a="http://schemas.openxmlformats.org/drawingml/2006/main">
            <a:off x="4619625" y="2771775"/>
            <a:ext cx="295275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l">
              <a:lnSpc>
                <a:spcPct val="102000"/>
              </a:lnSpc>
              <a:buNone/>
              <a:defRPr sz="1500" b="1">
                <a:solidFill>
                  <a:srgbClr val="1A202C"/>
                </a:solidFill>
                <a:latin typeface="Aptos"/>
                <a:ea typeface="Aptos"/>
                <a:cs typeface="Aptos"/>
              </a:defRPr>
            </a:pPr>
            <a:r>
              <a:rPr sz="1500" b="1">
                <a:solidFill>
                  <a:srgbClr val="1A202C"/>
                </a:solidFill>
                <a:latin typeface="Aptos"/>
                <a:ea typeface="Aptos"/>
                <a:cs typeface="Aptos"/>
              </a:rPr>
              <a:t>Исто стање мора довести до истог резултата политике.</a:t>
            </a:r>
          </a:p>
        </p:txBody>
      </p:sp>
      <p:sp>
        <p:nvSpPr>
          <p:cNvPr id="13" name="Rectangle 12">
            <a:extLst xmlns:a="http://schemas.openxmlformats.org/drawingml/2006/main">
              <a:ext uri="{FF2B5EF4-FFF2-40B4-BE49-F238E27FC236}">
                <a16:creationId xmlns:a16="http://schemas.microsoft.com/office/drawing/2014/main" id="{2D5ACF9D-FBDB-4419-BBE8-C95022C367EC}"/>
              </a:ext>
            </a:extLst>
          </p:cNvPr>
          <p:cNvSpPr>
            <a:spLocks xmlns:a="http://schemas.openxmlformats.org/drawingml/2006/main" noGrp="1"/>
          </p:cNvSpPr>
          <p:nvPr/>
        </p:nvSpPr>
        <p:spPr>
          <a:xfrm xmlns:a="http://schemas.openxmlformats.org/drawingml/2006/main">
            <a:off x="4619625" y="3981450"/>
            <a:ext cx="295275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6000"/>
              </a:lnSpc>
              <a:buNone/>
              <a:defRPr sz="1200" b="0">
                <a:solidFill>
                  <a:srgbClr val="657184"/>
                </a:solidFill>
                <a:latin typeface="Aptos"/>
                <a:ea typeface="Aptos"/>
                <a:cs typeface="Aptos"/>
              </a:defRPr>
            </a:pPr>
            <a:r>
              <a:rPr sz="1350" b="0">
                <a:solidFill>
                  <a:srgbClr val="657184"/>
                </a:solidFill>
                <a:latin typeface="Aptos"/>
                <a:ea typeface="Aptos"/>
                <a:cs typeface="Aptos"/>
              </a:rPr>
              <a:t>Проверљива примена</a:t>
            </a:r>
          </a:p>
        </p:txBody>
      </p:sp>
      <p:sp>
        <p:nvSpPr>
          <p:cNvPr id="14" name="Rounded Rectangle 13">
            <a:extLst xmlns:a="http://schemas.openxmlformats.org/drawingml/2006/main">
              <a:ext uri="{FF2B5EF4-FFF2-40B4-BE49-F238E27FC236}">
                <a16:creationId xmlns:a16="http://schemas.microsoft.com/office/drawing/2014/main" id="{97FDD6E6-8E51-4AAF-8599-3655825C5AE4}"/>
              </a:ext>
            </a:extLst>
          </p:cNvPr>
          <p:cNvSpPr>
            <a:spLocks xmlns:a="http://schemas.openxmlformats.org/drawingml/2006/main" noGrp="1"/>
          </p:cNvSpPr>
          <p:nvPr/>
        </p:nvSpPr>
        <p:spPr>
          <a:xfrm xmlns:a="http://schemas.openxmlformats.org/drawingml/2006/main">
            <a:off x="8115300" y="2400300"/>
            <a:ext cx="3257550" cy="2343150"/>
          </a:xfrm>
          <a:prstGeom xmlns:a="http://schemas.openxmlformats.org/drawingml/2006/main" prst="roundRect">
            <a:avLst>
              <a:gd name="adj" fmla="val 5691"/>
            </a:avLst>
          </a:prstGeom>
          <a:solidFill xmlns:a="http://schemas.openxmlformats.org/drawingml/2006/main">
            <a:srgbClr val="EDF8F2"/>
          </a:solidFill>
          <a:ln xmlns:a="http://schemas.openxmlformats.org/drawingml/2006/main" w="9525">
            <a:solidFill>
              <a:srgbClr val="D7DEE8"/>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5" name="Rectangle 14">
            <a:extLst xmlns:a="http://schemas.openxmlformats.org/drawingml/2006/main">
              <a:ext uri="{FF2B5EF4-FFF2-40B4-BE49-F238E27FC236}">
                <a16:creationId xmlns:a16="http://schemas.microsoft.com/office/drawing/2014/main" id="{AF8921C7-5CCF-4776-B39F-99B371B69947}"/>
              </a:ext>
            </a:extLst>
          </p:cNvPr>
          <p:cNvSpPr>
            <a:spLocks xmlns:a="http://schemas.openxmlformats.org/drawingml/2006/main" noGrp="1"/>
          </p:cNvSpPr>
          <p:nvPr/>
        </p:nvSpPr>
        <p:spPr>
          <a:xfrm xmlns:a="http://schemas.openxmlformats.org/drawingml/2006/main">
            <a:off x="8267700" y="2524125"/>
            <a:ext cx="2952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2000"/>
              </a:lnSpc>
              <a:buNone/>
              <a:defRPr sz="975" b="1">
                <a:solidFill>
                  <a:srgbClr val="138A5B"/>
                </a:solidFill>
                <a:latin typeface="Aptos"/>
                <a:ea typeface="Aptos"/>
                <a:cs typeface="Aptos"/>
              </a:defRPr>
            </a:pPr>
            <a:r>
              <a:rPr sz="1200" b="1">
                <a:solidFill>
                  <a:srgbClr val="138A5B"/>
                </a:solidFill>
                <a:latin typeface="Aptos"/>
                <a:ea typeface="Aptos"/>
                <a:cs typeface="Aptos"/>
              </a:rPr>
              <a:t>03</a:t>
            </a:r>
          </a:p>
        </p:txBody>
      </p:sp>
      <p:sp>
        <p:nvSpPr>
          <p:cNvPr id="16" name="Rectangle 15">
            <a:extLst xmlns:a="http://schemas.openxmlformats.org/drawingml/2006/main">
              <a:ext uri="{FF2B5EF4-FFF2-40B4-BE49-F238E27FC236}">
                <a16:creationId xmlns:a16="http://schemas.microsoft.com/office/drawing/2014/main" id="{873A551A-1825-4162-8290-BA6A8564FC53}"/>
              </a:ext>
            </a:extLst>
          </p:cNvPr>
          <p:cNvSpPr>
            <a:spLocks xmlns:a="http://schemas.openxmlformats.org/drawingml/2006/main" noGrp="1"/>
          </p:cNvSpPr>
          <p:nvPr/>
        </p:nvSpPr>
        <p:spPr>
          <a:xfrm xmlns:a="http://schemas.openxmlformats.org/drawingml/2006/main">
            <a:off x="8267700" y="2771775"/>
            <a:ext cx="295275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l">
              <a:lnSpc>
                <a:spcPct val="102000"/>
              </a:lnSpc>
              <a:buNone/>
              <a:defRPr sz="1500" b="1">
                <a:solidFill>
                  <a:srgbClr val="1A202C"/>
                </a:solidFill>
                <a:latin typeface="Aptos"/>
                <a:ea typeface="Aptos"/>
                <a:cs typeface="Aptos"/>
              </a:defRPr>
            </a:pPr>
            <a:r>
              <a:rPr sz="1500" b="1">
                <a:solidFill>
                  <a:srgbClr val="1A202C"/>
                </a:solidFill>
                <a:latin typeface="Aptos"/>
                <a:ea typeface="Aptos"/>
                <a:cs typeface="Aptos"/>
              </a:rPr>
              <a:t>Ризик укључује имовину, претњу, контролу и преосталу изложеност.</a:t>
            </a:r>
          </a:p>
        </p:txBody>
      </p:sp>
      <p:sp>
        <p:nvSpPr>
          <p:cNvPr id="17" name="Rectangle 16">
            <a:extLst xmlns:a="http://schemas.openxmlformats.org/drawingml/2006/main">
              <a:ext uri="{FF2B5EF4-FFF2-40B4-BE49-F238E27FC236}">
                <a16:creationId xmlns:a16="http://schemas.microsoft.com/office/drawing/2014/main" id="{DA41D48E-6FAB-4E5E-8EB3-3B86ED0DFBFA}"/>
              </a:ext>
            </a:extLst>
          </p:cNvPr>
          <p:cNvSpPr>
            <a:spLocks xmlns:a="http://schemas.openxmlformats.org/drawingml/2006/main" noGrp="1"/>
          </p:cNvSpPr>
          <p:nvPr/>
        </p:nvSpPr>
        <p:spPr>
          <a:xfrm xmlns:a="http://schemas.openxmlformats.org/drawingml/2006/main">
            <a:off x="8267700" y="3981450"/>
            <a:ext cx="295275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6000"/>
              </a:lnSpc>
              <a:buNone/>
              <a:defRPr sz="1200" b="0">
                <a:solidFill>
                  <a:srgbClr val="657184"/>
                </a:solidFill>
                <a:latin typeface="Aptos"/>
                <a:ea typeface="Aptos"/>
                <a:cs typeface="Aptos"/>
              </a:defRPr>
            </a:pPr>
            <a:r>
              <a:rPr sz="1350" b="0">
                <a:solidFill>
                  <a:srgbClr val="657184"/>
                </a:solidFill>
                <a:latin typeface="Aptos"/>
                <a:ea typeface="Aptos"/>
                <a:cs typeface="Aptos"/>
              </a:rPr>
              <a:t>Видљив доказ</a:t>
            </a:r>
          </a:p>
        </p:txBody>
      </p:sp>
    </p:spTree>
    <p:extLst>
      <p:ext uri="{BB962C8B-B14F-4D97-AF65-F5344CB8AC3E}">
        <p14:creationId xmlns:p14="http://schemas.microsoft.com/office/powerpoint/2010/main" val="729550541"/>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Rectangle 18">
            <a:extLst xmlns:a="http://schemas.openxmlformats.org/drawingml/2006/main">
              <a:ext uri="{FF2B5EF4-FFF2-40B4-BE49-F238E27FC236}">
                <a16:creationId xmlns:a16="http://schemas.microsoft.com/office/drawing/2014/main" id="{F23CBF0F-5937-44EC-96CF-12692760C00D}"/>
              </a:ext>
            </a:extLst>
          </p:cNvPr>
          <p:cNvSpPr>
            <a:spLocks xmlns:a="http://schemas.openxmlformats.org/drawingml/2006/main" noGrp="1"/>
          </p:cNvSpPr>
          <p:nvPr/>
        </p:nvSpPr>
        <p:spPr>
          <a:xfrm xmlns:a="http://schemas.openxmlformats.org/drawingml/2006/main">
            <a:off x="495300" y="238125"/>
            <a:ext cx="3429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825" b="0">
                <a:solidFill>
                  <a:srgbClr val="657184"/>
                </a:solidFill>
                <a:latin typeface="Aptos"/>
                <a:ea typeface="Aptos"/>
                <a:cs typeface="Aptos"/>
              </a:defRPr>
            </a:pPr>
            <a:r>
              <a:rPr sz="825" b="0">
                <a:solidFill>
                  <a:srgbClr val="5E6B7D"/>
                </a:solidFill>
                <a:latin typeface="Aptos"/>
                <a:ea typeface="Aptos"/>
                <a:cs typeface="Aptos"/>
              </a:rPr>
              <a:t>Основе информационе безбедности</a:t>
            </a:r>
          </a:p>
        </p:txBody>
      </p:sp>
      <p:sp>
        <p:nvSpPr>
          <p:cNvPr id="2" name="Straight Connector 1">
            <a:extLst xmlns:a="http://schemas.openxmlformats.org/drawingml/2006/main">
              <a:ext uri="{FF2B5EF4-FFF2-40B4-BE49-F238E27FC236}">
                <a16:creationId xmlns:a16="http://schemas.microsoft.com/office/drawing/2014/main" id="{36CB0048-5C6C-4B2F-B9FA-E0F0E67A485D}"/>
              </a:ext>
            </a:extLst>
          </p:cNvPr>
          <p:cNvSpPr>
            <a:spLocks xmlns:a="http://schemas.openxmlformats.org/drawingml/2006/main" noGrp="1"/>
          </p:cNvSpPr>
          <p:nvPr/>
        </p:nvSpPr>
        <p:spPr>
          <a:xfrm xmlns:a="http://schemas.openxmlformats.org/drawingml/2006/main">
            <a:off x="495300" y="476250"/>
            <a:ext cx="11201400" cy="9525"/>
          </a:xfrm>
          <a:prstGeom xmlns:a="http://schemas.openxmlformats.org/drawingml/2006/main" prst="line">
            <a:avLst/>
          </a:prstGeom>
          <a:solidFill xmlns:a="http://schemas.openxmlformats.org/drawingml/2006/main">
            <a:srgbClr val="8D5560"/>
          </a:solidFill>
          <a:ln xmlns:a="http://schemas.openxmlformats.org/drawingml/2006/main" w="7144">
            <a:solidFill>
              <a:srgbClr val="8D5560"/>
            </a:solidFill>
            <a:prstDash val="solid"/>
          </a:ln>
        </p:spPr>
      </p:sp>
      <p:sp>
        <p:nvSpPr>
          <p:cNvPr id="3" name="Rectangle 2">
            <a:extLst xmlns:a="http://schemas.openxmlformats.org/drawingml/2006/main">
              <a:ext uri="{FF2B5EF4-FFF2-40B4-BE49-F238E27FC236}">
                <a16:creationId xmlns:a16="http://schemas.microsoft.com/office/drawing/2014/main" id="{9CCBDCB6-6F46-4DD8-8BD7-5EEA2F1131EC}"/>
              </a:ext>
            </a:extLst>
          </p:cNvPr>
          <p:cNvSpPr>
            <a:spLocks xmlns:a="http://schemas.openxmlformats.org/drawingml/2006/main" noGrp="1"/>
          </p:cNvSpPr>
          <p:nvPr/>
        </p:nvSpPr>
        <p:spPr>
          <a:xfrm xmlns:a="http://schemas.openxmlformats.org/drawingml/2006/main">
            <a:off x="11372850" y="6477000"/>
            <a:ext cx="3238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r">
              <a:lnSpc>
                <a:spcPct val="102000"/>
              </a:lnSpc>
              <a:buNone/>
              <a:defRPr sz="975" b="0">
                <a:solidFill>
                  <a:srgbClr val="1A202C"/>
                </a:solidFill>
                <a:latin typeface="Aptos"/>
                <a:ea typeface="Aptos"/>
                <a:cs typeface="Aptos"/>
              </a:defRPr>
            </a:pPr>
            <a:r>
              <a:rPr sz="975" b="0">
                <a:solidFill>
                  <a:srgbClr val="1A202C"/>
                </a:solidFill>
                <a:latin typeface="Aptos"/>
                <a:ea typeface="Aptos"/>
                <a:cs typeface="Aptos"/>
              </a:rPr>
              <a:t>12</a:t>
            </a:r>
          </a:p>
        </p:txBody>
      </p:sp>
      <p:sp>
        <p:nvSpPr>
          <p:cNvPr id="4" name="Rectangle 3">
            <a:extLst xmlns:a="http://schemas.openxmlformats.org/drawingml/2006/main">
              <a:ext uri="{FF2B5EF4-FFF2-40B4-BE49-F238E27FC236}">
                <a16:creationId xmlns:a16="http://schemas.microsoft.com/office/drawing/2014/main" id="{E9B7F942-772C-434C-A902-F795A912EBF7}"/>
              </a:ext>
            </a:extLst>
          </p:cNvPr>
          <p:cNvSpPr>
            <a:spLocks xmlns:a="http://schemas.openxmlformats.org/drawingml/2006/main" noGrp="1"/>
          </p:cNvSpPr>
          <p:nvPr/>
        </p:nvSpPr>
        <p:spPr>
          <a:xfrm xmlns:a="http://schemas.openxmlformats.org/drawingml/2006/main">
            <a:off x="685800" y="781050"/>
            <a:ext cx="108204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2550" b="1">
                <a:solidFill>
                  <a:srgbClr val="1A202C"/>
                </a:solidFill>
                <a:latin typeface="Aptos Display"/>
                <a:ea typeface="Aptos Display"/>
                <a:cs typeface="Aptos Display"/>
              </a:defRPr>
            </a:pPr>
            <a:r>
              <a:rPr sz="2550" b="1">
                <a:solidFill>
                  <a:srgbClr val="1A202C"/>
                </a:solidFill>
                <a:latin typeface="Aptos Display"/>
                <a:ea typeface="Aptos Display"/>
                <a:cs typeface="Aptos Display"/>
              </a:rPr>
              <a:t>Примена у развоју</a:t>
            </a:r>
          </a:p>
        </p:txBody>
      </p:sp>
      <p:sp>
        <p:nvSpPr>
          <p:cNvPr id="5" name="Rectangle 4">
            <a:extLst xmlns:a="http://schemas.openxmlformats.org/drawingml/2006/main">
              <a:ext uri="{FF2B5EF4-FFF2-40B4-BE49-F238E27FC236}">
                <a16:creationId xmlns:a16="http://schemas.microsoft.com/office/drawing/2014/main" id="{47304305-1ACC-4ED9-AFDA-09A2FE84887E}"/>
              </a:ext>
            </a:extLst>
          </p:cNvPr>
          <p:cNvSpPr>
            <a:spLocks xmlns:a="http://schemas.openxmlformats.org/drawingml/2006/main" noGrp="1"/>
          </p:cNvSpPr>
          <p:nvPr/>
        </p:nvSpPr>
        <p:spPr>
          <a:xfrm xmlns:a="http://schemas.openxmlformats.org/drawingml/2006/main">
            <a:off x="685800" y="1428750"/>
            <a:ext cx="108204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1575" b="0">
                <a:solidFill>
                  <a:srgbClr val="657184"/>
                </a:solidFill>
                <a:latin typeface="Aptos"/>
                <a:ea typeface="Aptos"/>
                <a:cs typeface="Aptos"/>
              </a:defRPr>
            </a:pPr>
            <a:r>
              <a:rPr sz="1575" b="0">
                <a:solidFill>
                  <a:srgbClr val="657184"/>
                </a:solidFill>
                <a:latin typeface="Aptos"/>
                <a:ea typeface="Aptos"/>
                <a:cs typeface="Aptos"/>
              </a:rPr>
              <a:t>Тим примењује тему кроз серверске провере, тестове и ревизионе записе током развоја.</a:t>
            </a:r>
          </a:p>
        </p:txBody>
      </p:sp>
      <p:sp>
        <p:nvSpPr>
          <p:cNvPr id="6" name="Rounded Rectangle 5">
            <a:extLst xmlns:a="http://schemas.openxmlformats.org/drawingml/2006/main">
              <a:ext uri="{FF2B5EF4-FFF2-40B4-BE49-F238E27FC236}">
                <a16:creationId xmlns:a16="http://schemas.microsoft.com/office/drawing/2014/main" id="{BEF7C27A-0C0A-4225-9C4A-56D96E253A13}"/>
              </a:ext>
            </a:extLst>
          </p:cNvPr>
          <p:cNvSpPr>
            <a:spLocks xmlns:a="http://schemas.openxmlformats.org/drawingml/2006/main" noGrp="1"/>
          </p:cNvSpPr>
          <p:nvPr/>
        </p:nvSpPr>
        <p:spPr>
          <a:xfrm xmlns:a="http://schemas.openxmlformats.org/drawingml/2006/main">
            <a:off x="800100" y="2209800"/>
            <a:ext cx="4810125" cy="2857500"/>
          </a:xfrm>
          <a:prstGeom xmlns:a="http://schemas.openxmlformats.org/drawingml/2006/main" prst="roundRect">
            <a:avLst>
              <a:gd name="adj" fmla="val 4667"/>
            </a:avLst>
          </a:prstGeom>
          <a:solidFill xmlns:a="http://schemas.openxmlformats.org/drawingml/2006/main">
            <a:srgbClr val="F7EFF1"/>
          </a:solidFill>
          <a:ln xmlns:a="http://schemas.openxmlformats.org/drawingml/2006/main" w="9525">
            <a:solidFill>
              <a:srgbClr val="D7DEE8"/>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7" name="Rectangle 6">
            <a:extLst xmlns:a="http://schemas.openxmlformats.org/drawingml/2006/main">
              <a:ext uri="{FF2B5EF4-FFF2-40B4-BE49-F238E27FC236}">
                <a16:creationId xmlns:a16="http://schemas.microsoft.com/office/drawing/2014/main" id="{1FFA1BFF-25EE-4E03-837B-8244EF41449E}"/>
              </a:ext>
            </a:extLst>
          </p:cNvPr>
          <p:cNvSpPr>
            <a:spLocks xmlns:a="http://schemas.openxmlformats.org/drawingml/2006/main" noGrp="1"/>
          </p:cNvSpPr>
          <p:nvPr/>
        </p:nvSpPr>
        <p:spPr>
          <a:xfrm xmlns:a="http://schemas.openxmlformats.org/drawingml/2006/main">
            <a:off x="952500" y="2333625"/>
            <a:ext cx="450532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975" b="1">
                <a:solidFill>
                  <a:srgbClr val="2F5EF5"/>
                </a:solidFill>
                <a:latin typeface="Aptos"/>
                <a:ea typeface="Aptos"/>
                <a:cs typeface="Aptos"/>
              </a:defRPr>
            </a:pPr>
            <a:r>
              <a:rPr sz="1200" b="1">
                <a:solidFill>
                  <a:srgbClr val="7A2636"/>
                </a:solidFill>
                <a:latin typeface="Aptos"/>
                <a:ea typeface="Aptos"/>
                <a:cs typeface="Aptos"/>
              </a:rPr>
              <a:t>РАЗВОЈНИ КОНТЕКСТ</a:t>
            </a:r>
          </a:p>
        </p:txBody>
      </p:sp>
      <p:sp>
        <p:nvSpPr>
          <p:cNvPr id="8" name="Rectangle 7">
            <a:extLst xmlns:a="http://schemas.openxmlformats.org/drawingml/2006/main">
              <a:ext uri="{FF2B5EF4-FFF2-40B4-BE49-F238E27FC236}">
                <a16:creationId xmlns:a16="http://schemas.microsoft.com/office/drawing/2014/main" id="{4C99EF9D-8A79-4FB7-BF46-C2B65D974339}"/>
              </a:ext>
            </a:extLst>
          </p:cNvPr>
          <p:cNvSpPr>
            <a:spLocks xmlns:a="http://schemas.openxmlformats.org/drawingml/2006/main" noGrp="1"/>
          </p:cNvSpPr>
          <p:nvPr/>
        </p:nvSpPr>
        <p:spPr>
          <a:xfrm xmlns:a="http://schemas.openxmlformats.org/drawingml/2006/main">
            <a:off x="952500" y="2581275"/>
            <a:ext cx="450532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2000"/>
              </a:lnSpc>
              <a:buNone/>
              <a:defRPr sz="1725" b="1">
                <a:solidFill>
                  <a:srgbClr val="1A202C"/>
                </a:solidFill>
                <a:latin typeface="Aptos"/>
                <a:ea typeface="Aptos"/>
                <a:cs typeface="Aptos"/>
              </a:defRPr>
            </a:pPr>
            <a:r>
              <a:rPr sz="1725" b="1">
                <a:solidFill>
                  <a:srgbClr val="1A202C"/>
                </a:solidFill>
                <a:latin typeface="Aptos"/>
                <a:ea typeface="Aptos"/>
                <a:cs typeface="Aptos"/>
              </a:rPr>
              <a:t>Примена принципа у коду</a:t>
            </a:r>
          </a:p>
        </p:txBody>
      </p:sp>
      <p:sp>
        <p:nvSpPr>
          <p:cNvPr id="9" name="Rectangle 8">
            <a:extLst xmlns:a="http://schemas.openxmlformats.org/drawingml/2006/main">
              <a:ext uri="{FF2B5EF4-FFF2-40B4-BE49-F238E27FC236}">
                <a16:creationId xmlns:a16="http://schemas.microsoft.com/office/drawing/2014/main" id="{AEB5537C-E3E6-4166-BC3A-566590336387}"/>
              </a:ext>
            </a:extLst>
          </p:cNvPr>
          <p:cNvSpPr>
            <a:spLocks xmlns:a="http://schemas.openxmlformats.org/drawingml/2006/main" noGrp="1"/>
          </p:cNvSpPr>
          <p:nvPr/>
        </p:nvSpPr>
        <p:spPr>
          <a:xfrm xmlns:a="http://schemas.openxmlformats.org/drawingml/2006/main">
            <a:off x="952500" y="3124200"/>
            <a:ext cx="4505325" cy="1838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6000"/>
              </a:lnSpc>
              <a:buNone/>
              <a:defRPr sz="1350" b="0">
                <a:solidFill>
                  <a:srgbClr val="657184"/>
                </a:solidFill>
                <a:latin typeface="Aptos"/>
                <a:ea typeface="Aptos"/>
                <a:cs typeface="Aptos"/>
              </a:defRPr>
            </a:pPr>
            <a:r>
              <a:rPr sz="1350" b="0">
                <a:solidFill>
                  <a:srgbClr val="657184"/>
                </a:solidFill>
                <a:latin typeface="Aptos"/>
                <a:ea typeface="Aptos"/>
                <a:cs typeface="Aptos"/>
              </a:rPr>
              <a:t>Тим издваја одлуке које не могу поштено да стану у назив једне улоге. Затим их записује као правило које се може тестирати са неколико супротних контекста. Преглед приступа проверава да ли је некадашња пословна потреба и даље стварна.</a:t>
            </a:r>
          </a:p>
        </p:txBody>
      </p:sp>
      <p:sp>
        <p:nvSpPr>
          <p:cNvPr id="10" name="Rounded Rectangle 9">
            <a:extLst xmlns:a="http://schemas.openxmlformats.org/drawingml/2006/main">
              <a:ext uri="{FF2B5EF4-FFF2-40B4-BE49-F238E27FC236}">
                <a16:creationId xmlns:a16="http://schemas.microsoft.com/office/drawing/2014/main" id="{DCBE067C-36F2-4745-A76F-BEF79EC71EB5}"/>
              </a:ext>
            </a:extLst>
          </p:cNvPr>
          <p:cNvSpPr>
            <a:spLocks xmlns:a="http://schemas.openxmlformats.org/drawingml/2006/main" noGrp="1"/>
          </p:cNvSpPr>
          <p:nvPr/>
        </p:nvSpPr>
        <p:spPr>
          <a:xfrm xmlns:a="http://schemas.openxmlformats.org/drawingml/2006/main">
            <a:off x="6038850" y="2209800"/>
            <a:ext cx="5353050" cy="819150"/>
          </a:xfrm>
          <a:prstGeom xmlns:a="http://schemas.openxmlformats.org/drawingml/2006/main" prst="roundRect">
            <a:avLst>
              <a:gd name="adj" fmla="val 16279"/>
            </a:avLst>
          </a:prstGeom>
          <a:solidFill xmlns:a="http://schemas.openxmlformats.org/drawingml/2006/main">
            <a:srgbClr val="F4F6F9"/>
          </a:solidFill>
          <a:ln xmlns:a="http://schemas.openxmlformats.org/drawingml/2006/main" w="9525">
            <a:solidFill>
              <a:srgbClr val="D7DEE8"/>
            </a:solidFill>
            <a:prstDash val="solid"/>
          </a:ln>
        </p:spPr>
      </p:sp>
      <p:sp>
        <p:nvSpPr>
          <p:cNvPr id="11" name="Rectangle 10">
            <a:extLst xmlns:a="http://schemas.openxmlformats.org/drawingml/2006/main">
              <a:ext uri="{FF2B5EF4-FFF2-40B4-BE49-F238E27FC236}">
                <a16:creationId xmlns:a16="http://schemas.microsoft.com/office/drawing/2014/main" id="{544670A7-B4D0-4368-B1CB-343F3199F2FF}"/>
              </a:ext>
            </a:extLst>
          </p:cNvPr>
          <p:cNvSpPr>
            <a:spLocks xmlns:a="http://schemas.openxmlformats.org/drawingml/2006/main" noGrp="1"/>
          </p:cNvSpPr>
          <p:nvPr/>
        </p:nvSpPr>
        <p:spPr>
          <a:xfrm xmlns:a="http://schemas.openxmlformats.org/drawingml/2006/main">
            <a:off x="6191250" y="2333625"/>
            <a:ext cx="50482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2000"/>
              </a:lnSpc>
              <a:buNone/>
              <a:defRPr sz="975" b="1">
                <a:solidFill>
                  <a:srgbClr val="748092"/>
                </a:solidFill>
                <a:latin typeface="Aptos"/>
                <a:ea typeface="Aptos"/>
                <a:cs typeface="Aptos"/>
              </a:defRPr>
            </a:pPr>
            <a:r>
              <a:rPr sz="1200" b="1">
                <a:solidFill>
                  <a:srgbClr val="748092"/>
                </a:solidFill>
                <a:latin typeface="Aptos"/>
                <a:ea typeface="Aptos"/>
                <a:cs typeface="Aptos"/>
              </a:rPr>
              <a:t>01</a:t>
            </a:r>
          </a:p>
        </p:txBody>
      </p:sp>
      <p:sp>
        <p:nvSpPr>
          <p:cNvPr id="12" name="Rectangle 11">
            <a:extLst xmlns:a="http://schemas.openxmlformats.org/drawingml/2006/main">
              <a:ext uri="{FF2B5EF4-FFF2-40B4-BE49-F238E27FC236}">
                <a16:creationId xmlns:a16="http://schemas.microsoft.com/office/drawing/2014/main" id="{315C6B10-BD66-443F-A4F4-A9B530CA5C28}"/>
              </a:ext>
            </a:extLst>
          </p:cNvPr>
          <p:cNvSpPr>
            <a:spLocks xmlns:a="http://schemas.openxmlformats.org/drawingml/2006/main" noGrp="1"/>
          </p:cNvSpPr>
          <p:nvPr/>
        </p:nvSpPr>
        <p:spPr>
          <a:xfrm xmlns:a="http://schemas.openxmlformats.org/drawingml/2006/main">
            <a:off x="6191250" y="2581275"/>
            <a:ext cx="5048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2000"/>
              </a:lnSpc>
              <a:buNone/>
              <a:defRPr sz="1350" b="1">
                <a:solidFill>
                  <a:srgbClr val="1A202C"/>
                </a:solidFill>
                <a:latin typeface="Aptos"/>
                <a:ea typeface="Aptos"/>
                <a:cs typeface="Aptos"/>
              </a:defRPr>
            </a:pPr>
            <a:r>
              <a:rPr sz="1350" b="1">
                <a:solidFill>
                  <a:srgbClr val="1A202C"/>
                </a:solidFill>
                <a:latin typeface="Aptos"/>
                <a:ea typeface="Aptos"/>
                <a:cs typeface="Aptos"/>
              </a:rPr>
              <a:t>Дефинисана одлука и њена граница.</a:t>
            </a:r>
          </a:p>
        </p:txBody>
      </p:sp>
      <p:sp>
        <p:nvSpPr>
          <p:cNvPr id="13" name="Rounded Rectangle 12">
            <a:extLst xmlns:a="http://schemas.openxmlformats.org/drawingml/2006/main">
              <a:ext uri="{FF2B5EF4-FFF2-40B4-BE49-F238E27FC236}">
                <a16:creationId xmlns:a16="http://schemas.microsoft.com/office/drawing/2014/main" id="{0A0B8E96-A365-442B-8772-870C867517DF}"/>
              </a:ext>
            </a:extLst>
          </p:cNvPr>
          <p:cNvSpPr>
            <a:spLocks xmlns:a="http://schemas.openxmlformats.org/drawingml/2006/main" noGrp="1"/>
          </p:cNvSpPr>
          <p:nvPr/>
        </p:nvSpPr>
        <p:spPr>
          <a:xfrm xmlns:a="http://schemas.openxmlformats.org/drawingml/2006/main">
            <a:off x="6038850" y="3200400"/>
            <a:ext cx="5353050" cy="819150"/>
          </a:xfrm>
          <a:prstGeom xmlns:a="http://schemas.openxmlformats.org/drawingml/2006/main" prst="roundRect">
            <a:avLst>
              <a:gd name="adj" fmla="val 16279"/>
            </a:avLst>
          </a:prstGeom>
          <a:solidFill xmlns:a="http://schemas.openxmlformats.org/drawingml/2006/main">
            <a:srgbClr val="F7F4F5"/>
          </a:solidFill>
          <a:ln xmlns:a="http://schemas.openxmlformats.org/drawingml/2006/main" w="9525">
            <a:solidFill>
              <a:srgbClr val="D7DEE8"/>
            </a:solidFill>
            <a:prstDash val="solid"/>
          </a:ln>
        </p:spPr>
      </p:sp>
      <p:sp>
        <p:nvSpPr>
          <p:cNvPr id="14" name="Rectangle 13">
            <a:extLst xmlns:a="http://schemas.openxmlformats.org/drawingml/2006/main">
              <a:ext uri="{FF2B5EF4-FFF2-40B4-BE49-F238E27FC236}">
                <a16:creationId xmlns:a16="http://schemas.microsoft.com/office/drawing/2014/main" id="{26991019-C259-4D6A-A262-17A20BD8D068}"/>
              </a:ext>
            </a:extLst>
          </p:cNvPr>
          <p:cNvSpPr>
            <a:spLocks xmlns:a="http://schemas.openxmlformats.org/drawingml/2006/main" noGrp="1"/>
          </p:cNvSpPr>
          <p:nvPr/>
        </p:nvSpPr>
        <p:spPr>
          <a:xfrm xmlns:a="http://schemas.openxmlformats.org/drawingml/2006/main">
            <a:off x="6191250" y="3324225"/>
            <a:ext cx="50482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975" b="1">
                <a:solidFill>
                  <a:srgbClr val="7651D4"/>
                </a:solidFill>
                <a:latin typeface="Aptos"/>
                <a:ea typeface="Aptos"/>
                <a:cs typeface="Aptos"/>
              </a:defRPr>
            </a:pPr>
            <a:r>
              <a:rPr sz="1200" b="1">
                <a:solidFill>
                  <a:srgbClr val="7A2636"/>
                </a:solidFill>
                <a:latin typeface="Aptos"/>
                <a:ea typeface="Aptos"/>
                <a:cs typeface="Aptos"/>
              </a:rPr>
              <a:t>02</a:t>
            </a:r>
          </a:p>
        </p:txBody>
      </p:sp>
      <p:sp>
        <p:nvSpPr>
          <p:cNvPr id="15" name="Rectangle 14">
            <a:extLst xmlns:a="http://schemas.openxmlformats.org/drawingml/2006/main">
              <a:ext uri="{FF2B5EF4-FFF2-40B4-BE49-F238E27FC236}">
                <a16:creationId xmlns:a16="http://schemas.microsoft.com/office/drawing/2014/main" id="{F9A8143C-C554-4512-86C2-07848B1EC25E}"/>
              </a:ext>
            </a:extLst>
          </p:cNvPr>
          <p:cNvSpPr>
            <a:spLocks xmlns:a="http://schemas.openxmlformats.org/drawingml/2006/main" noGrp="1"/>
          </p:cNvSpPr>
          <p:nvPr/>
        </p:nvSpPr>
        <p:spPr>
          <a:xfrm xmlns:a="http://schemas.openxmlformats.org/drawingml/2006/main">
            <a:off x="6191250" y="3571875"/>
            <a:ext cx="5048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2000"/>
              </a:lnSpc>
              <a:buNone/>
              <a:defRPr sz="1350" b="1">
                <a:solidFill>
                  <a:srgbClr val="1A202C"/>
                </a:solidFill>
                <a:latin typeface="Aptos"/>
                <a:ea typeface="Aptos"/>
                <a:cs typeface="Aptos"/>
              </a:defRPr>
            </a:pPr>
            <a:r>
              <a:rPr sz="1350" b="1">
                <a:solidFill>
                  <a:srgbClr val="1A202C"/>
                </a:solidFill>
                <a:latin typeface="Aptos"/>
                <a:ea typeface="Aptos"/>
                <a:cs typeface="Aptos"/>
              </a:rPr>
              <a:t>Серверска имплементација провере.</a:t>
            </a:r>
          </a:p>
        </p:txBody>
      </p:sp>
      <p:sp>
        <p:nvSpPr>
          <p:cNvPr id="16" name="Rounded Rectangle 15">
            <a:extLst xmlns:a="http://schemas.openxmlformats.org/drawingml/2006/main">
              <a:ext uri="{FF2B5EF4-FFF2-40B4-BE49-F238E27FC236}">
                <a16:creationId xmlns:a16="http://schemas.microsoft.com/office/drawing/2014/main" id="{D9BD78E7-E275-4A48-9256-C47CD2191019}"/>
              </a:ext>
            </a:extLst>
          </p:cNvPr>
          <p:cNvSpPr>
            <a:spLocks xmlns:a="http://schemas.openxmlformats.org/drawingml/2006/main" noGrp="1"/>
          </p:cNvSpPr>
          <p:nvPr/>
        </p:nvSpPr>
        <p:spPr>
          <a:xfrm xmlns:a="http://schemas.openxmlformats.org/drawingml/2006/main">
            <a:off x="6038850" y="4191000"/>
            <a:ext cx="5353050" cy="819150"/>
          </a:xfrm>
          <a:prstGeom xmlns:a="http://schemas.openxmlformats.org/drawingml/2006/main" prst="roundRect">
            <a:avLst>
              <a:gd name="adj" fmla="val 16279"/>
            </a:avLst>
          </a:prstGeom>
          <a:solidFill xmlns:a="http://schemas.openxmlformats.org/drawingml/2006/main">
            <a:srgbClr val="EDF8F2"/>
          </a:solidFill>
          <a:ln xmlns:a="http://schemas.openxmlformats.org/drawingml/2006/main" w="9525">
            <a:solidFill>
              <a:srgbClr val="D7DEE8"/>
            </a:solidFill>
            <a:prstDash val="solid"/>
          </a:ln>
        </p:spPr>
      </p:sp>
      <p:sp>
        <p:nvSpPr>
          <p:cNvPr id="17" name="Rectangle 16">
            <a:extLst xmlns:a="http://schemas.openxmlformats.org/drawingml/2006/main">
              <a:ext uri="{FF2B5EF4-FFF2-40B4-BE49-F238E27FC236}">
                <a16:creationId xmlns:a16="http://schemas.microsoft.com/office/drawing/2014/main" id="{CC34346B-FF6E-4286-AB91-55C9C94AE6E7}"/>
              </a:ext>
            </a:extLst>
          </p:cNvPr>
          <p:cNvSpPr>
            <a:spLocks xmlns:a="http://schemas.openxmlformats.org/drawingml/2006/main" noGrp="1"/>
          </p:cNvSpPr>
          <p:nvPr/>
        </p:nvSpPr>
        <p:spPr>
          <a:xfrm xmlns:a="http://schemas.openxmlformats.org/drawingml/2006/main">
            <a:off x="6191250" y="4314825"/>
            <a:ext cx="50482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2000"/>
              </a:lnSpc>
              <a:buNone/>
              <a:defRPr sz="975" b="1">
                <a:solidFill>
                  <a:srgbClr val="138A5B"/>
                </a:solidFill>
                <a:latin typeface="Aptos"/>
                <a:ea typeface="Aptos"/>
                <a:cs typeface="Aptos"/>
              </a:defRPr>
            </a:pPr>
            <a:r>
              <a:rPr sz="1200" b="1">
                <a:solidFill>
                  <a:srgbClr val="138A5B"/>
                </a:solidFill>
                <a:latin typeface="Aptos"/>
                <a:ea typeface="Aptos"/>
                <a:cs typeface="Aptos"/>
              </a:rPr>
              <a:t>03</a:t>
            </a:r>
          </a:p>
        </p:txBody>
      </p:sp>
      <p:sp>
        <p:nvSpPr>
          <p:cNvPr id="18" name="Rectangle 17">
            <a:extLst xmlns:a="http://schemas.openxmlformats.org/drawingml/2006/main">
              <a:ext uri="{FF2B5EF4-FFF2-40B4-BE49-F238E27FC236}">
                <a16:creationId xmlns:a16="http://schemas.microsoft.com/office/drawing/2014/main" id="{08905A08-3B59-492B-B8DA-B2DF6CE23C4C}"/>
              </a:ext>
            </a:extLst>
          </p:cNvPr>
          <p:cNvSpPr>
            <a:spLocks xmlns:a="http://schemas.openxmlformats.org/drawingml/2006/main" noGrp="1"/>
          </p:cNvSpPr>
          <p:nvPr/>
        </p:nvSpPr>
        <p:spPr>
          <a:xfrm xmlns:a="http://schemas.openxmlformats.org/drawingml/2006/main">
            <a:off x="6191250" y="4562475"/>
            <a:ext cx="5048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2000"/>
              </a:lnSpc>
              <a:buNone/>
              <a:defRPr sz="1350" b="1">
                <a:solidFill>
                  <a:srgbClr val="1A202C"/>
                </a:solidFill>
                <a:latin typeface="Aptos"/>
                <a:ea typeface="Aptos"/>
                <a:cs typeface="Aptos"/>
              </a:defRPr>
            </a:pPr>
            <a:r>
              <a:rPr sz="1350" b="1">
                <a:solidFill>
                  <a:srgbClr val="1A202C"/>
                </a:solidFill>
                <a:latin typeface="Aptos"/>
                <a:ea typeface="Aptos"/>
                <a:cs typeface="Aptos"/>
              </a:rPr>
              <a:t>Позитиван и негативан доказ.</a:t>
            </a:r>
          </a:p>
        </p:txBody>
      </p:sp>
    </p:spTree>
    <p:extLst>
      <p:ext uri="{BB962C8B-B14F-4D97-AF65-F5344CB8AC3E}">
        <p14:creationId xmlns:p14="http://schemas.microsoft.com/office/powerpoint/2010/main" val="493090107"/>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Rectangle 18">
            <a:extLst xmlns:a="http://schemas.openxmlformats.org/drawingml/2006/main">
              <a:ext uri="{FF2B5EF4-FFF2-40B4-BE49-F238E27FC236}">
                <a16:creationId xmlns:a16="http://schemas.microsoft.com/office/drawing/2014/main" id="{4EBCEDEA-356F-48F5-A912-12A62AFCF54F}"/>
              </a:ext>
            </a:extLst>
          </p:cNvPr>
          <p:cNvSpPr>
            <a:spLocks xmlns:a="http://schemas.openxmlformats.org/drawingml/2006/main" noGrp="1"/>
          </p:cNvSpPr>
          <p:nvPr/>
        </p:nvSpPr>
        <p:spPr>
          <a:xfrm xmlns:a="http://schemas.openxmlformats.org/drawingml/2006/main">
            <a:off x="495300" y="238125"/>
            <a:ext cx="3429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825" b="0">
                <a:solidFill>
                  <a:srgbClr val="657184"/>
                </a:solidFill>
                <a:latin typeface="Aptos"/>
                <a:ea typeface="Aptos"/>
                <a:cs typeface="Aptos"/>
              </a:defRPr>
            </a:pPr>
            <a:r>
              <a:rPr sz="825" b="0">
                <a:solidFill>
                  <a:srgbClr val="5E6B7D"/>
                </a:solidFill>
                <a:latin typeface="Aptos"/>
                <a:ea typeface="Aptos"/>
                <a:cs typeface="Aptos"/>
              </a:rPr>
              <a:t>Основе информационе безбедности</a:t>
            </a:r>
          </a:p>
        </p:txBody>
      </p:sp>
      <p:sp>
        <p:nvSpPr>
          <p:cNvPr id="2" name="Straight Connector 1">
            <a:extLst xmlns:a="http://schemas.openxmlformats.org/drawingml/2006/main">
              <a:ext uri="{FF2B5EF4-FFF2-40B4-BE49-F238E27FC236}">
                <a16:creationId xmlns:a16="http://schemas.microsoft.com/office/drawing/2014/main" id="{C84856C0-6B7D-46CE-B62B-3C76CDEE94F0}"/>
              </a:ext>
            </a:extLst>
          </p:cNvPr>
          <p:cNvSpPr>
            <a:spLocks xmlns:a="http://schemas.openxmlformats.org/drawingml/2006/main" noGrp="1"/>
          </p:cNvSpPr>
          <p:nvPr/>
        </p:nvSpPr>
        <p:spPr>
          <a:xfrm xmlns:a="http://schemas.openxmlformats.org/drawingml/2006/main">
            <a:off x="495300" y="476250"/>
            <a:ext cx="11201400" cy="9525"/>
          </a:xfrm>
          <a:prstGeom xmlns:a="http://schemas.openxmlformats.org/drawingml/2006/main" prst="line">
            <a:avLst/>
          </a:prstGeom>
          <a:solidFill xmlns:a="http://schemas.openxmlformats.org/drawingml/2006/main">
            <a:srgbClr val="8D5560"/>
          </a:solidFill>
          <a:ln xmlns:a="http://schemas.openxmlformats.org/drawingml/2006/main" w="7144">
            <a:solidFill>
              <a:srgbClr val="8D5560"/>
            </a:solidFill>
            <a:prstDash val="solid"/>
          </a:ln>
        </p:spPr>
      </p:sp>
      <p:sp>
        <p:nvSpPr>
          <p:cNvPr id="3" name="Rectangle 2">
            <a:extLst xmlns:a="http://schemas.openxmlformats.org/drawingml/2006/main">
              <a:ext uri="{FF2B5EF4-FFF2-40B4-BE49-F238E27FC236}">
                <a16:creationId xmlns:a16="http://schemas.microsoft.com/office/drawing/2014/main" id="{BBD79B11-4DEE-4C02-9494-0065C0B56FEE}"/>
              </a:ext>
            </a:extLst>
          </p:cNvPr>
          <p:cNvSpPr>
            <a:spLocks xmlns:a="http://schemas.openxmlformats.org/drawingml/2006/main" noGrp="1"/>
          </p:cNvSpPr>
          <p:nvPr/>
        </p:nvSpPr>
        <p:spPr>
          <a:xfrm xmlns:a="http://schemas.openxmlformats.org/drawingml/2006/main">
            <a:off x="11372850" y="6477000"/>
            <a:ext cx="3238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r">
              <a:lnSpc>
                <a:spcPct val="102000"/>
              </a:lnSpc>
              <a:buNone/>
              <a:defRPr sz="975" b="0">
                <a:solidFill>
                  <a:srgbClr val="1A202C"/>
                </a:solidFill>
                <a:latin typeface="Aptos"/>
                <a:ea typeface="Aptos"/>
                <a:cs typeface="Aptos"/>
              </a:defRPr>
            </a:pPr>
            <a:r>
              <a:rPr sz="975" b="0">
                <a:solidFill>
                  <a:srgbClr val="1A202C"/>
                </a:solidFill>
                <a:latin typeface="Aptos"/>
                <a:ea typeface="Aptos"/>
                <a:cs typeface="Aptos"/>
              </a:rPr>
              <a:t>13</a:t>
            </a:r>
          </a:p>
        </p:txBody>
      </p:sp>
      <p:sp>
        <p:nvSpPr>
          <p:cNvPr id="4" name="Rectangle 3">
            <a:extLst xmlns:a="http://schemas.openxmlformats.org/drawingml/2006/main">
              <a:ext uri="{FF2B5EF4-FFF2-40B4-BE49-F238E27FC236}">
                <a16:creationId xmlns:a16="http://schemas.microsoft.com/office/drawing/2014/main" id="{B7B1AE39-DA6F-49C6-98BC-F73EDC867F64}"/>
              </a:ext>
            </a:extLst>
          </p:cNvPr>
          <p:cNvSpPr>
            <a:spLocks xmlns:a="http://schemas.openxmlformats.org/drawingml/2006/main" noGrp="1"/>
          </p:cNvSpPr>
          <p:nvPr/>
        </p:nvSpPr>
        <p:spPr>
          <a:xfrm xmlns:a="http://schemas.openxmlformats.org/drawingml/2006/main">
            <a:off x="685800" y="781050"/>
            <a:ext cx="108204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2550" b="1">
                <a:solidFill>
                  <a:srgbClr val="1A202C"/>
                </a:solidFill>
                <a:latin typeface="Aptos Display"/>
                <a:ea typeface="Aptos Display"/>
                <a:cs typeface="Aptos Display"/>
              </a:defRPr>
            </a:pPr>
            <a:r>
              <a:rPr sz="2550" b="1">
                <a:solidFill>
                  <a:srgbClr val="1A202C"/>
                </a:solidFill>
                <a:latin typeface="Aptos Display"/>
                <a:ea typeface="Aptos Display"/>
                <a:cs typeface="Aptos Display"/>
              </a:rPr>
              <a:t>Случај: иста улога, различит тренутак</a:t>
            </a:r>
          </a:p>
        </p:txBody>
      </p:sp>
      <p:sp>
        <p:nvSpPr>
          <p:cNvPr id="5" name="Rectangle 4">
            <a:extLst xmlns:a="http://schemas.openxmlformats.org/drawingml/2006/main">
              <a:ext uri="{FF2B5EF4-FFF2-40B4-BE49-F238E27FC236}">
                <a16:creationId xmlns:a16="http://schemas.microsoft.com/office/drawing/2014/main" id="{F0E73DD5-D631-44ED-B9B3-8607FB75F46C}"/>
              </a:ext>
            </a:extLst>
          </p:cNvPr>
          <p:cNvSpPr>
            <a:spLocks xmlns:a="http://schemas.openxmlformats.org/drawingml/2006/main" noGrp="1"/>
          </p:cNvSpPr>
          <p:nvPr/>
        </p:nvSpPr>
        <p:spPr>
          <a:xfrm xmlns:a="http://schemas.openxmlformats.org/drawingml/2006/main">
            <a:off x="685800" y="1428750"/>
            <a:ext cx="108204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1575" b="0">
                <a:solidFill>
                  <a:srgbClr val="657184"/>
                </a:solidFill>
                <a:latin typeface="Aptos"/>
                <a:ea typeface="Aptos"/>
                <a:cs typeface="Aptos"/>
              </a:defRPr>
            </a:pPr>
            <a:r>
              <a:rPr sz="1575" b="0">
                <a:solidFill>
                  <a:srgbClr val="657184"/>
                </a:solidFill>
                <a:latin typeface="Aptos"/>
                <a:ea typeface="Aptos"/>
                <a:cs typeface="Aptos"/>
              </a:rPr>
              <a:t>Случај повезује опште правило са конкретним контекстом, серверском провером и очекиваним исходом.</a:t>
            </a:r>
          </a:p>
        </p:txBody>
      </p:sp>
      <p:sp>
        <p:nvSpPr>
          <p:cNvPr id="6" name="Rounded Rectangle 5">
            <a:extLst xmlns:a="http://schemas.openxmlformats.org/drawingml/2006/main">
              <a:ext uri="{FF2B5EF4-FFF2-40B4-BE49-F238E27FC236}">
                <a16:creationId xmlns:a16="http://schemas.microsoft.com/office/drawing/2014/main" id="{8D85A5C2-3CAA-4EA6-B8F6-74E4495C6CF7}"/>
              </a:ext>
            </a:extLst>
          </p:cNvPr>
          <p:cNvSpPr>
            <a:spLocks xmlns:a="http://schemas.openxmlformats.org/drawingml/2006/main" noGrp="1"/>
          </p:cNvSpPr>
          <p:nvPr/>
        </p:nvSpPr>
        <p:spPr>
          <a:xfrm xmlns:a="http://schemas.openxmlformats.org/drawingml/2006/main">
            <a:off x="781050" y="2143125"/>
            <a:ext cx="10629900" cy="1619250"/>
          </a:xfrm>
          <a:prstGeom xmlns:a="http://schemas.openxmlformats.org/drawingml/2006/main" prst="roundRect">
            <a:avLst>
              <a:gd name="adj" fmla="val 8235"/>
            </a:avLst>
          </a:prstGeom>
          <a:solidFill xmlns:a="http://schemas.openxmlformats.org/drawingml/2006/main">
            <a:srgbClr val="F4F6F9"/>
          </a:solidFill>
          <a:ln xmlns:a="http://schemas.openxmlformats.org/drawingml/2006/main" w="9525">
            <a:solidFill>
              <a:srgbClr val="D7DEE8"/>
            </a:solidFill>
            <a:prstDash val="solid"/>
          </a:ln>
        </p:spPr>
      </p:sp>
      <p:sp>
        <p:nvSpPr>
          <p:cNvPr id="7" name="Rectangle 6">
            <a:extLst xmlns:a="http://schemas.openxmlformats.org/drawingml/2006/main">
              <a:ext uri="{FF2B5EF4-FFF2-40B4-BE49-F238E27FC236}">
                <a16:creationId xmlns:a16="http://schemas.microsoft.com/office/drawing/2014/main" id="{D4CFB168-87F8-477B-B2B3-37E3AE0CCF7B}"/>
              </a:ext>
            </a:extLst>
          </p:cNvPr>
          <p:cNvSpPr>
            <a:spLocks xmlns:a="http://schemas.openxmlformats.org/drawingml/2006/main" noGrp="1"/>
          </p:cNvSpPr>
          <p:nvPr/>
        </p:nvSpPr>
        <p:spPr>
          <a:xfrm xmlns:a="http://schemas.openxmlformats.org/drawingml/2006/main">
            <a:off x="933450" y="2266950"/>
            <a:ext cx="103251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2000"/>
              </a:lnSpc>
              <a:buNone/>
              <a:defRPr sz="975" b="1">
                <a:solidFill>
                  <a:srgbClr val="748092"/>
                </a:solidFill>
                <a:latin typeface="Aptos"/>
                <a:ea typeface="Aptos"/>
                <a:cs typeface="Aptos"/>
              </a:defRPr>
            </a:pPr>
            <a:r>
              <a:rPr sz="1200" b="1">
                <a:solidFill>
                  <a:srgbClr val="748092"/>
                </a:solidFill>
                <a:latin typeface="Aptos"/>
                <a:ea typeface="Aptos"/>
                <a:cs typeface="Aptos"/>
              </a:rPr>
              <a:t>СЦЕНАРИО</a:t>
            </a:r>
          </a:p>
        </p:txBody>
      </p:sp>
      <p:sp>
        <p:nvSpPr>
          <p:cNvPr id="8" name="Rectangle 7">
            <a:extLst xmlns:a="http://schemas.openxmlformats.org/drawingml/2006/main">
              <a:ext uri="{FF2B5EF4-FFF2-40B4-BE49-F238E27FC236}">
                <a16:creationId xmlns:a16="http://schemas.microsoft.com/office/drawing/2014/main" id="{203BE781-AC2F-4E21-A3B3-477D9B22F695}"/>
              </a:ext>
            </a:extLst>
          </p:cNvPr>
          <p:cNvSpPr>
            <a:spLocks xmlns:a="http://schemas.openxmlformats.org/drawingml/2006/main" noGrp="1"/>
          </p:cNvSpPr>
          <p:nvPr/>
        </p:nvSpPr>
        <p:spPr>
          <a:xfrm xmlns:a="http://schemas.openxmlformats.org/drawingml/2006/main">
            <a:off x="933450" y="2514600"/>
            <a:ext cx="103251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l">
              <a:lnSpc>
                <a:spcPct val="102000"/>
              </a:lnSpc>
              <a:buNone/>
              <a:defRPr sz="1725" b="1">
                <a:solidFill>
                  <a:srgbClr val="1A202C"/>
                </a:solidFill>
                <a:latin typeface="Aptos"/>
                <a:ea typeface="Aptos"/>
                <a:cs typeface="Aptos"/>
              </a:defRPr>
            </a:pPr>
            <a:r>
              <a:rPr sz="1725" b="1">
                <a:solidFill>
                  <a:srgbClr val="1A202C"/>
                </a:solidFill>
                <a:latin typeface="Aptos"/>
                <a:ea typeface="Aptos"/>
                <a:cs typeface="Aptos"/>
              </a:rPr>
              <a:t>Пример: иста улога, различит тренутак</a:t>
            </a:r>
          </a:p>
        </p:txBody>
      </p:sp>
      <p:sp>
        <p:nvSpPr>
          <p:cNvPr id="9" name="Rectangle 8">
            <a:extLst xmlns:a="http://schemas.openxmlformats.org/drawingml/2006/main">
              <a:ext uri="{FF2B5EF4-FFF2-40B4-BE49-F238E27FC236}">
                <a16:creationId xmlns:a16="http://schemas.microsoft.com/office/drawing/2014/main" id="{F0E2872F-B1A3-4A01-96E4-D73A23E5B739}"/>
              </a:ext>
            </a:extLst>
          </p:cNvPr>
          <p:cNvSpPr>
            <a:spLocks xmlns:a="http://schemas.openxmlformats.org/drawingml/2006/main" noGrp="1"/>
          </p:cNvSpPr>
          <p:nvPr/>
        </p:nvSpPr>
        <p:spPr>
          <a:xfrm xmlns:a="http://schemas.openxmlformats.org/drawingml/2006/main">
            <a:off x="933450" y="2981325"/>
            <a:ext cx="10325100" cy="676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6000"/>
              </a:lnSpc>
              <a:buNone/>
              <a:defRPr sz="1275" b="0">
                <a:solidFill>
                  <a:srgbClr val="657184"/>
                </a:solidFill>
                <a:latin typeface="Aptos"/>
                <a:ea typeface="Aptos"/>
                <a:cs typeface="Aptos"/>
              </a:defRPr>
            </a:pPr>
            <a:r>
              <a:rPr sz="1275" b="0">
                <a:solidFill>
                  <a:srgbClr val="657184"/>
                </a:solidFill>
                <a:latin typeface="Aptos"/>
                <a:ea typeface="Aptos"/>
                <a:cs typeface="Aptos"/>
              </a:rPr>
              <a:t>Два оператера имају исту улогу, али један ради на инциденту који му је додељен, док други ради на другом домену. Ако политика гледа само улогу, обојица би могла да одобре исту ризичну измену. Атрибути као што су припадност домену, стање инцидента и тренутно одобрење дају одлуци контекст који назив улоге сам не може да носи.</a:t>
            </a:r>
          </a:p>
        </p:txBody>
      </p:sp>
      <p:sp>
        <p:nvSpPr>
          <p:cNvPr id="10" name="Rounded Rectangle 9">
            <a:extLst xmlns:a="http://schemas.openxmlformats.org/drawingml/2006/main">
              <a:ext uri="{FF2B5EF4-FFF2-40B4-BE49-F238E27FC236}">
                <a16:creationId xmlns:a16="http://schemas.microsoft.com/office/drawing/2014/main" id="{69CB48FD-E669-470E-971B-77B98FFD7144}"/>
              </a:ext>
            </a:extLst>
          </p:cNvPr>
          <p:cNvSpPr>
            <a:spLocks xmlns:a="http://schemas.openxmlformats.org/drawingml/2006/main" noGrp="1"/>
          </p:cNvSpPr>
          <p:nvPr/>
        </p:nvSpPr>
        <p:spPr>
          <a:xfrm xmlns:a="http://schemas.openxmlformats.org/drawingml/2006/main">
            <a:off x="781050" y="4048125"/>
            <a:ext cx="3352800" cy="1352550"/>
          </a:xfrm>
          <a:prstGeom xmlns:a="http://schemas.openxmlformats.org/drawingml/2006/main" prst="roundRect">
            <a:avLst>
              <a:gd name="adj" fmla="val 9859"/>
            </a:avLst>
          </a:prstGeom>
          <a:solidFill xmlns:a="http://schemas.openxmlformats.org/drawingml/2006/main">
            <a:srgbClr val="F7EFF1"/>
          </a:solidFill>
          <a:ln xmlns:a="http://schemas.openxmlformats.org/drawingml/2006/main" w="9525">
            <a:solidFill>
              <a:srgbClr val="D7DEE8"/>
            </a:solidFill>
            <a:prstDash val="solid"/>
          </a:ln>
        </p:spPr>
      </p:sp>
      <p:sp>
        <p:nvSpPr>
          <p:cNvPr id="11" name="Rectangle 10">
            <a:extLst xmlns:a="http://schemas.openxmlformats.org/drawingml/2006/main">
              <a:ext uri="{FF2B5EF4-FFF2-40B4-BE49-F238E27FC236}">
                <a16:creationId xmlns:a16="http://schemas.microsoft.com/office/drawing/2014/main" id="{A9079299-76E2-4ADA-B4FC-302773678C16}"/>
              </a:ext>
            </a:extLst>
          </p:cNvPr>
          <p:cNvSpPr>
            <a:spLocks xmlns:a="http://schemas.openxmlformats.org/drawingml/2006/main" noGrp="1"/>
          </p:cNvSpPr>
          <p:nvPr/>
        </p:nvSpPr>
        <p:spPr>
          <a:xfrm xmlns:a="http://schemas.openxmlformats.org/drawingml/2006/main">
            <a:off x="933450" y="4171950"/>
            <a:ext cx="3048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975" b="1">
                <a:solidFill>
                  <a:srgbClr val="2F5EF5"/>
                </a:solidFill>
                <a:latin typeface="Aptos"/>
                <a:ea typeface="Aptos"/>
                <a:cs typeface="Aptos"/>
              </a:defRPr>
            </a:pPr>
            <a:r>
              <a:rPr sz="1200" b="1">
                <a:solidFill>
                  <a:srgbClr val="7A2636"/>
                </a:solidFill>
                <a:latin typeface="Aptos"/>
                <a:ea typeface="Aptos"/>
                <a:cs typeface="Aptos"/>
              </a:rPr>
              <a:t>01</a:t>
            </a:r>
          </a:p>
        </p:txBody>
      </p:sp>
      <p:sp>
        <p:nvSpPr>
          <p:cNvPr id="12" name="Rectangle 11">
            <a:extLst xmlns:a="http://schemas.openxmlformats.org/drawingml/2006/main">
              <a:ext uri="{FF2B5EF4-FFF2-40B4-BE49-F238E27FC236}">
                <a16:creationId xmlns:a16="http://schemas.microsoft.com/office/drawing/2014/main" id="{E0E396A1-DE28-49EE-8A6A-2A29C11E478F}"/>
              </a:ext>
            </a:extLst>
          </p:cNvPr>
          <p:cNvSpPr>
            <a:spLocks xmlns:a="http://schemas.openxmlformats.org/drawingml/2006/main" noGrp="1"/>
          </p:cNvSpPr>
          <p:nvPr/>
        </p:nvSpPr>
        <p:spPr>
          <a:xfrm xmlns:a="http://schemas.openxmlformats.org/drawingml/2006/main">
            <a:off x="933450" y="4419600"/>
            <a:ext cx="30480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l">
              <a:lnSpc>
                <a:spcPct val="102000"/>
              </a:lnSpc>
              <a:buNone/>
              <a:defRPr sz="1275" b="1">
                <a:solidFill>
                  <a:srgbClr val="1A202C"/>
                </a:solidFill>
                <a:latin typeface="Aptos"/>
                <a:ea typeface="Aptos"/>
                <a:cs typeface="Aptos"/>
              </a:defRPr>
            </a:pPr>
            <a:r>
              <a:rPr sz="1275" b="1">
                <a:solidFill>
                  <a:srgbClr val="1A202C"/>
                </a:solidFill>
                <a:latin typeface="Aptos"/>
                <a:ea typeface="Aptos"/>
                <a:cs typeface="Aptos"/>
              </a:rPr>
              <a:t>Атрибутска одлука остаје разумљива само ако је извор сваког атрибута познат и поуздан.</a:t>
            </a:r>
          </a:p>
        </p:txBody>
      </p:sp>
      <p:sp>
        <p:nvSpPr>
          <p:cNvPr id="13" name="Rounded Rectangle 12">
            <a:extLst xmlns:a="http://schemas.openxmlformats.org/drawingml/2006/main">
              <a:ext uri="{FF2B5EF4-FFF2-40B4-BE49-F238E27FC236}">
                <a16:creationId xmlns:a16="http://schemas.microsoft.com/office/drawing/2014/main" id="{A1373726-54AD-40C2-AFAD-F31B0698FC2E}"/>
              </a:ext>
            </a:extLst>
          </p:cNvPr>
          <p:cNvSpPr>
            <a:spLocks xmlns:a="http://schemas.openxmlformats.org/drawingml/2006/main" noGrp="1"/>
          </p:cNvSpPr>
          <p:nvPr/>
        </p:nvSpPr>
        <p:spPr>
          <a:xfrm xmlns:a="http://schemas.openxmlformats.org/drawingml/2006/main">
            <a:off x="4391025" y="4048125"/>
            <a:ext cx="3352800" cy="1352550"/>
          </a:xfrm>
          <a:prstGeom xmlns:a="http://schemas.openxmlformats.org/drawingml/2006/main" prst="roundRect">
            <a:avLst>
              <a:gd name="adj" fmla="val 9859"/>
            </a:avLst>
          </a:prstGeom>
          <a:solidFill xmlns:a="http://schemas.openxmlformats.org/drawingml/2006/main">
            <a:srgbClr val="FFF6E9"/>
          </a:solidFill>
          <a:ln xmlns:a="http://schemas.openxmlformats.org/drawingml/2006/main" w="9525">
            <a:solidFill>
              <a:srgbClr val="D7DEE8"/>
            </a:solidFill>
            <a:prstDash val="solid"/>
          </a:ln>
        </p:spPr>
      </p:sp>
      <p:sp>
        <p:nvSpPr>
          <p:cNvPr id="14" name="Rectangle 13">
            <a:extLst xmlns:a="http://schemas.openxmlformats.org/drawingml/2006/main">
              <a:ext uri="{FF2B5EF4-FFF2-40B4-BE49-F238E27FC236}">
                <a16:creationId xmlns:a16="http://schemas.microsoft.com/office/drawing/2014/main" id="{4DA68D79-13A9-431D-A484-EDEAE9FFDA02}"/>
              </a:ext>
            </a:extLst>
          </p:cNvPr>
          <p:cNvSpPr>
            <a:spLocks xmlns:a="http://schemas.openxmlformats.org/drawingml/2006/main" noGrp="1"/>
          </p:cNvSpPr>
          <p:nvPr/>
        </p:nvSpPr>
        <p:spPr>
          <a:xfrm xmlns:a="http://schemas.openxmlformats.org/drawingml/2006/main">
            <a:off x="4543425" y="4171950"/>
            <a:ext cx="3048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2000"/>
              </a:lnSpc>
              <a:buNone/>
              <a:defRPr sz="975" b="1">
                <a:solidFill>
                  <a:srgbClr val="B86A09"/>
                </a:solidFill>
                <a:latin typeface="Aptos"/>
                <a:ea typeface="Aptos"/>
                <a:cs typeface="Aptos"/>
              </a:defRPr>
            </a:pPr>
            <a:r>
              <a:rPr sz="1200" b="1">
                <a:solidFill>
                  <a:srgbClr val="B86A09"/>
                </a:solidFill>
                <a:latin typeface="Aptos"/>
                <a:ea typeface="Aptos"/>
                <a:cs typeface="Aptos"/>
              </a:rPr>
              <a:t>02</a:t>
            </a:r>
          </a:p>
        </p:txBody>
      </p:sp>
      <p:sp>
        <p:nvSpPr>
          <p:cNvPr id="15" name="Rectangle 14">
            <a:extLst xmlns:a="http://schemas.openxmlformats.org/drawingml/2006/main">
              <a:ext uri="{FF2B5EF4-FFF2-40B4-BE49-F238E27FC236}">
                <a16:creationId xmlns:a16="http://schemas.microsoft.com/office/drawing/2014/main" id="{99051634-5717-4D00-B1BD-DCFA34081F05}"/>
              </a:ext>
            </a:extLst>
          </p:cNvPr>
          <p:cNvSpPr>
            <a:spLocks xmlns:a="http://schemas.openxmlformats.org/drawingml/2006/main" noGrp="1"/>
          </p:cNvSpPr>
          <p:nvPr/>
        </p:nvSpPr>
        <p:spPr>
          <a:xfrm xmlns:a="http://schemas.openxmlformats.org/drawingml/2006/main">
            <a:off x="4543425" y="4419600"/>
            <a:ext cx="30480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l">
              <a:lnSpc>
                <a:spcPct val="102000"/>
              </a:lnSpc>
              <a:buNone/>
              <a:defRPr sz="1275" b="1">
                <a:solidFill>
                  <a:srgbClr val="1A202C"/>
                </a:solidFill>
                <a:latin typeface="Aptos"/>
                <a:ea typeface="Aptos"/>
                <a:cs typeface="Aptos"/>
              </a:defRPr>
            </a:pPr>
            <a:r>
              <a:rPr sz="1275" b="1">
                <a:solidFill>
                  <a:srgbClr val="1A202C"/>
                </a:solidFill>
                <a:latin typeface="Aptos"/>
                <a:ea typeface="Aptos"/>
                <a:cs typeface="Aptos"/>
              </a:rPr>
              <a:t>Правило треба да даје исти резултат за исти снимак контекста, како би могло да се тестира и објасни.</a:t>
            </a:r>
          </a:p>
        </p:txBody>
      </p:sp>
      <p:sp>
        <p:nvSpPr>
          <p:cNvPr id="16" name="Rounded Rectangle 15">
            <a:extLst xmlns:a="http://schemas.openxmlformats.org/drawingml/2006/main">
              <a:ext uri="{FF2B5EF4-FFF2-40B4-BE49-F238E27FC236}">
                <a16:creationId xmlns:a16="http://schemas.microsoft.com/office/drawing/2014/main" id="{E373CD08-7E87-47D2-A292-0D7504BB7DE3}"/>
              </a:ext>
            </a:extLst>
          </p:cNvPr>
          <p:cNvSpPr>
            <a:spLocks xmlns:a="http://schemas.openxmlformats.org/drawingml/2006/main" noGrp="1"/>
          </p:cNvSpPr>
          <p:nvPr/>
        </p:nvSpPr>
        <p:spPr>
          <a:xfrm xmlns:a="http://schemas.openxmlformats.org/drawingml/2006/main">
            <a:off x="8001000" y="4048125"/>
            <a:ext cx="3352800" cy="1352550"/>
          </a:xfrm>
          <a:prstGeom xmlns:a="http://schemas.openxmlformats.org/drawingml/2006/main" prst="roundRect">
            <a:avLst>
              <a:gd name="adj" fmla="val 9859"/>
            </a:avLst>
          </a:prstGeom>
          <a:solidFill xmlns:a="http://schemas.openxmlformats.org/drawingml/2006/main">
            <a:srgbClr val="EDF8F2"/>
          </a:solidFill>
          <a:ln xmlns:a="http://schemas.openxmlformats.org/drawingml/2006/main" w="9525">
            <a:solidFill>
              <a:srgbClr val="D7DEE8"/>
            </a:solidFill>
            <a:prstDash val="solid"/>
          </a:ln>
        </p:spPr>
      </p:sp>
      <p:sp>
        <p:nvSpPr>
          <p:cNvPr id="17" name="Rectangle 16">
            <a:extLst xmlns:a="http://schemas.openxmlformats.org/drawingml/2006/main">
              <a:ext uri="{FF2B5EF4-FFF2-40B4-BE49-F238E27FC236}">
                <a16:creationId xmlns:a16="http://schemas.microsoft.com/office/drawing/2014/main" id="{961858CF-2432-41BF-9551-CFA833D2DA8B}"/>
              </a:ext>
            </a:extLst>
          </p:cNvPr>
          <p:cNvSpPr>
            <a:spLocks xmlns:a="http://schemas.openxmlformats.org/drawingml/2006/main" noGrp="1"/>
          </p:cNvSpPr>
          <p:nvPr/>
        </p:nvSpPr>
        <p:spPr>
          <a:xfrm xmlns:a="http://schemas.openxmlformats.org/drawingml/2006/main">
            <a:off x="8153400" y="4171950"/>
            <a:ext cx="3048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2000"/>
              </a:lnSpc>
              <a:buNone/>
              <a:defRPr sz="975" b="1">
                <a:solidFill>
                  <a:srgbClr val="138A5B"/>
                </a:solidFill>
                <a:latin typeface="Aptos"/>
                <a:ea typeface="Aptos"/>
                <a:cs typeface="Aptos"/>
              </a:defRPr>
            </a:pPr>
            <a:r>
              <a:rPr sz="1200" b="1">
                <a:solidFill>
                  <a:srgbClr val="138A5B"/>
                </a:solidFill>
                <a:latin typeface="Aptos"/>
                <a:ea typeface="Aptos"/>
                <a:cs typeface="Aptos"/>
              </a:rPr>
              <a:t>03</a:t>
            </a:r>
          </a:p>
        </p:txBody>
      </p:sp>
      <p:sp>
        <p:nvSpPr>
          <p:cNvPr id="18" name="Rectangle 17">
            <a:extLst xmlns:a="http://schemas.openxmlformats.org/drawingml/2006/main">
              <a:ext uri="{FF2B5EF4-FFF2-40B4-BE49-F238E27FC236}">
                <a16:creationId xmlns:a16="http://schemas.microsoft.com/office/drawing/2014/main" id="{FDE71747-22BE-404A-9C49-10CCD669D3B7}"/>
              </a:ext>
            </a:extLst>
          </p:cNvPr>
          <p:cNvSpPr>
            <a:spLocks xmlns:a="http://schemas.openxmlformats.org/drawingml/2006/main" noGrp="1"/>
          </p:cNvSpPr>
          <p:nvPr/>
        </p:nvSpPr>
        <p:spPr>
          <a:xfrm xmlns:a="http://schemas.openxmlformats.org/drawingml/2006/main">
            <a:off x="8153400" y="4419600"/>
            <a:ext cx="30480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98520"/>
          </a:bodyPr>
          <a:lstStyle xmlns:a="http://schemas.openxmlformats.org/drawingml/2006/main"/>
          <a:p xmlns:a="http://schemas.openxmlformats.org/drawingml/2006/main">
            <a:pPr algn="l">
              <a:lnSpc>
                <a:spcPct val="102000"/>
              </a:lnSpc>
              <a:buNone/>
              <a:defRPr sz="1275" b="1">
                <a:solidFill>
                  <a:srgbClr val="1A202C"/>
                </a:solidFill>
                <a:latin typeface="Aptos"/>
                <a:ea typeface="Aptos"/>
                <a:cs typeface="Aptos"/>
              </a:defRPr>
            </a:pPr>
            <a:r>
              <a:rPr sz="1275" b="1">
                <a:solidFill>
                  <a:srgbClr val="1A202C"/>
                </a:solidFill>
                <a:latin typeface="Aptos"/>
                <a:ea typeface="Aptos"/>
                <a:cs typeface="Aptos"/>
              </a:rPr>
              <a:t>Преглед приступа враћа тим на питање да ли право и даље има пословни разлог, чак и када је некада било правилно додељено.</a:t>
            </a:r>
          </a:p>
        </p:txBody>
      </p:sp>
    </p:spTree>
    <p:extLst>
      <p:ext uri="{BB962C8B-B14F-4D97-AF65-F5344CB8AC3E}">
        <p14:creationId xmlns:p14="http://schemas.microsoft.com/office/powerpoint/2010/main" val="1384984520"/>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Rectangle 18">
            <a:extLst xmlns:a="http://schemas.openxmlformats.org/drawingml/2006/main">
              <a:ext uri="{FF2B5EF4-FFF2-40B4-BE49-F238E27FC236}">
                <a16:creationId xmlns:a16="http://schemas.microsoft.com/office/drawing/2014/main" id="{1734BD49-CDD6-4560-B4F2-A6047E72773A}"/>
              </a:ext>
            </a:extLst>
          </p:cNvPr>
          <p:cNvSpPr>
            <a:spLocks xmlns:a="http://schemas.openxmlformats.org/drawingml/2006/main" noGrp="1"/>
          </p:cNvSpPr>
          <p:nvPr/>
        </p:nvSpPr>
        <p:spPr>
          <a:xfrm xmlns:a="http://schemas.openxmlformats.org/drawingml/2006/main">
            <a:off x="495300" y="238125"/>
            <a:ext cx="3429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825" b="0">
                <a:solidFill>
                  <a:srgbClr val="657184"/>
                </a:solidFill>
                <a:latin typeface="Aptos"/>
                <a:ea typeface="Aptos"/>
                <a:cs typeface="Aptos"/>
              </a:defRPr>
            </a:pPr>
            <a:r>
              <a:rPr sz="825" b="0">
                <a:solidFill>
                  <a:srgbClr val="5E6B7D"/>
                </a:solidFill>
                <a:latin typeface="Aptos"/>
                <a:ea typeface="Aptos"/>
                <a:cs typeface="Aptos"/>
              </a:rPr>
              <a:t>Основе информационе безбедности</a:t>
            </a:r>
          </a:p>
        </p:txBody>
      </p:sp>
      <p:sp>
        <p:nvSpPr>
          <p:cNvPr id="2" name="Straight Connector 1">
            <a:extLst xmlns:a="http://schemas.openxmlformats.org/drawingml/2006/main">
              <a:ext uri="{FF2B5EF4-FFF2-40B4-BE49-F238E27FC236}">
                <a16:creationId xmlns:a16="http://schemas.microsoft.com/office/drawing/2014/main" id="{FB7828A4-63BC-4995-AD6A-196590B020AB}"/>
              </a:ext>
            </a:extLst>
          </p:cNvPr>
          <p:cNvSpPr>
            <a:spLocks xmlns:a="http://schemas.openxmlformats.org/drawingml/2006/main" noGrp="1"/>
          </p:cNvSpPr>
          <p:nvPr/>
        </p:nvSpPr>
        <p:spPr>
          <a:xfrm xmlns:a="http://schemas.openxmlformats.org/drawingml/2006/main">
            <a:off x="495300" y="476250"/>
            <a:ext cx="11201400" cy="9525"/>
          </a:xfrm>
          <a:prstGeom xmlns:a="http://schemas.openxmlformats.org/drawingml/2006/main" prst="line">
            <a:avLst/>
          </a:prstGeom>
          <a:solidFill xmlns:a="http://schemas.openxmlformats.org/drawingml/2006/main">
            <a:srgbClr val="8D5560"/>
          </a:solidFill>
          <a:ln xmlns:a="http://schemas.openxmlformats.org/drawingml/2006/main" w="7144">
            <a:solidFill>
              <a:srgbClr val="8D5560"/>
            </a:solidFill>
            <a:prstDash val="solid"/>
          </a:ln>
        </p:spPr>
      </p:sp>
      <p:sp>
        <p:nvSpPr>
          <p:cNvPr id="3" name="Rectangle 2">
            <a:extLst xmlns:a="http://schemas.openxmlformats.org/drawingml/2006/main">
              <a:ext uri="{FF2B5EF4-FFF2-40B4-BE49-F238E27FC236}">
                <a16:creationId xmlns:a16="http://schemas.microsoft.com/office/drawing/2014/main" id="{07B99E6F-168C-4EB8-AEB3-6CA33D590CA6}"/>
              </a:ext>
            </a:extLst>
          </p:cNvPr>
          <p:cNvSpPr>
            <a:spLocks xmlns:a="http://schemas.openxmlformats.org/drawingml/2006/main" noGrp="1"/>
          </p:cNvSpPr>
          <p:nvPr/>
        </p:nvSpPr>
        <p:spPr>
          <a:xfrm xmlns:a="http://schemas.openxmlformats.org/drawingml/2006/main">
            <a:off x="11372850" y="6477000"/>
            <a:ext cx="3238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r">
              <a:lnSpc>
                <a:spcPct val="102000"/>
              </a:lnSpc>
              <a:buNone/>
              <a:defRPr sz="975" b="0">
                <a:solidFill>
                  <a:srgbClr val="1A202C"/>
                </a:solidFill>
                <a:latin typeface="Aptos"/>
                <a:ea typeface="Aptos"/>
                <a:cs typeface="Aptos"/>
              </a:defRPr>
            </a:pPr>
            <a:r>
              <a:rPr sz="975" b="0">
                <a:solidFill>
                  <a:srgbClr val="1A202C"/>
                </a:solidFill>
                <a:latin typeface="Aptos"/>
                <a:ea typeface="Aptos"/>
                <a:cs typeface="Aptos"/>
              </a:rPr>
              <a:t>14</a:t>
            </a:r>
          </a:p>
        </p:txBody>
      </p:sp>
      <p:sp>
        <p:nvSpPr>
          <p:cNvPr id="4" name="Rectangle 3">
            <a:extLst xmlns:a="http://schemas.openxmlformats.org/drawingml/2006/main">
              <a:ext uri="{FF2B5EF4-FFF2-40B4-BE49-F238E27FC236}">
                <a16:creationId xmlns:a16="http://schemas.microsoft.com/office/drawing/2014/main" id="{54C290A1-0077-4F79-A6F4-9588FD41F731}"/>
              </a:ext>
            </a:extLst>
          </p:cNvPr>
          <p:cNvSpPr>
            <a:spLocks xmlns:a="http://schemas.openxmlformats.org/drawingml/2006/main" noGrp="1"/>
          </p:cNvSpPr>
          <p:nvPr/>
        </p:nvSpPr>
        <p:spPr>
          <a:xfrm xmlns:a="http://schemas.openxmlformats.org/drawingml/2006/main">
            <a:off x="685800" y="781050"/>
            <a:ext cx="108204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2000"/>
              </a:lnSpc>
              <a:buNone/>
              <a:defRPr sz="2550" b="1">
                <a:solidFill>
                  <a:srgbClr val="1A202C"/>
                </a:solidFill>
                <a:latin typeface="Aptos Display"/>
                <a:ea typeface="Aptos Display"/>
                <a:cs typeface="Aptos Display"/>
              </a:defRPr>
            </a:pPr>
            <a:r>
              <a:rPr sz="2550" b="1">
                <a:solidFill>
                  <a:srgbClr val="1A202C"/>
                </a:solidFill>
                <a:latin typeface="Aptos Display"/>
                <a:ea typeface="Aptos Display"/>
                <a:cs typeface="Aptos Display"/>
              </a:rPr>
              <a:t>Атрибути прецизирају стабилну основу улоге</a:t>
            </a:r>
          </a:p>
        </p:txBody>
      </p:sp>
      <p:sp>
        <p:nvSpPr>
          <p:cNvPr id="5" name="Rectangle 4">
            <a:extLst xmlns:a="http://schemas.openxmlformats.org/drawingml/2006/main">
              <a:ext uri="{FF2B5EF4-FFF2-40B4-BE49-F238E27FC236}">
                <a16:creationId xmlns:a16="http://schemas.microsoft.com/office/drawing/2014/main" id="{45B63CC0-D170-49A2-AD6C-D04EF0F510E0}"/>
              </a:ext>
            </a:extLst>
          </p:cNvPr>
          <p:cNvSpPr>
            <a:spLocks xmlns:a="http://schemas.openxmlformats.org/drawingml/2006/main" noGrp="1"/>
          </p:cNvSpPr>
          <p:nvPr/>
        </p:nvSpPr>
        <p:spPr>
          <a:xfrm xmlns:a="http://schemas.openxmlformats.org/drawingml/2006/main">
            <a:off x="685800" y="1428750"/>
            <a:ext cx="108204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1575" b="0">
                <a:solidFill>
                  <a:srgbClr val="657184"/>
                </a:solidFill>
                <a:latin typeface="Aptos"/>
                <a:ea typeface="Aptos"/>
                <a:cs typeface="Aptos"/>
              </a:defRPr>
            </a:pPr>
            <a:r>
              <a:rPr sz="1575" b="0">
                <a:solidFill>
                  <a:srgbClr val="657184"/>
                </a:solidFill>
                <a:latin typeface="Aptos"/>
                <a:ea typeface="Aptos"/>
                <a:cs typeface="Aptos"/>
              </a:rPr>
              <a:t>Политика комбинује улогу са поузданим атрибутима контекста и стања ресурса.</a:t>
            </a:r>
          </a:p>
        </p:txBody>
      </p:sp>
      <p:sp>
        <p:nvSpPr>
          <p:cNvPr id="6" name="Rounded Rectangle 5">
            <a:extLst xmlns:a="http://schemas.openxmlformats.org/drawingml/2006/main">
              <a:ext uri="{FF2B5EF4-FFF2-40B4-BE49-F238E27FC236}">
                <a16:creationId xmlns:a16="http://schemas.microsoft.com/office/drawing/2014/main" id="{20C89A5E-F922-4D26-891E-23D53BE697D8}"/>
              </a:ext>
            </a:extLst>
          </p:cNvPr>
          <p:cNvSpPr>
            <a:spLocks xmlns:a="http://schemas.openxmlformats.org/drawingml/2006/main" noGrp="1"/>
          </p:cNvSpPr>
          <p:nvPr/>
        </p:nvSpPr>
        <p:spPr>
          <a:xfrm xmlns:a="http://schemas.openxmlformats.org/drawingml/2006/main">
            <a:off x="666750" y="2095500"/>
            <a:ext cx="6858000" cy="2076450"/>
          </a:xfrm>
          <a:prstGeom xmlns:a="http://schemas.openxmlformats.org/drawingml/2006/main" prst="roundRect">
            <a:avLst>
              <a:gd name="adj" fmla="val 4587"/>
            </a:avLst>
          </a:prstGeom>
          <a:solidFill xmlns:a="http://schemas.openxmlformats.org/drawingml/2006/main">
            <a:srgbClr val="F4F6F7"/>
          </a:solidFill>
          <a:ln xmlns:a="http://schemas.openxmlformats.org/drawingml/2006/main" w="9525">
            <a:solidFill>
              <a:srgbClr val="CCD6DE"/>
            </a:solidFill>
            <a:prstDash val="solid"/>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ajor"/>
        </p:style>
      </p:sp>
      <p:sp>
        <p:nvSpPr>
          <p:cNvPr id="7" name="Straight Connector 6">
            <a:extLst xmlns:a="http://schemas.openxmlformats.org/drawingml/2006/main">
              <a:ext uri="{FF2B5EF4-FFF2-40B4-BE49-F238E27FC236}">
                <a16:creationId xmlns:a16="http://schemas.microsoft.com/office/drawing/2014/main" id="{C332617C-82E6-4C8B-803A-E9B91B4E1C35}"/>
              </a:ext>
            </a:extLst>
          </p:cNvPr>
          <p:cNvSpPr>
            <a:spLocks xmlns:a="http://schemas.openxmlformats.org/drawingml/2006/main" noGrp="1"/>
          </p:cNvSpPr>
          <p:nvPr/>
        </p:nvSpPr>
        <p:spPr>
          <a:xfrm xmlns:a="http://schemas.openxmlformats.org/drawingml/2006/main">
            <a:off x="666750" y="2438400"/>
            <a:ext cx="6858000" cy="9525"/>
          </a:xfrm>
          <a:prstGeom xmlns:a="http://schemas.openxmlformats.org/drawingml/2006/main" prst="line">
            <a:avLst/>
          </a:prstGeom>
          <a:solidFill xmlns:a="http://schemas.openxmlformats.org/drawingml/2006/main">
            <a:srgbClr val="AFBEC9"/>
          </a:solidFill>
          <a:ln xmlns:a="http://schemas.openxmlformats.org/drawingml/2006/main" w="9525">
            <a:solidFill>
              <a:srgbClr val="AFBEC9"/>
            </a:solidFill>
            <a:prstDash val="solid"/>
          </a:ln>
        </p:spPr>
      </p:sp>
      <p:sp>
        <p:nvSpPr>
          <p:cNvPr id="8" name="Oval 7">
            <a:extLst xmlns:a="http://schemas.openxmlformats.org/drawingml/2006/main">
              <a:ext uri="{FF2B5EF4-FFF2-40B4-BE49-F238E27FC236}">
                <a16:creationId xmlns:a16="http://schemas.microsoft.com/office/drawing/2014/main" id="{1137DBB4-9E09-4F13-BE45-9D200F114A32}"/>
              </a:ext>
            </a:extLst>
          </p:cNvPr>
          <p:cNvSpPr>
            <a:spLocks xmlns:a="http://schemas.openxmlformats.org/drawingml/2006/main" noGrp="1"/>
          </p:cNvSpPr>
          <p:nvPr/>
        </p:nvSpPr>
        <p:spPr>
          <a:xfrm xmlns:a="http://schemas.openxmlformats.org/drawingml/2006/main">
            <a:off x="6972300" y="2214563"/>
            <a:ext cx="85725" cy="85725"/>
          </a:xfrm>
          <a:prstGeom xmlns:a="http://schemas.openxmlformats.org/drawingml/2006/main" prst="ellipse">
            <a:avLst/>
          </a:prstGeom>
          <a:solidFill xmlns:a="http://schemas.openxmlformats.org/drawingml/2006/main">
            <a:srgbClr val="EF6A60"/>
          </a:solidFill>
          <a:ln xmlns:a="http://schemas.openxmlformats.org/drawingml/2006/main" w="0">
            <a:noFill/>
          </a:ln>
        </p:spPr>
      </p:sp>
      <p:sp>
        <p:nvSpPr>
          <p:cNvPr id="9" name="Oval 8">
            <a:extLst xmlns:a="http://schemas.openxmlformats.org/drawingml/2006/main">
              <a:ext uri="{FF2B5EF4-FFF2-40B4-BE49-F238E27FC236}">
                <a16:creationId xmlns:a16="http://schemas.microsoft.com/office/drawing/2014/main" id="{538FBB14-20CE-4D44-8DB5-2DBB5F8C1707}"/>
              </a:ext>
            </a:extLst>
          </p:cNvPr>
          <p:cNvSpPr>
            <a:spLocks xmlns:a="http://schemas.openxmlformats.org/drawingml/2006/main" noGrp="1"/>
          </p:cNvSpPr>
          <p:nvPr/>
        </p:nvSpPr>
        <p:spPr>
          <a:xfrm xmlns:a="http://schemas.openxmlformats.org/drawingml/2006/main">
            <a:off x="7129463" y="2214563"/>
            <a:ext cx="85725" cy="85725"/>
          </a:xfrm>
          <a:prstGeom xmlns:a="http://schemas.openxmlformats.org/drawingml/2006/main" prst="ellipse">
            <a:avLst/>
          </a:prstGeom>
          <a:solidFill xmlns:a="http://schemas.openxmlformats.org/drawingml/2006/main">
            <a:srgbClr val="F2BD42"/>
          </a:solidFill>
          <a:ln xmlns:a="http://schemas.openxmlformats.org/drawingml/2006/main" w="0">
            <a:noFill/>
          </a:ln>
        </p:spPr>
      </p:sp>
      <p:sp>
        <p:nvSpPr>
          <p:cNvPr id="10" name="Oval 9">
            <a:extLst xmlns:a="http://schemas.openxmlformats.org/drawingml/2006/main">
              <a:ext uri="{FF2B5EF4-FFF2-40B4-BE49-F238E27FC236}">
                <a16:creationId xmlns:a16="http://schemas.microsoft.com/office/drawing/2014/main" id="{6B0FBD05-4071-412A-BB53-A973B864C05F}"/>
              </a:ext>
            </a:extLst>
          </p:cNvPr>
          <p:cNvSpPr>
            <a:spLocks xmlns:a="http://schemas.openxmlformats.org/drawingml/2006/main" noGrp="1"/>
          </p:cNvSpPr>
          <p:nvPr/>
        </p:nvSpPr>
        <p:spPr>
          <a:xfrm xmlns:a="http://schemas.openxmlformats.org/drawingml/2006/main">
            <a:off x="7286625" y="2214563"/>
            <a:ext cx="85725" cy="85725"/>
          </a:xfrm>
          <a:prstGeom xmlns:a="http://schemas.openxmlformats.org/drawingml/2006/main" prst="ellipse">
            <a:avLst/>
          </a:prstGeom>
          <a:solidFill xmlns:a="http://schemas.openxmlformats.org/drawingml/2006/main">
            <a:srgbClr val="65C466"/>
          </a:solidFill>
          <a:ln xmlns:a="http://schemas.openxmlformats.org/drawingml/2006/main" w="0">
            <a:noFill/>
          </a:ln>
        </p:spPr>
      </p:sp>
      <p:sp>
        <p:nvSpPr>
          <p:cNvPr id="11" name="Rectangle 10">
            <a:extLst xmlns:a="http://schemas.openxmlformats.org/drawingml/2006/main">
              <a:ext uri="{FF2B5EF4-FFF2-40B4-BE49-F238E27FC236}">
                <a16:creationId xmlns:a16="http://schemas.microsoft.com/office/drawing/2014/main" id="{6BFC1CE0-7251-46CE-8274-002A8BF02F29}"/>
              </a:ext>
            </a:extLst>
          </p:cNvPr>
          <p:cNvSpPr>
            <a:spLocks xmlns:a="http://schemas.openxmlformats.org/drawingml/2006/main" noGrp="1"/>
          </p:cNvSpPr>
          <p:nvPr/>
        </p:nvSpPr>
        <p:spPr>
          <a:xfrm xmlns:a="http://schemas.openxmlformats.org/drawingml/2006/main">
            <a:off x="781050" y="2571750"/>
            <a:ext cx="304800" cy="3028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r">
              <a:lnSpc>
                <a:spcPct val="100000"/>
              </a:lnSpc>
              <a:buNone/>
              <a:defRPr sz="975" b="0">
                <a:solidFill>
                  <a:srgbClr val="8792A6"/>
                </a:solidFill>
                <a:latin typeface="Consolas"/>
                <a:ea typeface="Consolas"/>
                <a:cs typeface="Consolas"/>
              </a:defRPr>
            </a:pPr>
            <a:r>
              <a:rPr sz="975" b="0">
                <a:solidFill>
                  <a:srgbClr val="8792A6"/>
                </a:solidFill>
                <a:latin typeface="Consolas"/>
                <a:ea typeface="Consolas"/>
                <a:cs typeface="Consolas"/>
              </a:rPr>
              <a:t>1</a:t>
            </a:r>
          </a:p>
          <a:p xmlns:a="http://schemas.openxmlformats.org/drawingml/2006/main">
            <a:pPr algn="r">
              <a:lnSpc>
                <a:spcPct val="100000"/>
              </a:lnSpc>
              <a:buNone/>
              <a:defRPr sz="975" b="0">
                <a:solidFill>
                  <a:srgbClr val="8792A6"/>
                </a:solidFill>
                <a:latin typeface="Consolas"/>
                <a:ea typeface="Consolas"/>
                <a:cs typeface="Consolas"/>
              </a:defRPr>
            </a:pPr>
            <a:r>
              <a:rPr sz="975" b="0">
                <a:solidFill>
                  <a:srgbClr val="8792A6"/>
                </a:solidFill>
                <a:latin typeface="Consolas"/>
                <a:ea typeface="Consolas"/>
                <a:cs typeface="Consolas"/>
              </a:rPr>
              <a:t>2</a:t>
            </a:r>
          </a:p>
          <a:p xmlns:a="http://schemas.openxmlformats.org/drawingml/2006/main">
            <a:pPr algn="r">
              <a:lnSpc>
                <a:spcPct val="100000"/>
              </a:lnSpc>
              <a:buNone/>
              <a:defRPr sz="975" b="0">
                <a:solidFill>
                  <a:srgbClr val="8792A6"/>
                </a:solidFill>
                <a:latin typeface="Consolas"/>
                <a:ea typeface="Consolas"/>
                <a:cs typeface="Consolas"/>
              </a:defRPr>
            </a:pPr>
            <a:r>
              <a:rPr sz="975" b="0">
                <a:solidFill>
                  <a:srgbClr val="8792A6"/>
                </a:solidFill>
                <a:latin typeface="Consolas"/>
                <a:ea typeface="Consolas"/>
                <a:cs typeface="Consolas"/>
              </a:rPr>
              <a:t>3</a:t>
            </a:r>
          </a:p>
          <a:p xmlns:a="http://schemas.openxmlformats.org/drawingml/2006/main">
            <a:pPr algn="r">
              <a:lnSpc>
                <a:spcPct val="100000"/>
              </a:lnSpc>
              <a:buNone/>
              <a:defRPr sz="975" b="0">
                <a:solidFill>
                  <a:srgbClr val="8792A6"/>
                </a:solidFill>
                <a:latin typeface="Consolas"/>
                <a:ea typeface="Consolas"/>
                <a:cs typeface="Consolas"/>
              </a:defRPr>
            </a:pPr>
            <a:r>
              <a:rPr sz="975" b="0">
                <a:solidFill>
                  <a:srgbClr val="8792A6"/>
                </a:solidFill>
                <a:latin typeface="Consolas"/>
                <a:ea typeface="Consolas"/>
                <a:cs typeface="Consolas"/>
              </a:rPr>
              <a:t>4</a:t>
            </a:r>
          </a:p>
          <a:p xmlns:a="http://schemas.openxmlformats.org/drawingml/2006/main">
            <a:pPr algn="r">
              <a:lnSpc>
                <a:spcPct val="100000"/>
              </a:lnSpc>
              <a:buNone/>
              <a:defRPr sz="975" b="0">
                <a:solidFill>
                  <a:srgbClr val="8792A6"/>
                </a:solidFill>
                <a:latin typeface="Consolas"/>
                <a:ea typeface="Consolas"/>
                <a:cs typeface="Consolas"/>
              </a:defRPr>
            </a:pPr>
            <a:r>
              <a:rPr sz="975" b="0">
                <a:solidFill>
                  <a:srgbClr val="8792A6"/>
                </a:solidFill>
                <a:latin typeface="Consolas"/>
                <a:ea typeface="Consolas"/>
                <a:cs typeface="Consolas"/>
              </a:rPr>
              <a:t>5</a:t>
            </a:r>
          </a:p>
          <a:p xmlns:a="http://schemas.openxmlformats.org/drawingml/2006/main">
            <a:pPr algn="r">
              <a:lnSpc>
                <a:spcPct val="100000"/>
              </a:lnSpc>
              <a:buNone/>
              <a:defRPr sz="975" b="0">
                <a:solidFill>
                  <a:srgbClr val="8792A6"/>
                </a:solidFill>
                <a:latin typeface="Consolas"/>
                <a:ea typeface="Consolas"/>
                <a:cs typeface="Consolas"/>
              </a:defRPr>
            </a:pPr>
            <a:r>
              <a:rPr sz="975" b="0">
                <a:solidFill>
                  <a:srgbClr val="8792A6"/>
                </a:solidFill>
                <a:latin typeface="Consolas"/>
                <a:ea typeface="Consolas"/>
                <a:cs typeface="Consolas"/>
              </a:rPr>
              <a:t>6</a:t>
            </a:r>
          </a:p>
          <a:p xmlns:a="http://schemas.openxmlformats.org/drawingml/2006/main">
            <a:pPr algn="r">
              <a:lnSpc>
                <a:spcPct val="100000"/>
              </a:lnSpc>
              <a:buNone/>
              <a:defRPr sz="975" b="0">
                <a:solidFill>
                  <a:srgbClr val="8792A6"/>
                </a:solidFill>
                <a:latin typeface="Consolas"/>
                <a:ea typeface="Consolas"/>
                <a:cs typeface="Consolas"/>
              </a:defRPr>
            </a:pPr>
            <a:r>
              <a:rPr sz="975" b="0">
                <a:solidFill>
                  <a:srgbClr val="8792A6"/>
                </a:solidFill>
                <a:latin typeface="Consolas"/>
                <a:ea typeface="Consolas"/>
                <a:cs typeface="Consolas"/>
              </a:rPr>
              <a:t>7</a:t>
            </a:r>
          </a:p>
          <a:p xmlns:a="http://schemas.openxmlformats.org/drawingml/2006/main">
            <a:pPr algn="r">
              <a:lnSpc>
                <a:spcPct val="100000"/>
              </a:lnSpc>
              <a:buNone/>
              <a:defRPr sz="975" b="0">
                <a:solidFill>
                  <a:srgbClr val="8792A6"/>
                </a:solidFill>
                <a:latin typeface="Consolas"/>
                <a:ea typeface="Consolas"/>
                <a:cs typeface="Consolas"/>
              </a:defRPr>
            </a:pPr>
            <a:r>
              <a:rPr sz="975" b="0">
                <a:solidFill>
                  <a:srgbClr val="8792A6"/>
                </a:solidFill>
                <a:latin typeface="Consolas"/>
                <a:ea typeface="Consolas"/>
                <a:cs typeface="Consolas"/>
              </a:rPr>
              <a:t>8</a:t>
            </a:r>
          </a:p>
          <a:p xmlns:a="http://schemas.openxmlformats.org/drawingml/2006/main">
            <a:pPr algn="r">
              <a:lnSpc>
                <a:spcPct val="100000"/>
              </a:lnSpc>
              <a:buNone/>
              <a:defRPr sz="975" b="0">
                <a:solidFill>
                  <a:srgbClr val="8792A6"/>
                </a:solidFill>
                <a:latin typeface="Consolas"/>
                <a:ea typeface="Consolas"/>
                <a:cs typeface="Consolas"/>
              </a:defRPr>
            </a:pPr>
            <a:r>
              <a:rPr sz="975" b="0">
                <a:solidFill>
                  <a:srgbClr val="8792A6"/>
                </a:solidFill>
                <a:latin typeface="Consolas"/>
                <a:ea typeface="Consolas"/>
                <a:cs typeface="Consolas"/>
              </a:rPr>
              <a:t>9</a:t>
            </a:r>
          </a:p>
        </p:txBody>
      </p:sp>
      <p:sp>
        <p:nvSpPr>
          <p:cNvPr id="12" name="Rectangle 11">
            <a:extLst xmlns:a="http://schemas.openxmlformats.org/drawingml/2006/main">
              <a:ext uri="{FF2B5EF4-FFF2-40B4-BE49-F238E27FC236}">
                <a16:creationId xmlns:a16="http://schemas.microsoft.com/office/drawing/2014/main" id="{9D52198B-E2CA-4538-9FA0-3A94EFE4A8FC}"/>
              </a:ext>
            </a:extLst>
          </p:cNvPr>
          <p:cNvSpPr>
            <a:spLocks xmlns:a="http://schemas.openxmlformats.org/drawingml/2006/main" noGrp="1"/>
          </p:cNvSpPr>
          <p:nvPr/>
        </p:nvSpPr>
        <p:spPr>
          <a:xfrm xmlns:a="http://schemas.openxmlformats.org/drawingml/2006/main">
            <a:off x="1200150" y="2571750"/>
            <a:ext cx="6153150" cy="3028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buNone/>
              <a:defRPr sz="1050">
                <a:solidFill>
                  <a:srgbClr val="263044"/>
                </a:solidFill>
                <a:latin typeface="Consolas"/>
                <a:ea typeface="Consolas"/>
                <a:cs typeface="Consolas"/>
              </a:defRPr>
            </a:pPr>
            <a:r>
              <a:rPr b="1">
                <a:solidFill>
                  <a:srgbClr val="0969C3"/>
                </a:solidFill>
              </a:rPr>
              <a:t>public</a:t>
            </a:r>
            <a:r>
              <a:rPr b="0">
                <a:solidFill>
                  <a:srgbClr val="263044"/>
                </a:solidFill>
              </a:rPr>
              <a:t> </a:t>
            </a:r>
            <a:r>
              <a:rPr b="0">
                <a:solidFill>
                  <a:srgbClr val="7651D4"/>
                </a:solidFill>
              </a:rPr>
              <a:t>Decision</a:t>
            </a:r>
            <a:r>
              <a:rPr b="0">
                <a:solidFill>
                  <a:srgbClr val="263044"/>
                </a:solidFill>
              </a:rPr>
              <a:t> </a:t>
            </a:r>
            <a:r>
              <a:rPr b="0">
                <a:solidFill>
                  <a:srgbClr val="7651D4"/>
                </a:solidFill>
              </a:rPr>
              <a:t>CanApprove</a:t>
            </a:r>
            <a:r>
              <a:rPr b="0">
                <a:solidFill>
                  <a:srgbClr val="263044"/>
                </a:solidFill>
              </a:rPr>
              <a:t>(</a:t>
            </a:r>
            <a:r>
              <a:rPr b="0">
                <a:solidFill>
                  <a:srgbClr val="7651D4"/>
                </a:solidFill>
              </a:rPr>
              <a:t>User</a:t>
            </a:r>
            <a:r>
              <a:rPr b="0">
                <a:solidFill>
                  <a:srgbClr val="263044"/>
                </a:solidFill>
              </a:rPr>
              <a:t> user, </a:t>
            </a:r>
            <a:r>
              <a:rPr b="0">
                <a:solidFill>
                  <a:srgbClr val="7651D4"/>
                </a:solidFill>
              </a:rPr>
              <a:t>Report</a:t>
            </a:r>
            <a:r>
              <a:rPr b="0">
                <a:solidFill>
                  <a:srgbClr val="263044"/>
                </a:solidFill>
              </a:rPr>
              <a:t> report, </a:t>
            </a:r>
            <a:r>
              <a:rPr b="0">
                <a:solidFill>
                  <a:srgbClr val="7651D4"/>
                </a:solidFill>
              </a:rPr>
              <a:t>Context</a:t>
            </a:r>
            <a:r>
              <a:rPr b="0">
                <a:solidFill>
                  <a:srgbClr val="263044"/>
                </a:solidFill>
              </a:rPr>
              <a:t> ctx)</a:t>
            </a:r>
          </a:p>
          <a:p xmlns:a="http://schemas.openxmlformats.org/drawingml/2006/main">
            <a:pPr>
              <a:buNone/>
              <a:defRPr sz="1050">
                <a:solidFill>
                  <a:srgbClr val="263044"/>
                </a:solidFill>
                <a:latin typeface="Consolas"/>
                <a:ea typeface="Consolas"/>
                <a:cs typeface="Consolas"/>
              </a:defRPr>
            </a:pPr>
            <a:r>
              <a:rPr b="0">
                <a:solidFill>
                  <a:srgbClr val="263044"/>
                </a:solidFill>
              </a:rPr>
              <a:t>{</a:t>
            </a:r>
          </a:p>
          <a:p xmlns:a="http://schemas.openxmlformats.org/drawingml/2006/main">
            <a:pPr>
              <a:buNone/>
              <a:defRPr sz="1050">
                <a:solidFill>
                  <a:srgbClr val="263044"/>
                </a:solidFill>
                <a:latin typeface="Consolas"/>
                <a:ea typeface="Consolas"/>
                <a:cs typeface="Consolas"/>
              </a:defRPr>
            </a:pPr>
            <a:r>
              <a:rPr b="0">
                <a:solidFill>
                  <a:srgbClr val="263044"/>
                </a:solidFill>
              </a:rPr>
              <a:t>    </a:t>
            </a:r>
            <a:r>
              <a:rPr b="1">
                <a:solidFill>
                  <a:srgbClr val="0969C3"/>
                </a:solidFill>
              </a:rPr>
              <a:t>if</a:t>
            </a:r>
            <a:r>
              <a:rPr b="0">
                <a:solidFill>
                  <a:srgbClr val="263044"/>
                </a:solidFill>
              </a:rPr>
              <a:t> (!user.</a:t>
            </a:r>
            <a:r>
              <a:rPr b="0">
                <a:solidFill>
                  <a:srgbClr val="7651D4"/>
                </a:solidFill>
              </a:rPr>
              <a:t>HasRole</a:t>
            </a:r>
            <a:r>
              <a:rPr b="0">
                <a:solidFill>
                  <a:srgbClr val="263044"/>
                </a:solidFill>
              </a:rPr>
              <a:t>(</a:t>
            </a:r>
            <a:r>
              <a:rPr b="0">
                <a:solidFill>
                  <a:srgbClr val="B45309"/>
                </a:solidFill>
              </a:rPr>
              <a:t>"operator"</a:t>
            </a:r>
            <a:r>
              <a:rPr b="0">
                <a:solidFill>
                  <a:srgbClr val="263044"/>
                </a:solidFill>
              </a:rPr>
              <a:t>)) </a:t>
            </a:r>
            <a:r>
              <a:rPr b="1">
                <a:solidFill>
                  <a:srgbClr val="0969C3"/>
                </a:solidFill>
              </a:rPr>
              <a:t>return</a:t>
            </a:r>
            <a:r>
              <a:rPr b="0">
                <a:solidFill>
                  <a:srgbClr val="263044"/>
                </a:solidFill>
              </a:rPr>
              <a:t> </a:t>
            </a:r>
            <a:r>
              <a:rPr b="0">
                <a:solidFill>
                  <a:srgbClr val="7651D4"/>
                </a:solidFill>
              </a:rPr>
              <a:t>Decision</a:t>
            </a:r>
            <a:r>
              <a:rPr b="0">
                <a:solidFill>
                  <a:srgbClr val="263044"/>
                </a:solidFill>
              </a:rPr>
              <a:t>.</a:t>
            </a:r>
            <a:r>
              <a:rPr b="0">
                <a:solidFill>
                  <a:srgbClr val="7651D4"/>
                </a:solidFill>
              </a:rPr>
              <a:t>Deny</a:t>
            </a:r>
            <a:r>
              <a:rPr b="0">
                <a:solidFill>
                  <a:srgbClr val="263044"/>
                </a:solidFill>
              </a:rPr>
              <a:t>(</a:t>
            </a:r>
            <a:r>
              <a:rPr b="0">
                <a:solidFill>
                  <a:srgbClr val="B45309"/>
                </a:solidFill>
              </a:rPr>
              <a:t>"role"</a:t>
            </a:r>
            <a:r>
              <a:rPr b="0">
                <a:solidFill>
                  <a:srgbClr val="263044"/>
                </a:solidFill>
              </a:rPr>
              <a:t>);</a:t>
            </a:r>
          </a:p>
          <a:p xmlns:a="http://schemas.openxmlformats.org/drawingml/2006/main">
            <a:pPr>
              <a:buNone/>
              <a:defRPr sz="1050">
                <a:solidFill>
                  <a:srgbClr val="263044"/>
                </a:solidFill>
                <a:latin typeface="Consolas"/>
                <a:ea typeface="Consolas"/>
                <a:cs typeface="Consolas"/>
              </a:defRPr>
            </a:pPr>
            <a:r>
              <a:rPr b="0">
                <a:solidFill>
                  <a:srgbClr val="263044"/>
                </a:solidFill>
              </a:rPr>
              <a:t>    </a:t>
            </a:r>
            <a:r>
              <a:rPr b="1">
                <a:solidFill>
                  <a:srgbClr val="0969C3"/>
                </a:solidFill>
              </a:rPr>
              <a:t>if</a:t>
            </a:r>
            <a:r>
              <a:rPr b="0">
                <a:solidFill>
                  <a:srgbClr val="263044"/>
                </a:solidFill>
              </a:rPr>
              <a:t> (report.</a:t>
            </a:r>
            <a:r>
              <a:rPr b="0">
                <a:solidFill>
                  <a:srgbClr val="7651D4"/>
                </a:solidFill>
              </a:rPr>
              <a:t>DomainId</a:t>
            </a:r>
            <a:r>
              <a:rPr b="0">
                <a:solidFill>
                  <a:srgbClr val="263044"/>
                </a:solidFill>
              </a:rPr>
              <a:t> != user.</a:t>
            </a:r>
            <a:r>
              <a:rPr b="0">
                <a:solidFill>
                  <a:srgbClr val="7651D4"/>
                </a:solidFill>
              </a:rPr>
              <a:t>DomainId</a:t>
            </a:r>
            <a:r>
              <a:rPr b="0">
                <a:solidFill>
                  <a:srgbClr val="263044"/>
                </a:solidFill>
              </a:rPr>
              <a:t>) </a:t>
            </a:r>
            <a:r>
              <a:rPr b="1">
                <a:solidFill>
                  <a:srgbClr val="0969C3"/>
                </a:solidFill>
              </a:rPr>
              <a:t>return</a:t>
            </a:r>
            <a:r>
              <a:rPr b="0">
                <a:solidFill>
                  <a:srgbClr val="263044"/>
                </a:solidFill>
              </a:rPr>
              <a:t> </a:t>
            </a:r>
            <a:r>
              <a:rPr b="0">
                <a:solidFill>
                  <a:srgbClr val="7651D4"/>
                </a:solidFill>
              </a:rPr>
              <a:t>Decision</a:t>
            </a:r>
            <a:r>
              <a:rPr b="0">
                <a:solidFill>
                  <a:srgbClr val="263044"/>
                </a:solidFill>
              </a:rPr>
              <a:t>.</a:t>
            </a:r>
            <a:r>
              <a:rPr b="0">
                <a:solidFill>
                  <a:srgbClr val="7651D4"/>
                </a:solidFill>
              </a:rPr>
              <a:t>Deny</a:t>
            </a:r>
            <a:r>
              <a:rPr b="0">
                <a:solidFill>
                  <a:srgbClr val="263044"/>
                </a:solidFill>
              </a:rPr>
              <a:t>(</a:t>
            </a:r>
            <a:r>
              <a:rPr b="0">
                <a:solidFill>
                  <a:srgbClr val="B45309"/>
                </a:solidFill>
              </a:rPr>
              <a:t>"domain"</a:t>
            </a:r>
            <a:r>
              <a:rPr b="0">
                <a:solidFill>
                  <a:srgbClr val="263044"/>
                </a:solidFill>
              </a:rPr>
              <a:t>);</a:t>
            </a:r>
          </a:p>
          <a:p xmlns:a="http://schemas.openxmlformats.org/drawingml/2006/main">
            <a:pPr>
              <a:buNone/>
              <a:defRPr sz="1050">
                <a:solidFill>
                  <a:srgbClr val="263044"/>
                </a:solidFill>
                <a:latin typeface="Consolas"/>
                <a:ea typeface="Consolas"/>
                <a:cs typeface="Consolas"/>
              </a:defRPr>
            </a:pPr>
            <a:r>
              <a:rPr b="0">
                <a:solidFill>
                  <a:srgbClr val="263044"/>
                </a:solidFill>
              </a:rPr>
              <a:t>    </a:t>
            </a:r>
            <a:r>
              <a:rPr b="1">
                <a:solidFill>
                  <a:srgbClr val="0969C3"/>
                </a:solidFill>
              </a:rPr>
              <a:t>if</a:t>
            </a:r>
            <a:r>
              <a:rPr b="0">
                <a:solidFill>
                  <a:srgbClr val="263044"/>
                </a:solidFill>
              </a:rPr>
              <a:t> (!ctx.</a:t>
            </a:r>
            <a:r>
              <a:rPr b="0">
                <a:solidFill>
                  <a:srgbClr val="7651D4"/>
                </a:solidFill>
              </a:rPr>
              <a:t>ManagedDevice</a:t>
            </a:r>
            <a:r>
              <a:rPr b="0">
                <a:solidFill>
                  <a:srgbClr val="263044"/>
                </a:solidFill>
              </a:rPr>
              <a:t>) </a:t>
            </a:r>
            <a:r>
              <a:rPr b="1">
                <a:solidFill>
                  <a:srgbClr val="0969C3"/>
                </a:solidFill>
              </a:rPr>
              <a:t>return</a:t>
            </a:r>
            <a:r>
              <a:rPr b="0">
                <a:solidFill>
                  <a:srgbClr val="263044"/>
                </a:solidFill>
              </a:rPr>
              <a:t> </a:t>
            </a:r>
            <a:r>
              <a:rPr b="0">
                <a:solidFill>
                  <a:srgbClr val="7651D4"/>
                </a:solidFill>
              </a:rPr>
              <a:t>Decision</a:t>
            </a:r>
            <a:r>
              <a:rPr b="0">
                <a:solidFill>
                  <a:srgbClr val="263044"/>
                </a:solidFill>
              </a:rPr>
              <a:t>.</a:t>
            </a:r>
            <a:r>
              <a:rPr b="0">
                <a:solidFill>
                  <a:srgbClr val="7651D4"/>
                </a:solidFill>
              </a:rPr>
              <a:t>Deny</a:t>
            </a:r>
            <a:r>
              <a:rPr b="0">
                <a:solidFill>
                  <a:srgbClr val="263044"/>
                </a:solidFill>
              </a:rPr>
              <a:t>(</a:t>
            </a:r>
            <a:r>
              <a:rPr b="0">
                <a:solidFill>
                  <a:srgbClr val="B45309"/>
                </a:solidFill>
              </a:rPr>
              <a:t>"device"</a:t>
            </a:r>
            <a:r>
              <a:rPr b="0">
                <a:solidFill>
                  <a:srgbClr val="263044"/>
                </a:solidFill>
              </a:rPr>
              <a:t>);</a:t>
            </a:r>
          </a:p>
          <a:p xmlns:a="http://schemas.openxmlformats.org/drawingml/2006/main">
            <a:pPr>
              <a:buNone/>
              <a:defRPr sz="1050">
                <a:solidFill>
                  <a:srgbClr val="263044"/>
                </a:solidFill>
                <a:latin typeface="Consolas"/>
                <a:ea typeface="Consolas"/>
                <a:cs typeface="Consolas"/>
              </a:defRPr>
            </a:pPr>
            <a:r>
              <a:rPr b="0">
                <a:solidFill>
                  <a:srgbClr val="263044"/>
                </a:solidFill>
              </a:rPr>
              <a:t>    </a:t>
            </a:r>
            <a:r>
              <a:rPr b="1">
                <a:solidFill>
                  <a:srgbClr val="0969C3"/>
                </a:solidFill>
              </a:rPr>
              <a:t>if</a:t>
            </a:r>
            <a:r>
              <a:rPr b="0">
                <a:solidFill>
                  <a:srgbClr val="263044"/>
                </a:solidFill>
              </a:rPr>
              <a:t> (!ctx.</a:t>
            </a:r>
            <a:r>
              <a:rPr b="0">
                <a:solidFill>
                  <a:srgbClr val="7651D4"/>
                </a:solidFill>
              </a:rPr>
              <a:t>ActiveAssignment</a:t>
            </a:r>
            <a:r>
              <a:rPr b="0">
                <a:solidFill>
                  <a:srgbClr val="263044"/>
                </a:solidFill>
              </a:rPr>
              <a:t>.</a:t>
            </a:r>
            <a:r>
              <a:rPr b="0">
                <a:solidFill>
                  <a:srgbClr val="7651D4"/>
                </a:solidFill>
              </a:rPr>
              <a:t>Contains</a:t>
            </a:r>
            <a:r>
              <a:rPr b="0">
                <a:solidFill>
                  <a:srgbClr val="263044"/>
                </a:solidFill>
              </a:rPr>
              <a:t>(report.</a:t>
            </a:r>
            <a:r>
              <a:rPr b="0">
                <a:solidFill>
                  <a:srgbClr val="7651D4"/>
                </a:solidFill>
              </a:rPr>
              <a:t>Id</a:t>
            </a:r>
            <a:r>
              <a:rPr b="0">
                <a:solidFill>
                  <a:srgbClr val="263044"/>
                </a:solidFill>
              </a:rPr>
              <a:t>))</a:t>
            </a:r>
          </a:p>
          <a:p xmlns:a="http://schemas.openxmlformats.org/drawingml/2006/main">
            <a:pPr>
              <a:buNone/>
              <a:defRPr sz="1050">
                <a:solidFill>
                  <a:srgbClr val="263044"/>
                </a:solidFill>
                <a:latin typeface="Consolas"/>
                <a:ea typeface="Consolas"/>
                <a:cs typeface="Consolas"/>
              </a:defRPr>
            </a:pPr>
            <a:r>
              <a:rPr b="0">
                <a:solidFill>
                  <a:srgbClr val="263044"/>
                </a:solidFill>
              </a:rPr>
              <a:t>        </a:t>
            </a:r>
            <a:r>
              <a:rPr b="1">
                <a:solidFill>
                  <a:srgbClr val="0969C3"/>
                </a:solidFill>
              </a:rPr>
              <a:t>return</a:t>
            </a:r>
            <a:r>
              <a:rPr b="0">
                <a:solidFill>
                  <a:srgbClr val="263044"/>
                </a:solidFill>
              </a:rPr>
              <a:t> </a:t>
            </a:r>
            <a:r>
              <a:rPr b="0">
                <a:solidFill>
                  <a:srgbClr val="7651D4"/>
                </a:solidFill>
              </a:rPr>
              <a:t>Decision</a:t>
            </a:r>
            <a:r>
              <a:rPr b="0">
                <a:solidFill>
                  <a:srgbClr val="263044"/>
                </a:solidFill>
              </a:rPr>
              <a:t>.</a:t>
            </a:r>
            <a:r>
              <a:rPr b="0">
                <a:solidFill>
                  <a:srgbClr val="7651D4"/>
                </a:solidFill>
              </a:rPr>
              <a:t>Deny</a:t>
            </a:r>
            <a:r>
              <a:rPr b="0">
                <a:solidFill>
                  <a:srgbClr val="263044"/>
                </a:solidFill>
              </a:rPr>
              <a:t>(</a:t>
            </a:r>
            <a:r>
              <a:rPr b="0">
                <a:solidFill>
                  <a:srgbClr val="B45309"/>
                </a:solidFill>
              </a:rPr>
              <a:t>"assignment"</a:t>
            </a:r>
            <a:r>
              <a:rPr b="0">
                <a:solidFill>
                  <a:srgbClr val="263044"/>
                </a:solidFill>
              </a:rPr>
              <a:t>);</a:t>
            </a:r>
          </a:p>
          <a:p xmlns:a="http://schemas.openxmlformats.org/drawingml/2006/main">
            <a:pPr>
              <a:buNone/>
              <a:defRPr sz="1050">
                <a:solidFill>
                  <a:srgbClr val="263044"/>
                </a:solidFill>
                <a:latin typeface="Consolas"/>
                <a:ea typeface="Consolas"/>
                <a:cs typeface="Consolas"/>
              </a:defRPr>
            </a:pPr>
            <a:r>
              <a:rPr b="0">
                <a:solidFill>
                  <a:srgbClr val="263044"/>
                </a:solidFill>
              </a:rPr>
              <a:t>    </a:t>
            </a:r>
            <a:r>
              <a:rPr b="1">
                <a:solidFill>
                  <a:srgbClr val="0969C3"/>
                </a:solidFill>
              </a:rPr>
              <a:t>return</a:t>
            </a:r>
            <a:r>
              <a:rPr b="0">
                <a:solidFill>
                  <a:srgbClr val="263044"/>
                </a:solidFill>
              </a:rPr>
              <a:t> </a:t>
            </a:r>
            <a:r>
              <a:rPr b="0">
                <a:solidFill>
                  <a:srgbClr val="7651D4"/>
                </a:solidFill>
              </a:rPr>
              <a:t>Decision</a:t>
            </a:r>
            <a:r>
              <a:rPr b="0">
                <a:solidFill>
                  <a:srgbClr val="263044"/>
                </a:solidFill>
              </a:rPr>
              <a:t>.</a:t>
            </a:r>
            <a:r>
              <a:rPr b="0">
                <a:solidFill>
                  <a:srgbClr val="7651D4"/>
                </a:solidFill>
              </a:rPr>
              <a:t>Allow</a:t>
            </a:r>
            <a:r>
              <a:rPr b="0">
                <a:solidFill>
                  <a:srgbClr val="263044"/>
                </a:solidFill>
              </a:rPr>
              <a:t>();</a:t>
            </a:r>
          </a:p>
          <a:p xmlns:a="http://schemas.openxmlformats.org/drawingml/2006/main">
            <a:pPr>
              <a:buNone/>
              <a:defRPr sz="1050">
                <a:solidFill>
                  <a:srgbClr val="263044"/>
                </a:solidFill>
                <a:latin typeface="Consolas"/>
                <a:ea typeface="Consolas"/>
                <a:cs typeface="Consolas"/>
              </a:defRPr>
            </a:pPr>
            <a:r>
              <a:rPr b="0">
                <a:solidFill>
                  <a:srgbClr val="263044"/>
                </a:solidFill>
              </a:rPr>
              <a:t>}</a:t>
            </a:r>
          </a:p>
        </p:txBody>
      </p:sp>
      <p:sp>
        <p:nvSpPr>
          <p:cNvPr id="13" name="Rounded Rectangle 12">
            <a:extLst xmlns:a="http://schemas.openxmlformats.org/drawingml/2006/main">
              <a:ext uri="{FF2B5EF4-FFF2-40B4-BE49-F238E27FC236}">
                <a16:creationId xmlns:a16="http://schemas.microsoft.com/office/drawing/2014/main" id="{219DD6F4-3547-42B3-B25D-E0ABCBD123EF}"/>
              </a:ext>
            </a:extLst>
          </p:cNvPr>
          <p:cNvSpPr>
            <a:spLocks xmlns:a="http://schemas.openxmlformats.org/drawingml/2006/main" noGrp="1"/>
          </p:cNvSpPr>
          <p:nvPr/>
        </p:nvSpPr>
        <p:spPr>
          <a:xfrm xmlns:a="http://schemas.openxmlformats.org/drawingml/2006/main">
            <a:off x="7924800" y="2152650"/>
            <a:ext cx="3600450" cy="1809750"/>
          </a:xfrm>
          <a:prstGeom xmlns:a="http://schemas.openxmlformats.org/drawingml/2006/main" prst="roundRect">
            <a:avLst>
              <a:gd name="adj" fmla="val 7368"/>
            </a:avLst>
          </a:prstGeom>
          <a:solidFill xmlns:a="http://schemas.openxmlformats.org/drawingml/2006/main">
            <a:srgbClr val="F7EFF1"/>
          </a:solidFill>
          <a:ln xmlns:a="http://schemas.openxmlformats.org/drawingml/2006/main" w="9525">
            <a:solidFill>
              <a:srgbClr val="D7DEE8"/>
            </a:solidFill>
            <a:prstDash val="solid"/>
          </a:ln>
        </p:spPr>
      </p:sp>
      <p:sp>
        <p:nvSpPr>
          <p:cNvPr id="14" name="Rectangle 13">
            <a:extLst xmlns:a="http://schemas.openxmlformats.org/drawingml/2006/main">
              <a:ext uri="{FF2B5EF4-FFF2-40B4-BE49-F238E27FC236}">
                <a16:creationId xmlns:a16="http://schemas.microsoft.com/office/drawing/2014/main" id="{2334289E-B094-429E-862A-7AC4690DA6C1}"/>
              </a:ext>
            </a:extLst>
          </p:cNvPr>
          <p:cNvSpPr>
            <a:spLocks xmlns:a="http://schemas.openxmlformats.org/drawingml/2006/main" noGrp="1"/>
          </p:cNvSpPr>
          <p:nvPr/>
        </p:nvSpPr>
        <p:spPr>
          <a:xfrm xmlns:a="http://schemas.openxmlformats.org/drawingml/2006/main">
            <a:off x="8077200" y="2276475"/>
            <a:ext cx="32956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975" b="1">
                <a:solidFill>
                  <a:srgbClr val="2F5EF5"/>
                </a:solidFill>
                <a:latin typeface="Aptos"/>
                <a:ea typeface="Aptos"/>
                <a:cs typeface="Aptos"/>
              </a:defRPr>
            </a:pPr>
            <a:r>
              <a:rPr sz="1200" b="1">
                <a:solidFill>
                  <a:srgbClr val="7A2636"/>
                </a:solidFill>
                <a:latin typeface="Aptos"/>
                <a:ea typeface="Aptos"/>
                <a:cs typeface="Aptos"/>
              </a:rPr>
              <a:t>ТУМАЧЕЊЕ</a:t>
            </a:r>
          </a:p>
        </p:txBody>
      </p:sp>
      <p:sp>
        <p:nvSpPr>
          <p:cNvPr id="15" name="Rectangle 14">
            <a:extLst xmlns:a="http://schemas.openxmlformats.org/drawingml/2006/main">
              <a:ext uri="{FF2B5EF4-FFF2-40B4-BE49-F238E27FC236}">
                <a16:creationId xmlns:a16="http://schemas.microsoft.com/office/drawing/2014/main" id="{C5717051-F995-4984-8764-41ACA846576C}"/>
              </a:ext>
            </a:extLst>
          </p:cNvPr>
          <p:cNvSpPr>
            <a:spLocks xmlns:a="http://schemas.openxmlformats.org/drawingml/2006/main" noGrp="1"/>
          </p:cNvSpPr>
          <p:nvPr/>
        </p:nvSpPr>
        <p:spPr>
          <a:xfrm xmlns:a="http://schemas.openxmlformats.org/drawingml/2006/main">
            <a:off x="8077200" y="2524125"/>
            <a:ext cx="3295650"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l">
              <a:lnSpc>
                <a:spcPct val="102000"/>
              </a:lnSpc>
              <a:buNone/>
              <a:defRPr sz="1350" b="1">
                <a:solidFill>
                  <a:srgbClr val="1A202C"/>
                </a:solidFill>
                <a:latin typeface="Aptos"/>
                <a:ea typeface="Aptos"/>
                <a:cs typeface="Aptos"/>
              </a:defRPr>
            </a:pPr>
            <a:r>
              <a:rPr sz="1350" b="1">
                <a:solidFill>
                  <a:srgbClr val="1A202C"/>
                </a:solidFill>
                <a:latin typeface="Aptos"/>
                <a:ea typeface="Aptos"/>
                <a:cs typeface="Aptos"/>
              </a:rPr>
              <a:t>Улога остаје разумљива, док домен, уређај и активни задатак одређују конкретан контекст.</a:t>
            </a:r>
          </a:p>
        </p:txBody>
      </p:sp>
      <p:sp>
        <p:nvSpPr>
          <p:cNvPr id="16" name="Rounded Rectangle 15">
            <a:extLst xmlns:a="http://schemas.openxmlformats.org/drawingml/2006/main">
              <a:ext uri="{FF2B5EF4-FFF2-40B4-BE49-F238E27FC236}">
                <a16:creationId xmlns:a16="http://schemas.microsoft.com/office/drawing/2014/main" id="{5F5D34C1-FC39-43C9-92A4-C674D871C6A5}"/>
              </a:ext>
            </a:extLst>
          </p:cNvPr>
          <p:cNvSpPr>
            <a:spLocks xmlns:a="http://schemas.openxmlformats.org/drawingml/2006/main" noGrp="1"/>
          </p:cNvSpPr>
          <p:nvPr/>
        </p:nvSpPr>
        <p:spPr>
          <a:xfrm xmlns:a="http://schemas.openxmlformats.org/drawingml/2006/main">
            <a:off x="7924800" y="4248150"/>
            <a:ext cx="3600450" cy="1428750"/>
          </a:xfrm>
          <a:prstGeom xmlns:a="http://schemas.openxmlformats.org/drawingml/2006/main" prst="roundRect">
            <a:avLst>
              <a:gd name="adj" fmla="val 9333"/>
            </a:avLst>
          </a:prstGeom>
          <a:solidFill xmlns:a="http://schemas.openxmlformats.org/drawingml/2006/main">
            <a:srgbClr val="FFF6E9"/>
          </a:solidFill>
          <a:ln xmlns:a="http://schemas.openxmlformats.org/drawingml/2006/main" w="9525">
            <a:solidFill>
              <a:srgbClr val="D7DEE8"/>
            </a:solidFill>
            <a:prstDash val="solid"/>
          </a:ln>
        </p:spPr>
      </p:sp>
      <p:sp>
        <p:nvSpPr>
          <p:cNvPr id="17" name="Rectangle 16">
            <a:extLst xmlns:a="http://schemas.openxmlformats.org/drawingml/2006/main">
              <a:ext uri="{FF2B5EF4-FFF2-40B4-BE49-F238E27FC236}">
                <a16:creationId xmlns:a16="http://schemas.microsoft.com/office/drawing/2014/main" id="{C738627E-D6B0-4DFB-8B21-E706B34DE65B}"/>
              </a:ext>
            </a:extLst>
          </p:cNvPr>
          <p:cNvSpPr>
            <a:spLocks xmlns:a="http://schemas.openxmlformats.org/drawingml/2006/main" noGrp="1"/>
          </p:cNvSpPr>
          <p:nvPr/>
        </p:nvSpPr>
        <p:spPr>
          <a:xfrm xmlns:a="http://schemas.openxmlformats.org/drawingml/2006/main">
            <a:off x="8077200" y="4371975"/>
            <a:ext cx="32956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975" b="1">
                <a:solidFill>
                  <a:srgbClr val="B86A09"/>
                </a:solidFill>
                <a:latin typeface="Aptos"/>
                <a:ea typeface="Aptos"/>
                <a:cs typeface="Aptos"/>
              </a:defRPr>
            </a:pPr>
            <a:r>
              <a:rPr sz="1200" b="1">
                <a:solidFill>
                  <a:srgbClr val="B86A09"/>
                </a:solidFill>
                <a:latin typeface="Aptos"/>
                <a:ea typeface="Aptos"/>
                <a:cs typeface="Aptos"/>
              </a:rPr>
              <a:t>БЕЗБЕДНОСНА ГРАНИЦА</a:t>
            </a:r>
          </a:p>
        </p:txBody>
      </p:sp>
      <p:sp>
        <p:nvSpPr>
          <p:cNvPr id="18" name="Rectangle 17">
            <a:extLst xmlns:a="http://schemas.openxmlformats.org/drawingml/2006/main">
              <a:ext uri="{FF2B5EF4-FFF2-40B4-BE49-F238E27FC236}">
                <a16:creationId xmlns:a16="http://schemas.microsoft.com/office/drawing/2014/main" id="{8A6E50A8-624C-4862-BC13-D36B077D74E6}"/>
              </a:ext>
            </a:extLst>
          </p:cNvPr>
          <p:cNvSpPr>
            <a:spLocks xmlns:a="http://schemas.openxmlformats.org/drawingml/2006/main" noGrp="1"/>
          </p:cNvSpPr>
          <p:nvPr/>
        </p:nvSpPr>
        <p:spPr>
          <a:xfrm xmlns:a="http://schemas.openxmlformats.org/drawingml/2006/main">
            <a:off x="8077200" y="4619625"/>
            <a:ext cx="32956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l">
              <a:lnSpc>
                <a:spcPct val="102000"/>
              </a:lnSpc>
              <a:buNone/>
              <a:defRPr sz="1275" b="1">
                <a:solidFill>
                  <a:srgbClr val="1A202C"/>
                </a:solidFill>
                <a:latin typeface="Aptos"/>
                <a:ea typeface="Aptos"/>
                <a:cs typeface="Aptos"/>
              </a:defRPr>
            </a:pPr>
            <a:r>
              <a:rPr sz="1275" b="1">
                <a:solidFill>
                  <a:srgbClr val="1A202C"/>
                </a:solidFill>
                <a:latin typeface="Aptos"/>
                <a:ea typeface="Aptos"/>
                <a:cs typeface="Aptos"/>
              </a:rPr>
              <a:t>Одбијање је експлицитан исход са разлогом који се може тестирати и објаснити.</a:t>
            </a:r>
          </a:p>
        </p:txBody>
      </p:sp>
    </p:spTree>
    <p:extLst>
      <p:ext uri="{BB962C8B-B14F-4D97-AF65-F5344CB8AC3E}">
        <p14:creationId xmlns:p14="http://schemas.microsoft.com/office/powerpoint/2010/main" val="1234008844"/>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Rectangle 18">
            <a:extLst xmlns:a="http://schemas.openxmlformats.org/drawingml/2006/main">
              <a:ext uri="{FF2B5EF4-FFF2-40B4-BE49-F238E27FC236}">
                <a16:creationId xmlns:a16="http://schemas.microsoft.com/office/drawing/2014/main" id="{BDA2C78E-58CC-4145-A296-C079110D934B}"/>
              </a:ext>
            </a:extLst>
          </p:cNvPr>
          <p:cNvSpPr>
            <a:spLocks xmlns:a="http://schemas.openxmlformats.org/drawingml/2006/main" noGrp="1"/>
          </p:cNvSpPr>
          <p:nvPr/>
        </p:nvSpPr>
        <p:spPr>
          <a:xfrm xmlns:a="http://schemas.openxmlformats.org/drawingml/2006/main">
            <a:off x="495300" y="238125"/>
            <a:ext cx="3429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825" b="0">
                <a:solidFill>
                  <a:srgbClr val="657184"/>
                </a:solidFill>
                <a:latin typeface="Aptos"/>
                <a:ea typeface="Aptos"/>
                <a:cs typeface="Aptos"/>
              </a:defRPr>
            </a:pPr>
            <a:r>
              <a:rPr sz="825" b="0">
                <a:solidFill>
                  <a:srgbClr val="5E6B7D"/>
                </a:solidFill>
                <a:latin typeface="Aptos"/>
                <a:ea typeface="Aptos"/>
                <a:cs typeface="Aptos"/>
              </a:rPr>
              <a:t>Основе информационе безбедности</a:t>
            </a:r>
          </a:p>
        </p:txBody>
      </p:sp>
      <p:sp>
        <p:nvSpPr>
          <p:cNvPr id="2" name="Straight Connector 1">
            <a:extLst xmlns:a="http://schemas.openxmlformats.org/drawingml/2006/main">
              <a:ext uri="{FF2B5EF4-FFF2-40B4-BE49-F238E27FC236}">
                <a16:creationId xmlns:a16="http://schemas.microsoft.com/office/drawing/2014/main" id="{8679B8C4-760C-4B82-B597-2DEA402C6E46}"/>
              </a:ext>
            </a:extLst>
          </p:cNvPr>
          <p:cNvSpPr>
            <a:spLocks xmlns:a="http://schemas.openxmlformats.org/drawingml/2006/main" noGrp="1"/>
          </p:cNvSpPr>
          <p:nvPr/>
        </p:nvSpPr>
        <p:spPr>
          <a:xfrm xmlns:a="http://schemas.openxmlformats.org/drawingml/2006/main">
            <a:off x="495300" y="476250"/>
            <a:ext cx="11201400" cy="9525"/>
          </a:xfrm>
          <a:prstGeom xmlns:a="http://schemas.openxmlformats.org/drawingml/2006/main" prst="line">
            <a:avLst/>
          </a:prstGeom>
          <a:solidFill xmlns:a="http://schemas.openxmlformats.org/drawingml/2006/main">
            <a:srgbClr val="8D5560"/>
          </a:solidFill>
          <a:ln xmlns:a="http://schemas.openxmlformats.org/drawingml/2006/main" w="7144">
            <a:solidFill>
              <a:srgbClr val="8D5560"/>
            </a:solidFill>
            <a:prstDash val="solid"/>
          </a:ln>
        </p:spPr>
      </p:sp>
      <p:sp>
        <p:nvSpPr>
          <p:cNvPr id="3" name="Rectangle 2">
            <a:extLst xmlns:a="http://schemas.openxmlformats.org/drawingml/2006/main">
              <a:ext uri="{FF2B5EF4-FFF2-40B4-BE49-F238E27FC236}">
                <a16:creationId xmlns:a16="http://schemas.microsoft.com/office/drawing/2014/main" id="{E4C54EFA-7DD2-4320-B3A7-D9C2BE81BE61}"/>
              </a:ext>
            </a:extLst>
          </p:cNvPr>
          <p:cNvSpPr>
            <a:spLocks xmlns:a="http://schemas.openxmlformats.org/drawingml/2006/main" noGrp="1"/>
          </p:cNvSpPr>
          <p:nvPr/>
        </p:nvSpPr>
        <p:spPr>
          <a:xfrm xmlns:a="http://schemas.openxmlformats.org/drawingml/2006/main">
            <a:off x="11372850" y="6477000"/>
            <a:ext cx="3238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r">
              <a:lnSpc>
                <a:spcPct val="102000"/>
              </a:lnSpc>
              <a:buNone/>
              <a:defRPr sz="975" b="0">
                <a:solidFill>
                  <a:srgbClr val="1A202C"/>
                </a:solidFill>
                <a:latin typeface="Aptos"/>
                <a:ea typeface="Aptos"/>
                <a:cs typeface="Aptos"/>
              </a:defRPr>
            </a:pPr>
            <a:r>
              <a:rPr sz="975" b="0">
                <a:solidFill>
                  <a:srgbClr val="1A202C"/>
                </a:solidFill>
                <a:latin typeface="Aptos"/>
                <a:ea typeface="Aptos"/>
                <a:cs typeface="Aptos"/>
              </a:rPr>
              <a:t>15</a:t>
            </a:r>
          </a:p>
        </p:txBody>
      </p:sp>
      <p:sp>
        <p:nvSpPr>
          <p:cNvPr id="4" name="Rectangle 3">
            <a:extLst xmlns:a="http://schemas.openxmlformats.org/drawingml/2006/main">
              <a:ext uri="{FF2B5EF4-FFF2-40B4-BE49-F238E27FC236}">
                <a16:creationId xmlns:a16="http://schemas.microsoft.com/office/drawing/2014/main" id="{DBE0A002-5E5F-4921-AA1B-00A5BCFECEE4}"/>
              </a:ext>
            </a:extLst>
          </p:cNvPr>
          <p:cNvSpPr>
            <a:spLocks xmlns:a="http://schemas.openxmlformats.org/drawingml/2006/main" noGrp="1"/>
          </p:cNvSpPr>
          <p:nvPr/>
        </p:nvSpPr>
        <p:spPr>
          <a:xfrm xmlns:a="http://schemas.openxmlformats.org/drawingml/2006/main">
            <a:off x="685800" y="781050"/>
            <a:ext cx="108204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2000"/>
              </a:lnSpc>
              <a:buNone/>
              <a:defRPr sz="2550" b="1">
                <a:solidFill>
                  <a:srgbClr val="1A202C"/>
                </a:solidFill>
                <a:latin typeface="Aptos Display"/>
                <a:ea typeface="Aptos Display"/>
                <a:cs typeface="Aptos Display"/>
              </a:defRPr>
            </a:pPr>
            <a:r>
              <a:rPr sz="2550" b="1">
                <a:solidFill>
                  <a:srgbClr val="1A202C"/>
                </a:solidFill>
                <a:latin typeface="Aptos Display"/>
                <a:ea typeface="Aptos Display"/>
                <a:cs typeface="Aptos Display"/>
              </a:rPr>
              <a:t>Иста улога, супротан контекст, друга одлука</a:t>
            </a:r>
          </a:p>
        </p:txBody>
      </p:sp>
      <p:sp>
        <p:nvSpPr>
          <p:cNvPr id="5" name="Rectangle 4">
            <a:extLst xmlns:a="http://schemas.openxmlformats.org/drawingml/2006/main">
              <a:ext uri="{FF2B5EF4-FFF2-40B4-BE49-F238E27FC236}">
                <a16:creationId xmlns:a16="http://schemas.microsoft.com/office/drawing/2014/main" id="{B3766A92-71F4-4EBA-B241-ECD05D1553EA}"/>
              </a:ext>
            </a:extLst>
          </p:cNvPr>
          <p:cNvSpPr>
            <a:spLocks xmlns:a="http://schemas.openxmlformats.org/drawingml/2006/main" noGrp="1"/>
          </p:cNvSpPr>
          <p:nvPr/>
        </p:nvSpPr>
        <p:spPr>
          <a:xfrm xmlns:a="http://schemas.openxmlformats.org/drawingml/2006/main">
            <a:off x="685800" y="1428750"/>
            <a:ext cx="108204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1575" b="0">
                <a:solidFill>
                  <a:srgbClr val="657184"/>
                </a:solidFill>
                <a:latin typeface="Aptos"/>
                <a:ea typeface="Aptos"/>
                <a:cs typeface="Aptos"/>
              </a:defRPr>
            </a:pPr>
            <a:r>
              <a:rPr sz="1575" b="0">
                <a:solidFill>
                  <a:srgbClr val="657184"/>
                </a:solidFill>
                <a:latin typeface="Aptos"/>
                <a:ea typeface="Aptos"/>
                <a:cs typeface="Aptos"/>
              </a:rPr>
              <a:t>Тест мења један атрибут контекста и очекује одлуку са стабилним разлогом.</a:t>
            </a:r>
          </a:p>
        </p:txBody>
      </p:sp>
      <p:sp>
        <p:nvSpPr>
          <p:cNvPr id="6" name="Rounded Rectangle 5">
            <a:extLst xmlns:a="http://schemas.openxmlformats.org/drawingml/2006/main">
              <a:ext uri="{FF2B5EF4-FFF2-40B4-BE49-F238E27FC236}">
                <a16:creationId xmlns:a16="http://schemas.microsoft.com/office/drawing/2014/main" id="{E881E8D3-9844-4FE9-9BE6-8A9ED93BE93C}"/>
              </a:ext>
            </a:extLst>
          </p:cNvPr>
          <p:cNvSpPr>
            <a:spLocks xmlns:a="http://schemas.openxmlformats.org/drawingml/2006/main" noGrp="1"/>
          </p:cNvSpPr>
          <p:nvPr/>
        </p:nvSpPr>
        <p:spPr>
          <a:xfrm xmlns:a="http://schemas.openxmlformats.org/drawingml/2006/main">
            <a:off x="666750" y="2095500"/>
            <a:ext cx="6858000" cy="2085975"/>
          </a:xfrm>
          <a:prstGeom xmlns:a="http://schemas.openxmlformats.org/drawingml/2006/main" prst="roundRect">
            <a:avLst>
              <a:gd name="adj" fmla="val 4566"/>
            </a:avLst>
          </a:prstGeom>
          <a:solidFill xmlns:a="http://schemas.openxmlformats.org/drawingml/2006/main">
            <a:srgbClr val="F4F6F7"/>
          </a:solidFill>
          <a:ln xmlns:a="http://schemas.openxmlformats.org/drawingml/2006/main" w="9525">
            <a:solidFill>
              <a:srgbClr val="CCD6DE"/>
            </a:solidFill>
            <a:prstDash val="solid"/>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ajor"/>
        </p:style>
      </p:sp>
      <p:sp>
        <p:nvSpPr>
          <p:cNvPr id="7" name="Straight Connector 6">
            <a:extLst xmlns:a="http://schemas.openxmlformats.org/drawingml/2006/main">
              <a:ext uri="{FF2B5EF4-FFF2-40B4-BE49-F238E27FC236}">
                <a16:creationId xmlns:a16="http://schemas.microsoft.com/office/drawing/2014/main" id="{EE4768AE-EDDF-43C4-8150-99EFD7D3275B}"/>
              </a:ext>
            </a:extLst>
          </p:cNvPr>
          <p:cNvSpPr>
            <a:spLocks xmlns:a="http://schemas.openxmlformats.org/drawingml/2006/main" noGrp="1"/>
          </p:cNvSpPr>
          <p:nvPr/>
        </p:nvSpPr>
        <p:spPr>
          <a:xfrm xmlns:a="http://schemas.openxmlformats.org/drawingml/2006/main">
            <a:off x="666750" y="2438400"/>
            <a:ext cx="6858000" cy="9525"/>
          </a:xfrm>
          <a:prstGeom xmlns:a="http://schemas.openxmlformats.org/drawingml/2006/main" prst="line">
            <a:avLst/>
          </a:prstGeom>
          <a:solidFill xmlns:a="http://schemas.openxmlformats.org/drawingml/2006/main">
            <a:srgbClr val="AFBEC9"/>
          </a:solidFill>
          <a:ln xmlns:a="http://schemas.openxmlformats.org/drawingml/2006/main" w="9525">
            <a:solidFill>
              <a:srgbClr val="AFBEC9"/>
            </a:solidFill>
            <a:prstDash val="solid"/>
          </a:ln>
        </p:spPr>
      </p:sp>
      <p:sp>
        <p:nvSpPr>
          <p:cNvPr id="8" name="Oval 7">
            <a:extLst xmlns:a="http://schemas.openxmlformats.org/drawingml/2006/main">
              <a:ext uri="{FF2B5EF4-FFF2-40B4-BE49-F238E27FC236}">
                <a16:creationId xmlns:a16="http://schemas.microsoft.com/office/drawing/2014/main" id="{4F0366FF-30E4-408A-BFF5-0D649C643938}"/>
              </a:ext>
            </a:extLst>
          </p:cNvPr>
          <p:cNvSpPr>
            <a:spLocks xmlns:a="http://schemas.openxmlformats.org/drawingml/2006/main" noGrp="1"/>
          </p:cNvSpPr>
          <p:nvPr/>
        </p:nvSpPr>
        <p:spPr>
          <a:xfrm xmlns:a="http://schemas.openxmlformats.org/drawingml/2006/main">
            <a:off x="6972300" y="2214563"/>
            <a:ext cx="85725" cy="85725"/>
          </a:xfrm>
          <a:prstGeom xmlns:a="http://schemas.openxmlformats.org/drawingml/2006/main" prst="ellipse">
            <a:avLst/>
          </a:prstGeom>
          <a:solidFill xmlns:a="http://schemas.openxmlformats.org/drawingml/2006/main">
            <a:srgbClr val="EF6A60"/>
          </a:solidFill>
          <a:ln xmlns:a="http://schemas.openxmlformats.org/drawingml/2006/main" w="0">
            <a:noFill/>
          </a:ln>
        </p:spPr>
      </p:sp>
      <p:sp>
        <p:nvSpPr>
          <p:cNvPr id="9" name="Oval 8">
            <a:extLst xmlns:a="http://schemas.openxmlformats.org/drawingml/2006/main">
              <a:ext uri="{FF2B5EF4-FFF2-40B4-BE49-F238E27FC236}">
                <a16:creationId xmlns:a16="http://schemas.microsoft.com/office/drawing/2014/main" id="{92687208-8930-4C9C-A0BE-74496F59EC59}"/>
              </a:ext>
            </a:extLst>
          </p:cNvPr>
          <p:cNvSpPr>
            <a:spLocks xmlns:a="http://schemas.openxmlformats.org/drawingml/2006/main" noGrp="1"/>
          </p:cNvSpPr>
          <p:nvPr/>
        </p:nvSpPr>
        <p:spPr>
          <a:xfrm xmlns:a="http://schemas.openxmlformats.org/drawingml/2006/main">
            <a:off x="7129463" y="2214563"/>
            <a:ext cx="85725" cy="85725"/>
          </a:xfrm>
          <a:prstGeom xmlns:a="http://schemas.openxmlformats.org/drawingml/2006/main" prst="ellipse">
            <a:avLst/>
          </a:prstGeom>
          <a:solidFill xmlns:a="http://schemas.openxmlformats.org/drawingml/2006/main">
            <a:srgbClr val="F2BD42"/>
          </a:solidFill>
          <a:ln xmlns:a="http://schemas.openxmlformats.org/drawingml/2006/main" w="0">
            <a:noFill/>
          </a:ln>
        </p:spPr>
      </p:sp>
      <p:sp>
        <p:nvSpPr>
          <p:cNvPr id="10" name="Oval 9">
            <a:extLst xmlns:a="http://schemas.openxmlformats.org/drawingml/2006/main">
              <a:ext uri="{FF2B5EF4-FFF2-40B4-BE49-F238E27FC236}">
                <a16:creationId xmlns:a16="http://schemas.microsoft.com/office/drawing/2014/main" id="{361AA65E-3784-44C5-B814-EB7BCE45DEF7}"/>
              </a:ext>
            </a:extLst>
          </p:cNvPr>
          <p:cNvSpPr>
            <a:spLocks xmlns:a="http://schemas.openxmlformats.org/drawingml/2006/main" noGrp="1"/>
          </p:cNvSpPr>
          <p:nvPr/>
        </p:nvSpPr>
        <p:spPr>
          <a:xfrm xmlns:a="http://schemas.openxmlformats.org/drawingml/2006/main">
            <a:off x="7286625" y="2214563"/>
            <a:ext cx="85725" cy="85725"/>
          </a:xfrm>
          <a:prstGeom xmlns:a="http://schemas.openxmlformats.org/drawingml/2006/main" prst="ellipse">
            <a:avLst/>
          </a:prstGeom>
          <a:solidFill xmlns:a="http://schemas.openxmlformats.org/drawingml/2006/main">
            <a:srgbClr val="65C466"/>
          </a:solidFill>
          <a:ln xmlns:a="http://schemas.openxmlformats.org/drawingml/2006/main" w="0">
            <a:noFill/>
          </a:ln>
        </p:spPr>
      </p:sp>
      <p:sp>
        <p:nvSpPr>
          <p:cNvPr id="11" name="Rectangle 10">
            <a:extLst xmlns:a="http://schemas.openxmlformats.org/drawingml/2006/main">
              <a:ext uri="{FF2B5EF4-FFF2-40B4-BE49-F238E27FC236}">
                <a16:creationId xmlns:a16="http://schemas.microsoft.com/office/drawing/2014/main" id="{DBA645F6-DA77-44FD-A9D6-AC1495C3A766}"/>
              </a:ext>
            </a:extLst>
          </p:cNvPr>
          <p:cNvSpPr>
            <a:spLocks xmlns:a="http://schemas.openxmlformats.org/drawingml/2006/main" noGrp="1"/>
          </p:cNvSpPr>
          <p:nvPr/>
        </p:nvSpPr>
        <p:spPr>
          <a:xfrm xmlns:a="http://schemas.openxmlformats.org/drawingml/2006/main">
            <a:off x="781050" y="2571750"/>
            <a:ext cx="304800" cy="3028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r">
              <a:lnSpc>
                <a:spcPct val="100000"/>
              </a:lnSpc>
              <a:buNone/>
              <a:defRPr sz="975" b="0">
                <a:solidFill>
                  <a:srgbClr val="8792A6"/>
                </a:solidFill>
                <a:latin typeface="Consolas"/>
                <a:ea typeface="Consolas"/>
                <a:cs typeface="Consolas"/>
              </a:defRPr>
            </a:pPr>
            <a:r>
              <a:rPr sz="975" b="0">
                <a:solidFill>
                  <a:srgbClr val="8792A6"/>
                </a:solidFill>
                <a:latin typeface="Consolas"/>
                <a:ea typeface="Consolas"/>
                <a:cs typeface="Consolas"/>
              </a:rPr>
              <a:t>1</a:t>
            </a:r>
          </a:p>
          <a:p xmlns:a="http://schemas.openxmlformats.org/drawingml/2006/main">
            <a:pPr algn="r">
              <a:lnSpc>
                <a:spcPct val="100000"/>
              </a:lnSpc>
              <a:buNone/>
              <a:defRPr sz="975" b="0">
                <a:solidFill>
                  <a:srgbClr val="8792A6"/>
                </a:solidFill>
                <a:latin typeface="Consolas"/>
                <a:ea typeface="Consolas"/>
                <a:cs typeface="Consolas"/>
              </a:defRPr>
            </a:pPr>
            <a:r>
              <a:rPr sz="975" b="0">
                <a:solidFill>
                  <a:srgbClr val="8792A6"/>
                </a:solidFill>
                <a:latin typeface="Consolas"/>
                <a:ea typeface="Consolas"/>
                <a:cs typeface="Consolas"/>
              </a:rPr>
              <a:t>2</a:t>
            </a:r>
          </a:p>
          <a:p xmlns:a="http://schemas.openxmlformats.org/drawingml/2006/main">
            <a:pPr algn="r">
              <a:lnSpc>
                <a:spcPct val="100000"/>
              </a:lnSpc>
              <a:buNone/>
              <a:defRPr sz="975" b="0">
                <a:solidFill>
                  <a:srgbClr val="8792A6"/>
                </a:solidFill>
                <a:latin typeface="Consolas"/>
                <a:ea typeface="Consolas"/>
                <a:cs typeface="Consolas"/>
              </a:defRPr>
            </a:pPr>
            <a:r>
              <a:rPr sz="975" b="0">
                <a:solidFill>
                  <a:srgbClr val="8792A6"/>
                </a:solidFill>
                <a:latin typeface="Consolas"/>
                <a:ea typeface="Consolas"/>
                <a:cs typeface="Consolas"/>
              </a:rPr>
              <a:t>3</a:t>
            </a:r>
          </a:p>
          <a:p xmlns:a="http://schemas.openxmlformats.org/drawingml/2006/main">
            <a:pPr algn="r">
              <a:lnSpc>
                <a:spcPct val="100000"/>
              </a:lnSpc>
              <a:buNone/>
              <a:defRPr sz="975" b="0">
                <a:solidFill>
                  <a:srgbClr val="8792A6"/>
                </a:solidFill>
                <a:latin typeface="Consolas"/>
                <a:ea typeface="Consolas"/>
                <a:cs typeface="Consolas"/>
              </a:defRPr>
            </a:pPr>
            <a:r>
              <a:rPr sz="975" b="0">
                <a:solidFill>
                  <a:srgbClr val="8792A6"/>
                </a:solidFill>
                <a:latin typeface="Consolas"/>
                <a:ea typeface="Consolas"/>
                <a:cs typeface="Consolas"/>
              </a:rPr>
              <a:t>4</a:t>
            </a:r>
          </a:p>
          <a:p xmlns:a="http://schemas.openxmlformats.org/drawingml/2006/main">
            <a:pPr algn="r">
              <a:lnSpc>
                <a:spcPct val="100000"/>
              </a:lnSpc>
              <a:buNone/>
              <a:defRPr sz="975" b="0">
                <a:solidFill>
                  <a:srgbClr val="8792A6"/>
                </a:solidFill>
                <a:latin typeface="Consolas"/>
                <a:ea typeface="Consolas"/>
                <a:cs typeface="Consolas"/>
              </a:defRPr>
            </a:pPr>
            <a:r>
              <a:rPr sz="975" b="0">
                <a:solidFill>
                  <a:srgbClr val="8792A6"/>
                </a:solidFill>
                <a:latin typeface="Consolas"/>
                <a:ea typeface="Consolas"/>
                <a:cs typeface="Consolas"/>
              </a:rPr>
              <a:t>5</a:t>
            </a:r>
          </a:p>
          <a:p xmlns:a="http://schemas.openxmlformats.org/drawingml/2006/main">
            <a:pPr algn="r">
              <a:lnSpc>
                <a:spcPct val="100000"/>
              </a:lnSpc>
              <a:buNone/>
              <a:defRPr sz="975" b="0">
                <a:solidFill>
                  <a:srgbClr val="8792A6"/>
                </a:solidFill>
                <a:latin typeface="Consolas"/>
                <a:ea typeface="Consolas"/>
                <a:cs typeface="Consolas"/>
              </a:defRPr>
            </a:pPr>
            <a:r>
              <a:rPr sz="975" b="0">
                <a:solidFill>
                  <a:srgbClr val="8792A6"/>
                </a:solidFill>
                <a:latin typeface="Consolas"/>
                <a:ea typeface="Consolas"/>
                <a:cs typeface="Consolas"/>
              </a:rPr>
              <a:t>6</a:t>
            </a:r>
          </a:p>
          <a:p xmlns:a="http://schemas.openxmlformats.org/drawingml/2006/main">
            <a:pPr algn="r">
              <a:lnSpc>
                <a:spcPct val="100000"/>
              </a:lnSpc>
              <a:buNone/>
              <a:defRPr sz="975" b="0">
                <a:solidFill>
                  <a:srgbClr val="8792A6"/>
                </a:solidFill>
                <a:latin typeface="Consolas"/>
                <a:ea typeface="Consolas"/>
                <a:cs typeface="Consolas"/>
              </a:defRPr>
            </a:pPr>
            <a:r>
              <a:rPr sz="975" b="0">
                <a:solidFill>
                  <a:srgbClr val="8792A6"/>
                </a:solidFill>
                <a:latin typeface="Consolas"/>
                <a:ea typeface="Consolas"/>
                <a:cs typeface="Consolas"/>
              </a:rPr>
              <a:t>7</a:t>
            </a:r>
          </a:p>
          <a:p xmlns:a="http://schemas.openxmlformats.org/drawingml/2006/main">
            <a:pPr algn="r">
              <a:lnSpc>
                <a:spcPct val="100000"/>
              </a:lnSpc>
              <a:buNone/>
              <a:defRPr sz="975" b="0">
                <a:solidFill>
                  <a:srgbClr val="8792A6"/>
                </a:solidFill>
                <a:latin typeface="Consolas"/>
                <a:ea typeface="Consolas"/>
                <a:cs typeface="Consolas"/>
              </a:defRPr>
            </a:pPr>
            <a:r>
              <a:rPr sz="975" b="0">
                <a:solidFill>
                  <a:srgbClr val="8792A6"/>
                </a:solidFill>
                <a:latin typeface="Consolas"/>
                <a:ea typeface="Consolas"/>
                <a:cs typeface="Consolas"/>
              </a:rPr>
              <a:t>8</a:t>
            </a:r>
          </a:p>
          <a:p xmlns:a="http://schemas.openxmlformats.org/drawingml/2006/main">
            <a:pPr algn="r">
              <a:lnSpc>
                <a:spcPct val="100000"/>
              </a:lnSpc>
              <a:buNone/>
              <a:defRPr sz="975" b="0">
                <a:solidFill>
                  <a:srgbClr val="8792A6"/>
                </a:solidFill>
                <a:latin typeface="Consolas"/>
                <a:ea typeface="Consolas"/>
                <a:cs typeface="Consolas"/>
              </a:defRPr>
            </a:pPr>
            <a:r>
              <a:rPr sz="975" b="0">
                <a:solidFill>
                  <a:srgbClr val="8792A6"/>
                </a:solidFill>
                <a:latin typeface="Consolas"/>
                <a:ea typeface="Consolas"/>
                <a:cs typeface="Consolas"/>
              </a:rPr>
              <a:t>9</a:t>
            </a:r>
          </a:p>
        </p:txBody>
      </p:sp>
      <p:sp>
        <p:nvSpPr>
          <p:cNvPr id="12" name="Rectangle 11">
            <a:extLst xmlns:a="http://schemas.openxmlformats.org/drawingml/2006/main">
              <a:ext uri="{FF2B5EF4-FFF2-40B4-BE49-F238E27FC236}">
                <a16:creationId xmlns:a16="http://schemas.microsoft.com/office/drawing/2014/main" id="{D0C2B0C3-BE4A-47AB-B6D2-C4F9306B3E63}"/>
              </a:ext>
            </a:extLst>
          </p:cNvPr>
          <p:cNvSpPr>
            <a:spLocks xmlns:a="http://schemas.openxmlformats.org/drawingml/2006/main" noGrp="1"/>
          </p:cNvSpPr>
          <p:nvPr/>
        </p:nvSpPr>
        <p:spPr>
          <a:xfrm xmlns:a="http://schemas.openxmlformats.org/drawingml/2006/main">
            <a:off x="1200150" y="2571750"/>
            <a:ext cx="6153150" cy="3028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buNone/>
              <a:defRPr sz="1050">
                <a:solidFill>
                  <a:srgbClr val="263044"/>
                </a:solidFill>
                <a:latin typeface="Consolas"/>
                <a:ea typeface="Consolas"/>
                <a:cs typeface="Consolas"/>
              </a:defRPr>
            </a:pPr>
            <a:r>
              <a:rPr b="0">
                <a:solidFill>
                  <a:srgbClr val="263044"/>
                </a:solidFill>
              </a:rPr>
              <a:t>[</a:t>
            </a:r>
            <a:r>
              <a:rPr b="0">
                <a:solidFill>
                  <a:srgbClr val="7651D4"/>
                </a:solidFill>
              </a:rPr>
              <a:t>Theory</a:t>
            </a:r>
            <a:r>
              <a:rPr b="0">
                <a:solidFill>
                  <a:srgbClr val="263044"/>
                </a:solidFill>
              </a:rPr>
              <a:t>]</a:t>
            </a:r>
          </a:p>
          <a:p xmlns:a="http://schemas.openxmlformats.org/drawingml/2006/main">
            <a:pPr>
              <a:buNone/>
              <a:defRPr sz="1050">
                <a:solidFill>
                  <a:srgbClr val="263044"/>
                </a:solidFill>
                <a:latin typeface="Consolas"/>
                <a:ea typeface="Consolas"/>
                <a:cs typeface="Consolas"/>
              </a:defRPr>
            </a:pPr>
            <a:r>
              <a:rPr b="0">
                <a:solidFill>
                  <a:srgbClr val="263044"/>
                </a:solidFill>
              </a:rPr>
              <a:t>[</a:t>
            </a:r>
            <a:r>
              <a:rPr b="0">
                <a:solidFill>
                  <a:srgbClr val="7651D4"/>
                </a:solidFill>
              </a:rPr>
              <a:t>InlineData</a:t>
            </a:r>
            <a:r>
              <a:rPr b="0">
                <a:solidFill>
                  <a:srgbClr val="263044"/>
                </a:solidFill>
              </a:rPr>
              <a:t>(</a:t>
            </a:r>
            <a:r>
              <a:rPr b="1">
                <a:solidFill>
                  <a:srgbClr val="0969C3"/>
                </a:solidFill>
              </a:rPr>
              <a:t>false</a:t>
            </a:r>
            <a:r>
              <a:rPr b="0">
                <a:solidFill>
                  <a:srgbClr val="263044"/>
                </a:solidFill>
              </a:rPr>
              <a:t>, </a:t>
            </a:r>
            <a:r>
              <a:rPr b="0">
                <a:solidFill>
                  <a:srgbClr val="B45309"/>
                </a:solidFill>
              </a:rPr>
              <a:t>"device"</a:t>
            </a:r>
            <a:r>
              <a:rPr b="0">
                <a:solidFill>
                  <a:srgbClr val="263044"/>
                </a:solidFill>
              </a:rPr>
              <a:t>)]</a:t>
            </a:r>
          </a:p>
          <a:p xmlns:a="http://schemas.openxmlformats.org/drawingml/2006/main">
            <a:pPr>
              <a:buNone/>
              <a:defRPr sz="1050">
                <a:solidFill>
                  <a:srgbClr val="263044"/>
                </a:solidFill>
                <a:latin typeface="Consolas"/>
                <a:ea typeface="Consolas"/>
                <a:cs typeface="Consolas"/>
              </a:defRPr>
            </a:pPr>
            <a:r>
              <a:rPr b="0">
                <a:solidFill>
                  <a:srgbClr val="263044"/>
                </a:solidFill>
              </a:rPr>
              <a:t>[</a:t>
            </a:r>
            <a:r>
              <a:rPr b="0">
                <a:solidFill>
                  <a:srgbClr val="7651D4"/>
                </a:solidFill>
              </a:rPr>
              <a:t>InlineData</a:t>
            </a:r>
            <a:r>
              <a:rPr b="0">
                <a:solidFill>
                  <a:srgbClr val="263044"/>
                </a:solidFill>
              </a:rPr>
              <a:t>(</a:t>
            </a:r>
            <a:r>
              <a:rPr b="1">
                <a:solidFill>
                  <a:srgbClr val="0969C3"/>
                </a:solidFill>
              </a:rPr>
              <a:t>true</a:t>
            </a:r>
            <a:r>
              <a:rPr b="0">
                <a:solidFill>
                  <a:srgbClr val="263044"/>
                </a:solidFill>
              </a:rPr>
              <a:t>, </a:t>
            </a:r>
            <a:r>
              <a:rPr b="0">
                <a:solidFill>
                  <a:srgbClr val="B45309"/>
                </a:solidFill>
              </a:rPr>
              <a:t>"assignment"</a:t>
            </a:r>
            <a:r>
              <a:rPr b="0">
                <a:solidFill>
                  <a:srgbClr val="263044"/>
                </a:solidFill>
              </a:rPr>
              <a:t>)]</a:t>
            </a:r>
          </a:p>
          <a:p xmlns:a="http://schemas.openxmlformats.org/drawingml/2006/main">
            <a:pPr>
              <a:buNone/>
              <a:defRPr sz="1050">
                <a:solidFill>
                  <a:srgbClr val="263044"/>
                </a:solidFill>
                <a:latin typeface="Consolas"/>
                <a:ea typeface="Consolas"/>
                <a:cs typeface="Consolas"/>
              </a:defRPr>
            </a:pPr>
            <a:r>
              <a:rPr b="1">
                <a:solidFill>
                  <a:srgbClr val="0969C3"/>
                </a:solidFill>
              </a:rPr>
              <a:t>public</a:t>
            </a:r>
            <a:r>
              <a:rPr b="0">
                <a:solidFill>
                  <a:srgbClr val="263044"/>
                </a:solidFill>
              </a:rPr>
              <a:t> </a:t>
            </a:r>
            <a:r>
              <a:rPr b="1">
                <a:solidFill>
                  <a:srgbClr val="0969C3"/>
                </a:solidFill>
              </a:rPr>
              <a:t>void</a:t>
            </a:r>
            <a:r>
              <a:rPr b="0">
                <a:solidFill>
                  <a:srgbClr val="263044"/>
                </a:solidFill>
              </a:rPr>
              <a:t> </a:t>
            </a:r>
            <a:r>
              <a:rPr b="0">
                <a:solidFill>
                  <a:srgbClr val="7651D4"/>
                </a:solidFill>
              </a:rPr>
              <a:t>Context_changes_the_same_roles_decision</a:t>
            </a:r>
            <a:r>
              <a:rPr b="0">
                <a:solidFill>
                  <a:srgbClr val="263044"/>
                </a:solidFill>
              </a:rPr>
              <a:t>(</a:t>
            </a:r>
            <a:r>
              <a:rPr b="1">
                <a:solidFill>
                  <a:srgbClr val="0969C3"/>
                </a:solidFill>
              </a:rPr>
              <a:t>bool</a:t>
            </a:r>
            <a:r>
              <a:rPr b="0">
                <a:solidFill>
                  <a:srgbClr val="263044"/>
                </a:solidFill>
              </a:rPr>
              <a:t> managed, </a:t>
            </a:r>
            <a:r>
              <a:rPr b="1">
                <a:solidFill>
                  <a:srgbClr val="0969C3"/>
                </a:solidFill>
              </a:rPr>
              <a:t>string</a:t>
            </a:r>
            <a:r>
              <a:rPr b="0">
                <a:solidFill>
                  <a:srgbClr val="263044"/>
                </a:solidFill>
              </a:rPr>
              <a:t> reason)</a:t>
            </a:r>
          </a:p>
          <a:p xmlns:a="http://schemas.openxmlformats.org/drawingml/2006/main">
            <a:pPr>
              <a:buNone/>
              <a:defRPr sz="1050">
                <a:solidFill>
                  <a:srgbClr val="263044"/>
                </a:solidFill>
                <a:latin typeface="Consolas"/>
                <a:ea typeface="Consolas"/>
                <a:cs typeface="Consolas"/>
              </a:defRPr>
            </a:pPr>
            <a:r>
              <a:rPr b="0">
                <a:solidFill>
                  <a:srgbClr val="263044"/>
                </a:solidFill>
              </a:rPr>
              <a:t>{</a:t>
            </a:r>
          </a:p>
          <a:p xmlns:a="http://schemas.openxmlformats.org/drawingml/2006/main">
            <a:pPr>
              <a:buNone/>
              <a:defRPr sz="1050">
                <a:solidFill>
                  <a:srgbClr val="263044"/>
                </a:solidFill>
                <a:latin typeface="Consolas"/>
                <a:ea typeface="Consolas"/>
                <a:cs typeface="Consolas"/>
              </a:defRPr>
            </a:pPr>
            <a:r>
              <a:rPr b="0">
                <a:solidFill>
                  <a:srgbClr val="263044"/>
                </a:solidFill>
              </a:rPr>
              <a:t>    </a:t>
            </a:r>
            <a:r>
              <a:rPr b="1">
                <a:solidFill>
                  <a:srgbClr val="0969C3"/>
                </a:solidFill>
              </a:rPr>
              <a:t>var</a:t>
            </a:r>
            <a:r>
              <a:rPr b="0">
                <a:solidFill>
                  <a:srgbClr val="263044"/>
                </a:solidFill>
              </a:rPr>
              <a:t> ctx = </a:t>
            </a:r>
            <a:r>
              <a:rPr b="0">
                <a:solidFill>
                  <a:srgbClr val="7651D4"/>
                </a:solidFill>
              </a:rPr>
              <a:t>Context</a:t>
            </a:r>
            <a:r>
              <a:rPr b="0">
                <a:solidFill>
                  <a:srgbClr val="263044"/>
                </a:solidFill>
              </a:rPr>
              <a:t>.</a:t>
            </a:r>
            <a:r>
              <a:rPr b="0">
                <a:solidFill>
                  <a:srgbClr val="7651D4"/>
                </a:solidFill>
              </a:rPr>
              <a:t>For</a:t>
            </a:r>
            <a:r>
              <a:rPr b="0">
                <a:solidFill>
                  <a:srgbClr val="263044"/>
                </a:solidFill>
              </a:rPr>
              <a:t>(managed, assigned: </a:t>
            </a:r>
            <a:r>
              <a:rPr b="1">
                <a:solidFill>
                  <a:srgbClr val="0969C3"/>
                </a:solidFill>
              </a:rPr>
              <a:t>false</a:t>
            </a:r>
            <a:r>
              <a:rPr b="0">
                <a:solidFill>
                  <a:srgbClr val="263044"/>
                </a:solidFill>
              </a:rPr>
              <a:t>);</a:t>
            </a:r>
          </a:p>
          <a:p xmlns:a="http://schemas.openxmlformats.org/drawingml/2006/main">
            <a:pPr>
              <a:buNone/>
              <a:defRPr sz="1050">
                <a:solidFill>
                  <a:srgbClr val="263044"/>
                </a:solidFill>
                <a:latin typeface="Consolas"/>
                <a:ea typeface="Consolas"/>
                <a:cs typeface="Consolas"/>
              </a:defRPr>
            </a:pPr>
            <a:r>
              <a:rPr b="0">
                <a:solidFill>
                  <a:srgbClr val="263044"/>
                </a:solidFill>
              </a:rPr>
              <a:t>    </a:t>
            </a:r>
            <a:r>
              <a:rPr b="1">
                <a:solidFill>
                  <a:srgbClr val="0969C3"/>
                </a:solidFill>
              </a:rPr>
              <a:t>var</a:t>
            </a:r>
            <a:r>
              <a:rPr b="0">
                <a:solidFill>
                  <a:srgbClr val="263044"/>
                </a:solidFill>
              </a:rPr>
              <a:t> result = policy.</a:t>
            </a:r>
            <a:r>
              <a:rPr b="0">
                <a:solidFill>
                  <a:srgbClr val="7651D4"/>
                </a:solidFill>
              </a:rPr>
              <a:t>CanApprove</a:t>
            </a:r>
            <a:r>
              <a:rPr b="0">
                <a:solidFill>
                  <a:srgbClr val="263044"/>
                </a:solidFill>
              </a:rPr>
              <a:t>(user, report, ctx);</a:t>
            </a:r>
          </a:p>
          <a:p xmlns:a="http://schemas.openxmlformats.org/drawingml/2006/main">
            <a:pPr>
              <a:buNone/>
              <a:defRPr sz="1050">
                <a:solidFill>
                  <a:srgbClr val="263044"/>
                </a:solidFill>
                <a:latin typeface="Consolas"/>
                <a:ea typeface="Consolas"/>
                <a:cs typeface="Consolas"/>
              </a:defRPr>
            </a:pPr>
            <a:r>
              <a:rPr b="0">
                <a:solidFill>
                  <a:srgbClr val="263044"/>
                </a:solidFill>
              </a:rPr>
              <a:t>    result.</a:t>
            </a:r>
            <a:r>
              <a:rPr b="0">
                <a:solidFill>
                  <a:srgbClr val="7651D4"/>
                </a:solidFill>
              </a:rPr>
              <a:t>Reason</a:t>
            </a:r>
            <a:r>
              <a:rPr b="0">
                <a:solidFill>
                  <a:srgbClr val="263044"/>
                </a:solidFill>
              </a:rPr>
              <a:t>.</a:t>
            </a:r>
            <a:r>
              <a:rPr b="0">
                <a:solidFill>
                  <a:srgbClr val="7651D4"/>
                </a:solidFill>
              </a:rPr>
              <a:t>Should</a:t>
            </a:r>
            <a:r>
              <a:rPr b="0">
                <a:solidFill>
                  <a:srgbClr val="263044"/>
                </a:solidFill>
              </a:rPr>
              <a:t>().</a:t>
            </a:r>
            <a:r>
              <a:rPr b="0">
                <a:solidFill>
                  <a:srgbClr val="7651D4"/>
                </a:solidFill>
              </a:rPr>
              <a:t>Be</a:t>
            </a:r>
            <a:r>
              <a:rPr b="0">
                <a:solidFill>
                  <a:srgbClr val="263044"/>
                </a:solidFill>
              </a:rPr>
              <a:t>(reason);</a:t>
            </a:r>
          </a:p>
          <a:p xmlns:a="http://schemas.openxmlformats.org/drawingml/2006/main">
            <a:pPr>
              <a:buNone/>
              <a:defRPr sz="1050">
                <a:solidFill>
                  <a:srgbClr val="263044"/>
                </a:solidFill>
                <a:latin typeface="Consolas"/>
                <a:ea typeface="Consolas"/>
                <a:cs typeface="Consolas"/>
              </a:defRPr>
            </a:pPr>
            <a:r>
              <a:rPr b="0">
                <a:solidFill>
                  <a:srgbClr val="263044"/>
                </a:solidFill>
              </a:rPr>
              <a:t>}</a:t>
            </a:r>
          </a:p>
        </p:txBody>
      </p:sp>
      <p:sp>
        <p:nvSpPr>
          <p:cNvPr id="13" name="Rounded Rectangle 12">
            <a:extLst xmlns:a="http://schemas.openxmlformats.org/drawingml/2006/main">
              <a:ext uri="{FF2B5EF4-FFF2-40B4-BE49-F238E27FC236}">
                <a16:creationId xmlns:a16="http://schemas.microsoft.com/office/drawing/2014/main" id="{1C1B489E-1F7A-45F0-9835-0450A3FC3D30}"/>
              </a:ext>
            </a:extLst>
          </p:cNvPr>
          <p:cNvSpPr>
            <a:spLocks xmlns:a="http://schemas.openxmlformats.org/drawingml/2006/main" noGrp="1"/>
          </p:cNvSpPr>
          <p:nvPr/>
        </p:nvSpPr>
        <p:spPr>
          <a:xfrm xmlns:a="http://schemas.openxmlformats.org/drawingml/2006/main">
            <a:off x="7924800" y="2152650"/>
            <a:ext cx="3600450" cy="1809750"/>
          </a:xfrm>
          <a:prstGeom xmlns:a="http://schemas.openxmlformats.org/drawingml/2006/main" prst="roundRect">
            <a:avLst>
              <a:gd name="adj" fmla="val 7368"/>
            </a:avLst>
          </a:prstGeom>
          <a:solidFill xmlns:a="http://schemas.openxmlformats.org/drawingml/2006/main">
            <a:srgbClr val="EDF8F2"/>
          </a:solidFill>
          <a:ln xmlns:a="http://schemas.openxmlformats.org/drawingml/2006/main" w="9525">
            <a:solidFill>
              <a:srgbClr val="D7DEE8"/>
            </a:solidFill>
            <a:prstDash val="solid"/>
          </a:ln>
        </p:spPr>
      </p:sp>
      <p:sp>
        <p:nvSpPr>
          <p:cNvPr id="14" name="Rectangle 13">
            <a:extLst xmlns:a="http://schemas.openxmlformats.org/drawingml/2006/main">
              <a:ext uri="{FF2B5EF4-FFF2-40B4-BE49-F238E27FC236}">
                <a16:creationId xmlns:a16="http://schemas.microsoft.com/office/drawing/2014/main" id="{9CB2CCDC-648B-4365-A9D5-1306883F9A8D}"/>
              </a:ext>
            </a:extLst>
          </p:cNvPr>
          <p:cNvSpPr>
            <a:spLocks xmlns:a="http://schemas.openxmlformats.org/drawingml/2006/main" noGrp="1"/>
          </p:cNvSpPr>
          <p:nvPr/>
        </p:nvSpPr>
        <p:spPr>
          <a:xfrm xmlns:a="http://schemas.openxmlformats.org/drawingml/2006/main">
            <a:off x="8077200" y="2276475"/>
            <a:ext cx="32956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2000"/>
              </a:lnSpc>
              <a:buNone/>
              <a:defRPr sz="975" b="1">
                <a:solidFill>
                  <a:srgbClr val="138A5B"/>
                </a:solidFill>
                <a:latin typeface="Aptos"/>
                <a:ea typeface="Aptos"/>
                <a:cs typeface="Aptos"/>
              </a:defRPr>
            </a:pPr>
            <a:r>
              <a:rPr sz="1200" b="1">
                <a:solidFill>
                  <a:srgbClr val="138A5B"/>
                </a:solidFill>
                <a:latin typeface="Aptos"/>
                <a:ea typeface="Aptos"/>
                <a:cs typeface="Aptos"/>
              </a:rPr>
              <a:t>ДОКАЗ</a:t>
            </a:r>
          </a:p>
        </p:txBody>
      </p:sp>
      <p:sp>
        <p:nvSpPr>
          <p:cNvPr id="15" name="Rectangle 14">
            <a:extLst xmlns:a="http://schemas.openxmlformats.org/drawingml/2006/main">
              <a:ext uri="{FF2B5EF4-FFF2-40B4-BE49-F238E27FC236}">
                <a16:creationId xmlns:a16="http://schemas.microsoft.com/office/drawing/2014/main" id="{8D336ADC-6D14-4240-BB08-EA0A64BFA38E}"/>
              </a:ext>
            </a:extLst>
          </p:cNvPr>
          <p:cNvSpPr>
            <a:spLocks xmlns:a="http://schemas.openxmlformats.org/drawingml/2006/main" noGrp="1"/>
          </p:cNvSpPr>
          <p:nvPr/>
        </p:nvSpPr>
        <p:spPr>
          <a:xfrm xmlns:a="http://schemas.openxmlformats.org/drawingml/2006/main">
            <a:off x="8077200" y="2524125"/>
            <a:ext cx="329565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l">
              <a:lnSpc>
                <a:spcPct val="102000"/>
              </a:lnSpc>
              <a:buNone/>
              <a:defRPr sz="1350" b="1">
                <a:solidFill>
                  <a:srgbClr val="1A202C"/>
                </a:solidFill>
                <a:latin typeface="Aptos"/>
                <a:ea typeface="Aptos"/>
                <a:cs typeface="Aptos"/>
              </a:defRPr>
            </a:pPr>
            <a:r>
              <a:rPr sz="1350" b="1">
                <a:solidFill>
                  <a:srgbClr val="1A202C"/>
                </a:solidFill>
                <a:latin typeface="Aptos"/>
                <a:ea typeface="Aptos"/>
                <a:cs typeface="Aptos"/>
              </a:rPr>
              <a:t>Тестови морају показати који атрибут мења исход и који разлог систем бележи.</a:t>
            </a:r>
          </a:p>
        </p:txBody>
      </p:sp>
      <p:sp>
        <p:nvSpPr>
          <p:cNvPr id="16" name="Rounded Rectangle 15">
            <a:extLst xmlns:a="http://schemas.openxmlformats.org/drawingml/2006/main">
              <a:ext uri="{FF2B5EF4-FFF2-40B4-BE49-F238E27FC236}">
                <a16:creationId xmlns:a16="http://schemas.microsoft.com/office/drawing/2014/main" id="{8880C61E-E9C6-41B1-BD26-30CD118AA580}"/>
              </a:ext>
            </a:extLst>
          </p:cNvPr>
          <p:cNvSpPr>
            <a:spLocks xmlns:a="http://schemas.openxmlformats.org/drawingml/2006/main" noGrp="1"/>
          </p:cNvSpPr>
          <p:nvPr/>
        </p:nvSpPr>
        <p:spPr>
          <a:xfrm xmlns:a="http://schemas.openxmlformats.org/drawingml/2006/main">
            <a:off x="7924800" y="4248150"/>
            <a:ext cx="3600450" cy="1428750"/>
          </a:xfrm>
          <a:prstGeom xmlns:a="http://schemas.openxmlformats.org/drawingml/2006/main" prst="roundRect">
            <a:avLst>
              <a:gd name="adj" fmla="val 9333"/>
            </a:avLst>
          </a:prstGeom>
          <a:solidFill xmlns:a="http://schemas.openxmlformats.org/drawingml/2006/main">
            <a:srgbClr val="F7F4F5"/>
          </a:solidFill>
          <a:ln xmlns:a="http://schemas.openxmlformats.org/drawingml/2006/main" w="9525">
            <a:solidFill>
              <a:srgbClr val="D7DEE8"/>
            </a:solidFill>
            <a:prstDash val="solid"/>
          </a:ln>
        </p:spPr>
      </p:sp>
      <p:sp>
        <p:nvSpPr>
          <p:cNvPr id="17" name="Rectangle 16">
            <a:extLst xmlns:a="http://schemas.openxmlformats.org/drawingml/2006/main">
              <a:ext uri="{FF2B5EF4-FFF2-40B4-BE49-F238E27FC236}">
                <a16:creationId xmlns:a16="http://schemas.microsoft.com/office/drawing/2014/main" id="{59E6BB8D-DAD8-4BBF-8785-C26C4E8E94A6}"/>
              </a:ext>
            </a:extLst>
          </p:cNvPr>
          <p:cNvSpPr>
            <a:spLocks xmlns:a="http://schemas.openxmlformats.org/drawingml/2006/main" noGrp="1"/>
          </p:cNvSpPr>
          <p:nvPr/>
        </p:nvSpPr>
        <p:spPr>
          <a:xfrm xmlns:a="http://schemas.openxmlformats.org/drawingml/2006/main">
            <a:off x="8077200" y="4371975"/>
            <a:ext cx="32956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975" b="1">
                <a:solidFill>
                  <a:srgbClr val="7651D4"/>
                </a:solidFill>
                <a:latin typeface="Aptos"/>
                <a:ea typeface="Aptos"/>
                <a:cs typeface="Aptos"/>
              </a:defRPr>
            </a:pPr>
            <a:r>
              <a:rPr sz="1200" b="1">
                <a:solidFill>
                  <a:srgbClr val="7A2636"/>
                </a:solidFill>
                <a:latin typeface="Aptos"/>
                <a:ea typeface="Aptos"/>
                <a:cs typeface="Aptos"/>
              </a:rPr>
              <a:t>ОЧЕКИВАНИ ИСХОД</a:t>
            </a:r>
          </a:p>
        </p:txBody>
      </p:sp>
      <p:sp>
        <p:nvSpPr>
          <p:cNvPr id="18" name="Rectangle 17">
            <a:extLst xmlns:a="http://schemas.openxmlformats.org/drawingml/2006/main">
              <a:ext uri="{FF2B5EF4-FFF2-40B4-BE49-F238E27FC236}">
                <a16:creationId xmlns:a16="http://schemas.microsoft.com/office/drawing/2014/main" id="{DB752BD6-E8C4-4F5C-AA6D-78DCD6F696D9}"/>
              </a:ext>
            </a:extLst>
          </p:cNvPr>
          <p:cNvSpPr>
            <a:spLocks xmlns:a="http://schemas.openxmlformats.org/drawingml/2006/main" noGrp="1"/>
          </p:cNvSpPr>
          <p:nvPr/>
        </p:nvSpPr>
        <p:spPr>
          <a:xfrm xmlns:a="http://schemas.openxmlformats.org/drawingml/2006/main">
            <a:off x="8077200" y="4619625"/>
            <a:ext cx="32956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2000"/>
              </a:lnSpc>
              <a:buNone/>
              <a:defRPr sz="1275" b="1">
                <a:solidFill>
                  <a:srgbClr val="1A202C"/>
                </a:solidFill>
                <a:latin typeface="Aptos"/>
                <a:ea typeface="Aptos"/>
                <a:cs typeface="Aptos"/>
              </a:defRPr>
            </a:pPr>
            <a:r>
              <a:rPr sz="1275" b="1">
                <a:solidFill>
                  <a:srgbClr val="1A202C"/>
                </a:solidFill>
                <a:latin typeface="Aptos"/>
                <a:ea typeface="Aptos"/>
                <a:cs typeface="Aptos"/>
              </a:rPr>
              <a:t>Тест мења једну чињеницу и очекује јасан, стабилан разлог одбијања.</a:t>
            </a:r>
          </a:p>
        </p:txBody>
      </p:sp>
    </p:spTree>
    <p:extLst>
      <p:ext uri="{BB962C8B-B14F-4D97-AF65-F5344CB8AC3E}">
        <p14:creationId xmlns:p14="http://schemas.microsoft.com/office/powerpoint/2010/main" val="1634511604"/>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1" name="Rectangle 20">
            <a:extLst xmlns:a="http://schemas.openxmlformats.org/drawingml/2006/main">
              <a:ext uri="{FF2B5EF4-FFF2-40B4-BE49-F238E27FC236}">
                <a16:creationId xmlns:a16="http://schemas.microsoft.com/office/drawing/2014/main" id="{1041D683-BBA4-4F40-A8DC-F43A2869A921}"/>
              </a:ext>
            </a:extLst>
          </p:cNvPr>
          <p:cNvSpPr>
            <a:spLocks xmlns:a="http://schemas.openxmlformats.org/drawingml/2006/main" noGrp="1"/>
          </p:cNvSpPr>
          <p:nvPr/>
        </p:nvSpPr>
        <p:spPr>
          <a:xfrm xmlns:a="http://schemas.openxmlformats.org/drawingml/2006/main">
            <a:off x="495300" y="238125"/>
            <a:ext cx="3429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825" b="0">
                <a:solidFill>
                  <a:srgbClr val="657184"/>
                </a:solidFill>
                <a:latin typeface="Aptos"/>
                <a:ea typeface="Aptos"/>
                <a:cs typeface="Aptos"/>
              </a:defRPr>
            </a:pPr>
            <a:r>
              <a:rPr sz="825" b="0">
                <a:solidFill>
                  <a:srgbClr val="5E6B7D"/>
                </a:solidFill>
                <a:latin typeface="Aptos"/>
                <a:ea typeface="Aptos"/>
                <a:cs typeface="Aptos"/>
              </a:rPr>
              <a:t>Основе информационе безбедности</a:t>
            </a:r>
          </a:p>
        </p:txBody>
      </p:sp>
      <p:sp>
        <p:nvSpPr>
          <p:cNvPr id="2" name="Straight Connector 1">
            <a:extLst xmlns:a="http://schemas.openxmlformats.org/drawingml/2006/main">
              <a:ext uri="{FF2B5EF4-FFF2-40B4-BE49-F238E27FC236}">
                <a16:creationId xmlns:a16="http://schemas.microsoft.com/office/drawing/2014/main" id="{28A638D4-31B8-44D5-8C7E-0AE409DB6622}"/>
              </a:ext>
            </a:extLst>
          </p:cNvPr>
          <p:cNvSpPr>
            <a:spLocks xmlns:a="http://schemas.openxmlformats.org/drawingml/2006/main" noGrp="1"/>
          </p:cNvSpPr>
          <p:nvPr/>
        </p:nvSpPr>
        <p:spPr>
          <a:xfrm xmlns:a="http://schemas.openxmlformats.org/drawingml/2006/main">
            <a:off x="495300" y="476250"/>
            <a:ext cx="11201400" cy="9525"/>
          </a:xfrm>
          <a:prstGeom xmlns:a="http://schemas.openxmlformats.org/drawingml/2006/main" prst="line">
            <a:avLst/>
          </a:prstGeom>
          <a:solidFill xmlns:a="http://schemas.openxmlformats.org/drawingml/2006/main">
            <a:srgbClr val="8D5560"/>
          </a:solidFill>
          <a:ln xmlns:a="http://schemas.openxmlformats.org/drawingml/2006/main" w="7144">
            <a:solidFill>
              <a:srgbClr val="8D5560"/>
            </a:solidFill>
            <a:prstDash val="solid"/>
          </a:ln>
        </p:spPr>
      </p:sp>
      <p:sp>
        <p:nvSpPr>
          <p:cNvPr id="3" name="Rectangle 2">
            <a:extLst xmlns:a="http://schemas.openxmlformats.org/drawingml/2006/main">
              <a:ext uri="{FF2B5EF4-FFF2-40B4-BE49-F238E27FC236}">
                <a16:creationId xmlns:a16="http://schemas.microsoft.com/office/drawing/2014/main" id="{FB5CEBEE-2537-400D-B5F8-16B711E25BC6}"/>
              </a:ext>
            </a:extLst>
          </p:cNvPr>
          <p:cNvSpPr>
            <a:spLocks xmlns:a="http://schemas.openxmlformats.org/drawingml/2006/main" noGrp="1"/>
          </p:cNvSpPr>
          <p:nvPr/>
        </p:nvSpPr>
        <p:spPr>
          <a:xfrm xmlns:a="http://schemas.openxmlformats.org/drawingml/2006/main">
            <a:off x="11372850" y="6477000"/>
            <a:ext cx="3238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r">
              <a:lnSpc>
                <a:spcPct val="102000"/>
              </a:lnSpc>
              <a:buNone/>
              <a:defRPr sz="975" b="0">
                <a:solidFill>
                  <a:srgbClr val="1A202C"/>
                </a:solidFill>
                <a:latin typeface="Aptos"/>
                <a:ea typeface="Aptos"/>
                <a:cs typeface="Aptos"/>
              </a:defRPr>
            </a:pPr>
            <a:r>
              <a:rPr sz="975" b="0">
                <a:solidFill>
                  <a:srgbClr val="1A202C"/>
                </a:solidFill>
                <a:latin typeface="Aptos"/>
                <a:ea typeface="Aptos"/>
                <a:cs typeface="Aptos"/>
              </a:rPr>
              <a:t>16</a:t>
            </a:r>
          </a:p>
        </p:txBody>
      </p:sp>
      <p:sp>
        <p:nvSpPr>
          <p:cNvPr id="4" name="Rectangle 3">
            <a:extLst xmlns:a="http://schemas.openxmlformats.org/drawingml/2006/main">
              <a:ext uri="{FF2B5EF4-FFF2-40B4-BE49-F238E27FC236}">
                <a16:creationId xmlns:a16="http://schemas.microsoft.com/office/drawing/2014/main" id="{4D4C32EC-5ACD-43A9-BC77-FCFA9136AB13}"/>
              </a:ext>
            </a:extLst>
          </p:cNvPr>
          <p:cNvSpPr>
            <a:spLocks xmlns:a="http://schemas.openxmlformats.org/drawingml/2006/main" noGrp="1"/>
          </p:cNvSpPr>
          <p:nvPr/>
        </p:nvSpPr>
        <p:spPr>
          <a:xfrm xmlns:a="http://schemas.openxmlformats.org/drawingml/2006/main">
            <a:off x="685800" y="781050"/>
            <a:ext cx="108204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2550" b="1">
                <a:solidFill>
                  <a:srgbClr val="1A202C"/>
                </a:solidFill>
                <a:latin typeface="Aptos Display"/>
                <a:ea typeface="Aptos Display"/>
                <a:cs typeface="Aptos Display"/>
              </a:defRPr>
            </a:pPr>
            <a:r>
              <a:rPr sz="2550" b="1">
                <a:solidFill>
                  <a:srgbClr val="1A202C"/>
                </a:solidFill>
                <a:latin typeface="Aptos Display"/>
                <a:ea typeface="Aptos Display"/>
                <a:cs typeface="Aptos Display"/>
              </a:rPr>
              <a:t>Садржај безбедносног записа</a:t>
            </a:r>
          </a:p>
        </p:txBody>
      </p:sp>
      <p:sp>
        <p:nvSpPr>
          <p:cNvPr id="5" name="Rectangle 4">
            <a:extLst xmlns:a="http://schemas.openxmlformats.org/drawingml/2006/main">
              <a:ext uri="{FF2B5EF4-FFF2-40B4-BE49-F238E27FC236}">
                <a16:creationId xmlns:a16="http://schemas.microsoft.com/office/drawing/2014/main" id="{62F9A81F-8560-439C-9426-D062008D01A9}"/>
              </a:ext>
            </a:extLst>
          </p:cNvPr>
          <p:cNvSpPr>
            <a:spLocks xmlns:a="http://schemas.openxmlformats.org/drawingml/2006/main" noGrp="1"/>
          </p:cNvSpPr>
          <p:nvPr/>
        </p:nvSpPr>
        <p:spPr>
          <a:xfrm xmlns:a="http://schemas.openxmlformats.org/drawingml/2006/main">
            <a:off x="685800" y="1428750"/>
            <a:ext cx="108204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1575" b="0">
                <a:solidFill>
                  <a:srgbClr val="657184"/>
                </a:solidFill>
                <a:latin typeface="Aptos"/>
                <a:ea typeface="Aptos"/>
                <a:cs typeface="Aptos"/>
              </a:defRPr>
            </a:pPr>
            <a:r>
              <a:rPr sz="1575" b="0">
                <a:solidFill>
                  <a:srgbClr val="657184"/>
                </a:solidFill>
                <a:latin typeface="Aptos"/>
                <a:ea typeface="Aptos"/>
                <a:cs typeface="Aptos"/>
              </a:rPr>
              <a:t>Запис садржи контекст потребан за реконструкцију одлуке, без тајни и непотребних личних података.</a:t>
            </a:r>
          </a:p>
        </p:txBody>
      </p:sp>
      <p:sp>
        <p:nvSpPr>
          <p:cNvPr id="6" name="Rounded Rectangle 5">
            <a:extLst xmlns:a="http://schemas.openxmlformats.org/drawingml/2006/main">
              <a:ext uri="{FF2B5EF4-FFF2-40B4-BE49-F238E27FC236}">
                <a16:creationId xmlns:a16="http://schemas.microsoft.com/office/drawing/2014/main" id="{4849686D-2C7F-4928-ACB9-C8A4D6D2983B}"/>
              </a:ext>
            </a:extLst>
          </p:cNvPr>
          <p:cNvSpPr>
            <a:spLocks xmlns:a="http://schemas.openxmlformats.org/drawingml/2006/main" noGrp="1"/>
          </p:cNvSpPr>
          <p:nvPr/>
        </p:nvSpPr>
        <p:spPr>
          <a:xfrm xmlns:a="http://schemas.openxmlformats.org/drawingml/2006/main">
            <a:off x="857250" y="2152650"/>
            <a:ext cx="5334000" cy="2028825"/>
          </a:xfrm>
          <a:prstGeom xmlns:a="http://schemas.openxmlformats.org/drawingml/2006/main" prst="roundRect">
            <a:avLst>
              <a:gd name="adj" fmla="val 4695"/>
            </a:avLst>
          </a:prstGeom>
          <a:solidFill xmlns:a="http://schemas.openxmlformats.org/drawingml/2006/main">
            <a:srgbClr val="F4F6F7"/>
          </a:solidFill>
          <a:ln xmlns:a="http://schemas.openxmlformats.org/drawingml/2006/main" w="9525">
            <a:solidFill>
              <a:srgbClr val="CCD6DE"/>
            </a:solidFill>
            <a:prstDash val="solid"/>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ajor"/>
        </p:style>
      </p:sp>
      <p:sp>
        <p:nvSpPr>
          <p:cNvPr id="7" name="Straight Connector 6">
            <a:extLst xmlns:a="http://schemas.openxmlformats.org/drawingml/2006/main">
              <a:ext uri="{FF2B5EF4-FFF2-40B4-BE49-F238E27FC236}">
                <a16:creationId xmlns:a16="http://schemas.microsoft.com/office/drawing/2014/main" id="{A57C5229-34DA-4764-96B2-EFD0E6DDD46E}"/>
              </a:ext>
            </a:extLst>
          </p:cNvPr>
          <p:cNvSpPr>
            <a:spLocks xmlns:a="http://schemas.openxmlformats.org/drawingml/2006/main" noGrp="1"/>
          </p:cNvSpPr>
          <p:nvPr/>
        </p:nvSpPr>
        <p:spPr>
          <a:xfrm xmlns:a="http://schemas.openxmlformats.org/drawingml/2006/main">
            <a:off x="857250" y="2495550"/>
            <a:ext cx="5334000" cy="9525"/>
          </a:xfrm>
          <a:prstGeom xmlns:a="http://schemas.openxmlformats.org/drawingml/2006/main" prst="line">
            <a:avLst/>
          </a:prstGeom>
          <a:solidFill xmlns:a="http://schemas.openxmlformats.org/drawingml/2006/main">
            <a:srgbClr val="AFBEC9"/>
          </a:solidFill>
          <a:ln xmlns:a="http://schemas.openxmlformats.org/drawingml/2006/main" w="9525">
            <a:solidFill>
              <a:srgbClr val="AFBEC9"/>
            </a:solidFill>
            <a:prstDash val="solid"/>
          </a:ln>
        </p:spPr>
      </p:sp>
      <p:sp>
        <p:nvSpPr>
          <p:cNvPr id="8" name="Oval 7">
            <a:extLst xmlns:a="http://schemas.openxmlformats.org/drawingml/2006/main">
              <a:ext uri="{FF2B5EF4-FFF2-40B4-BE49-F238E27FC236}">
                <a16:creationId xmlns:a16="http://schemas.microsoft.com/office/drawing/2014/main" id="{4EA69950-489B-4EBE-BA59-983F2F9611FC}"/>
              </a:ext>
            </a:extLst>
          </p:cNvPr>
          <p:cNvSpPr>
            <a:spLocks xmlns:a="http://schemas.openxmlformats.org/drawingml/2006/main" noGrp="1"/>
          </p:cNvSpPr>
          <p:nvPr/>
        </p:nvSpPr>
        <p:spPr>
          <a:xfrm xmlns:a="http://schemas.openxmlformats.org/drawingml/2006/main">
            <a:off x="5638800" y="2271713"/>
            <a:ext cx="85725" cy="85725"/>
          </a:xfrm>
          <a:prstGeom xmlns:a="http://schemas.openxmlformats.org/drawingml/2006/main" prst="ellipse">
            <a:avLst/>
          </a:prstGeom>
          <a:solidFill xmlns:a="http://schemas.openxmlformats.org/drawingml/2006/main">
            <a:srgbClr val="EF6A60"/>
          </a:solidFill>
          <a:ln xmlns:a="http://schemas.openxmlformats.org/drawingml/2006/main" w="0">
            <a:noFill/>
          </a:ln>
        </p:spPr>
      </p:sp>
      <p:sp>
        <p:nvSpPr>
          <p:cNvPr id="9" name="Oval 8">
            <a:extLst xmlns:a="http://schemas.openxmlformats.org/drawingml/2006/main">
              <a:ext uri="{FF2B5EF4-FFF2-40B4-BE49-F238E27FC236}">
                <a16:creationId xmlns:a16="http://schemas.microsoft.com/office/drawing/2014/main" id="{994B7455-596C-40B0-8B77-077410381CE1}"/>
              </a:ext>
            </a:extLst>
          </p:cNvPr>
          <p:cNvSpPr>
            <a:spLocks xmlns:a="http://schemas.openxmlformats.org/drawingml/2006/main" noGrp="1"/>
          </p:cNvSpPr>
          <p:nvPr/>
        </p:nvSpPr>
        <p:spPr>
          <a:xfrm xmlns:a="http://schemas.openxmlformats.org/drawingml/2006/main">
            <a:off x="5795963" y="2271713"/>
            <a:ext cx="85725" cy="85725"/>
          </a:xfrm>
          <a:prstGeom xmlns:a="http://schemas.openxmlformats.org/drawingml/2006/main" prst="ellipse">
            <a:avLst/>
          </a:prstGeom>
          <a:solidFill xmlns:a="http://schemas.openxmlformats.org/drawingml/2006/main">
            <a:srgbClr val="F2BD42"/>
          </a:solidFill>
          <a:ln xmlns:a="http://schemas.openxmlformats.org/drawingml/2006/main" w="0">
            <a:noFill/>
          </a:ln>
        </p:spPr>
      </p:sp>
      <p:sp>
        <p:nvSpPr>
          <p:cNvPr id="10" name="Oval 9">
            <a:extLst xmlns:a="http://schemas.openxmlformats.org/drawingml/2006/main">
              <a:ext uri="{FF2B5EF4-FFF2-40B4-BE49-F238E27FC236}">
                <a16:creationId xmlns:a16="http://schemas.microsoft.com/office/drawing/2014/main" id="{CA8AF702-4D5C-4A3B-AB9A-E935F5AE1CEB}"/>
              </a:ext>
            </a:extLst>
          </p:cNvPr>
          <p:cNvSpPr>
            <a:spLocks xmlns:a="http://schemas.openxmlformats.org/drawingml/2006/main" noGrp="1"/>
          </p:cNvSpPr>
          <p:nvPr/>
        </p:nvSpPr>
        <p:spPr>
          <a:xfrm xmlns:a="http://schemas.openxmlformats.org/drawingml/2006/main">
            <a:off x="5953125" y="2271713"/>
            <a:ext cx="85725" cy="85725"/>
          </a:xfrm>
          <a:prstGeom xmlns:a="http://schemas.openxmlformats.org/drawingml/2006/main" prst="ellipse">
            <a:avLst/>
          </a:prstGeom>
          <a:solidFill xmlns:a="http://schemas.openxmlformats.org/drawingml/2006/main">
            <a:srgbClr val="65C466"/>
          </a:solidFill>
          <a:ln xmlns:a="http://schemas.openxmlformats.org/drawingml/2006/main" w="0">
            <a:noFill/>
          </a:ln>
        </p:spPr>
      </p:sp>
      <p:sp>
        <p:nvSpPr>
          <p:cNvPr id="11" name="Rectangle 10">
            <a:extLst xmlns:a="http://schemas.openxmlformats.org/drawingml/2006/main">
              <a:ext uri="{FF2B5EF4-FFF2-40B4-BE49-F238E27FC236}">
                <a16:creationId xmlns:a16="http://schemas.microsoft.com/office/drawing/2014/main" id="{DF5B88ED-93D3-4357-A435-0EE6C3232CD0}"/>
              </a:ext>
            </a:extLst>
          </p:cNvPr>
          <p:cNvSpPr>
            <a:spLocks xmlns:a="http://schemas.openxmlformats.org/drawingml/2006/main" noGrp="1"/>
          </p:cNvSpPr>
          <p:nvPr/>
        </p:nvSpPr>
        <p:spPr>
          <a:xfrm xmlns:a="http://schemas.openxmlformats.org/drawingml/2006/main">
            <a:off x="971550" y="2628900"/>
            <a:ext cx="304800" cy="2533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r">
              <a:lnSpc>
                <a:spcPct val="100000"/>
              </a:lnSpc>
              <a:buNone/>
              <a:defRPr sz="1050" b="0">
                <a:solidFill>
                  <a:srgbClr val="8792A6"/>
                </a:solidFill>
                <a:latin typeface="Consolas"/>
                <a:ea typeface="Consolas"/>
                <a:cs typeface="Consolas"/>
              </a:defRPr>
            </a:pPr>
            <a:r>
              <a:rPr sz="1050" b="0">
                <a:solidFill>
                  <a:srgbClr val="8792A6"/>
                </a:solidFill>
                <a:latin typeface="Consolas"/>
                <a:ea typeface="Consolas"/>
                <a:cs typeface="Consolas"/>
              </a:rPr>
              <a:t>1</a:t>
            </a:r>
          </a:p>
          <a:p xmlns:a="http://schemas.openxmlformats.org/drawingml/2006/main">
            <a:pPr algn="r">
              <a:lnSpc>
                <a:spcPct val="100000"/>
              </a:lnSpc>
              <a:buNone/>
              <a:defRPr sz="1050" b="0">
                <a:solidFill>
                  <a:srgbClr val="8792A6"/>
                </a:solidFill>
                <a:latin typeface="Consolas"/>
                <a:ea typeface="Consolas"/>
                <a:cs typeface="Consolas"/>
              </a:defRPr>
            </a:pPr>
            <a:r>
              <a:rPr sz="1050" b="0">
                <a:solidFill>
                  <a:srgbClr val="8792A6"/>
                </a:solidFill>
                <a:latin typeface="Consolas"/>
                <a:ea typeface="Consolas"/>
                <a:cs typeface="Consolas"/>
              </a:rPr>
              <a:t>2</a:t>
            </a:r>
          </a:p>
          <a:p xmlns:a="http://schemas.openxmlformats.org/drawingml/2006/main">
            <a:pPr algn="r">
              <a:lnSpc>
                <a:spcPct val="100000"/>
              </a:lnSpc>
              <a:buNone/>
              <a:defRPr sz="1050" b="0">
                <a:solidFill>
                  <a:srgbClr val="8792A6"/>
                </a:solidFill>
                <a:latin typeface="Consolas"/>
                <a:ea typeface="Consolas"/>
                <a:cs typeface="Consolas"/>
              </a:defRPr>
            </a:pPr>
            <a:r>
              <a:rPr sz="1050" b="0">
                <a:solidFill>
                  <a:srgbClr val="8792A6"/>
                </a:solidFill>
                <a:latin typeface="Consolas"/>
                <a:ea typeface="Consolas"/>
                <a:cs typeface="Consolas"/>
              </a:rPr>
              <a:t>3</a:t>
            </a:r>
          </a:p>
          <a:p xmlns:a="http://schemas.openxmlformats.org/drawingml/2006/main">
            <a:pPr algn="r">
              <a:lnSpc>
                <a:spcPct val="100000"/>
              </a:lnSpc>
              <a:buNone/>
              <a:defRPr sz="1050" b="0">
                <a:solidFill>
                  <a:srgbClr val="8792A6"/>
                </a:solidFill>
                <a:latin typeface="Consolas"/>
                <a:ea typeface="Consolas"/>
                <a:cs typeface="Consolas"/>
              </a:defRPr>
            </a:pPr>
            <a:r>
              <a:rPr sz="1050" b="0">
                <a:solidFill>
                  <a:srgbClr val="8792A6"/>
                </a:solidFill>
                <a:latin typeface="Consolas"/>
                <a:ea typeface="Consolas"/>
                <a:cs typeface="Consolas"/>
              </a:rPr>
              <a:t>4</a:t>
            </a:r>
          </a:p>
          <a:p xmlns:a="http://schemas.openxmlformats.org/drawingml/2006/main">
            <a:pPr algn="r">
              <a:lnSpc>
                <a:spcPct val="100000"/>
              </a:lnSpc>
              <a:buNone/>
              <a:defRPr sz="1050" b="0">
                <a:solidFill>
                  <a:srgbClr val="8792A6"/>
                </a:solidFill>
                <a:latin typeface="Consolas"/>
                <a:ea typeface="Consolas"/>
                <a:cs typeface="Consolas"/>
              </a:defRPr>
            </a:pPr>
            <a:r>
              <a:rPr sz="1050" b="0">
                <a:solidFill>
                  <a:srgbClr val="8792A6"/>
                </a:solidFill>
                <a:latin typeface="Consolas"/>
                <a:ea typeface="Consolas"/>
                <a:cs typeface="Consolas"/>
              </a:rPr>
              <a:t>5</a:t>
            </a:r>
          </a:p>
          <a:p xmlns:a="http://schemas.openxmlformats.org/drawingml/2006/main">
            <a:pPr algn="r">
              <a:lnSpc>
                <a:spcPct val="100000"/>
              </a:lnSpc>
              <a:buNone/>
              <a:defRPr sz="1050" b="0">
                <a:solidFill>
                  <a:srgbClr val="8792A6"/>
                </a:solidFill>
                <a:latin typeface="Consolas"/>
                <a:ea typeface="Consolas"/>
                <a:cs typeface="Consolas"/>
              </a:defRPr>
            </a:pPr>
            <a:r>
              <a:rPr sz="1050" b="0">
                <a:solidFill>
                  <a:srgbClr val="8792A6"/>
                </a:solidFill>
                <a:latin typeface="Consolas"/>
                <a:ea typeface="Consolas"/>
                <a:cs typeface="Consolas"/>
              </a:rPr>
              <a:t>6</a:t>
            </a:r>
          </a:p>
          <a:p xmlns:a="http://schemas.openxmlformats.org/drawingml/2006/main">
            <a:pPr algn="r">
              <a:lnSpc>
                <a:spcPct val="100000"/>
              </a:lnSpc>
              <a:buNone/>
              <a:defRPr sz="1050" b="0">
                <a:solidFill>
                  <a:srgbClr val="8792A6"/>
                </a:solidFill>
                <a:latin typeface="Consolas"/>
                <a:ea typeface="Consolas"/>
                <a:cs typeface="Consolas"/>
              </a:defRPr>
            </a:pPr>
            <a:r>
              <a:rPr sz="1050" b="0">
                <a:solidFill>
                  <a:srgbClr val="8792A6"/>
                </a:solidFill>
                <a:latin typeface="Consolas"/>
                <a:ea typeface="Consolas"/>
                <a:cs typeface="Consolas"/>
              </a:rPr>
              <a:t>7</a:t>
            </a:r>
          </a:p>
          <a:p xmlns:a="http://schemas.openxmlformats.org/drawingml/2006/main">
            <a:pPr algn="r">
              <a:lnSpc>
                <a:spcPct val="100000"/>
              </a:lnSpc>
              <a:buNone/>
              <a:defRPr sz="1050" b="0">
                <a:solidFill>
                  <a:srgbClr val="8792A6"/>
                </a:solidFill>
                <a:latin typeface="Consolas"/>
                <a:ea typeface="Consolas"/>
                <a:cs typeface="Consolas"/>
              </a:defRPr>
            </a:pPr>
            <a:r>
              <a:rPr sz="1050" b="0">
                <a:solidFill>
                  <a:srgbClr val="8792A6"/>
                </a:solidFill>
                <a:latin typeface="Consolas"/>
                <a:ea typeface="Consolas"/>
                <a:cs typeface="Consolas"/>
              </a:rPr>
              <a:t>8</a:t>
            </a:r>
          </a:p>
        </p:txBody>
      </p:sp>
      <p:sp>
        <p:nvSpPr>
          <p:cNvPr id="12" name="Rectangle 11">
            <a:extLst xmlns:a="http://schemas.openxmlformats.org/drawingml/2006/main">
              <a:ext uri="{FF2B5EF4-FFF2-40B4-BE49-F238E27FC236}">
                <a16:creationId xmlns:a16="http://schemas.microsoft.com/office/drawing/2014/main" id="{1BC8CD9A-6E88-4D04-886A-E38D885F8216}"/>
              </a:ext>
            </a:extLst>
          </p:cNvPr>
          <p:cNvSpPr>
            <a:spLocks xmlns:a="http://schemas.openxmlformats.org/drawingml/2006/main" noGrp="1"/>
          </p:cNvSpPr>
          <p:nvPr/>
        </p:nvSpPr>
        <p:spPr>
          <a:xfrm xmlns:a="http://schemas.openxmlformats.org/drawingml/2006/main">
            <a:off x="1390650" y="2628900"/>
            <a:ext cx="4629150" cy="2533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buNone/>
              <a:defRPr sz="1125">
                <a:solidFill>
                  <a:srgbClr val="263044"/>
                </a:solidFill>
                <a:latin typeface="Consolas"/>
                <a:ea typeface="Consolas"/>
                <a:cs typeface="Consolas"/>
              </a:defRPr>
            </a:pPr>
            <a:r>
              <a:rPr b="0">
                <a:solidFill>
                  <a:srgbClr val="263044"/>
                </a:solidFill>
              </a:rPr>
              <a:t>{</a:t>
            </a:r>
          </a:p>
          <a:p xmlns:a="http://schemas.openxmlformats.org/drawingml/2006/main">
            <a:pPr>
              <a:buNone/>
              <a:defRPr sz="1125">
                <a:solidFill>
                  <a:srgbClr val="263044"/>
                </a:solidFill>
                <a:latin typeface="Consolas"/>
                <a:ea typeface="Consolas"/>
                <a:cs typeface="Consolas"/>
              </a:defRPr>
            </a:pPr>
            <a:r>
              <a:rPr b="0">
                <a:solidFill>
                  <a:srgbClr val="263044"/>
                </a:solidFill>
              </a:rPr>
              <a:t>  </a:t>
            </a:r>
            <a:r>
              <a:rPr b="0">
                <a:solidFill>
                  <a:srgbClr val="B45309"/>
                </a:solidFill>
              </a:rPr>
              <a:t>"riskId"</a:t>
            </a:r>
            <a:r>
              <a:rPr b="0">
                <a:solidFill>
                  <a:srgbClr val="263044"/>
                </a:solidFill>
              </a:rPr>
              <a:t>: </a:t>
            </a:r>
            <a:r>
              <a:rPr b="0">
                <a:solidFill>
                  <a:srgbClr val="B45309"/>
                </a:solidFill>
              </a:rPr>
              <a:t>"R-17"</a:t>
            </a:r>
            <a:r>
              <a:rPr b="0">
                <a:solidFill>
                  <a:srgbClr val="263044"/>
                </a:solidFill>
              </a:rPr>
              <a:t>,</a:t>
            </a:r>
          </a:p>
          <a:p xmlns:a="http://schemas.openxmlformats.org/drawingml/2006/main">
            <a:pPr>
              <a:buNone/>
              <a:defRPr sz="1125">
                <a:solidFill>
                  <a:srgbClr val="263044"/>
                </a:solidFill>
                <a:latin typeface="Consolas"/>
                <a:ea typeface="Consolas"/>
                <a:cs typeface="Consolas"/>
              </a:defRPr>
            </a:pPr>
            <a:r>
              <a:rPr b="0">
                <a:solidFill>
                  <a:srgbClr val="263044"/>
                </a:solidFill>
              </a:rPr>
              <a:t>  </a:t>
            </a:r>
            <a:r>
              <a:rPr b="0">
                <a:solidFill>
                  <a:srgbClr val="B45309"/>
                </a:solidFill>
              </a:rPr>
              <a:t>"asset"</a:t>
            </a:r>
            <a:r>
              <a:rPr b="0">
                <a:solidFill>
                  <a:srgbClr val="263044"/>
                </a:solidFill>
              </a:rPr>
              <a:t>: </a:t>
            </a:r>
            <a:r>
              <a:rPr b="0">
                <a:solidFill>
                  <a:srgbClr val="B45309"/>
                </a:solidFill>
              </a:rPr>
              <a:t>"incident-report"</a:t>
            </a:r>
            <a:r>
              <a:rPr b="0">
                <a:solidFill>
                  <a:srgbClr val="263044"/>
                </a:solidFill>
              </a:rPr>
              <a:t>,</a:t>
            </a:r>
          </a:p>
          <a:p xmlns:a="http://schemas.openxmlformats.org/drawingml/2006/main">
            <a:pPr>
              <a:buNone/>
              <a:defRPr sz="1125">
                <a:solidFill>
                  <a:srgbClr val="263044"/>
                </a:solidFill>
                <a:latin typeface="Consolas"/>
                <a:ea typeface="Consolas"/>
                <a:cs typeface="Consolas"/>
              </a:defRPr>
            </a:pPr>
            <a:r>
              <a:rPr b="0">
                <a:solidFill>
                  <a:srgbClr val="263044"/>
                </a:solidFill>
              </a:rPr>
              <a:t>  </a:t>
            </a:r>
            <a:r>
              <a:rPr b="0">
                <a:solidFill>
                  <a:srgbClr val="B45309"/>
                </a:solidFill>
              </a:rPr>
              <a:t>"owner"</a:t>
            </a:r>
            <a:r>
              <a:rPr b="0">
                <a:solidFill>
                  <a:srgbClr val="263044"/>
                </a:solidFill>
              </a:rPr>
              <a:t>: </a:t>
            </a:r>
            <a:r>
              <a:rPr b="0">
                <a:solidFill>
                  <a:srgbClr val="B45309"/>
                </a:solidFill>
              </a:rPr>
              <a:t>"operations-director"</a:t>
            </a:r>
            <a:r>
              <a:rPr b="0">
                <a:solidFill>
                  <a:srgbClr val="263044"/>
                </a:solidFill>
              </a:rPr>
              <a:t>,</a:t>
            </a:r>
          </a:p>
          <a:p xmlns:a="http://schemas.openxmlformats.org/drawingml/2006/main">
            <a:pPr>
              <a:buNone/>
              <a:defRPr sz="1125">
                <a:solidFill>
                  <a:srgbClr val="263044"/>
                </a:solidFill>
                <a:latin typeface="Consolas"/>
                <a:ea typeface="Consolas"/>
                <a:cs typeface="Consolas"/>
              </a:defRPr>
            </a:pPr>
            <a:r>
              <a:rPr b="0">
                <a:solidFill>
                  <a:srgbClr val="263044"/>
                </a:solidFill>
              </a:rPr>
              <a:t>  </a:t>
            </a:r>
            <a:r>
              <a:rPr b="0">
                <a:solidFill>
                  <a:srgbClr val="B45309"/>
                </a:solidFill>
              </a:rPr>
              <a:t>"residualRisk"</a:t>
            </a:r>
            <a:r>
              <a:rPr b="0">
                <a:solidFill>
                  <a:srgbClr val="263044"/>
                </a:solidFill>
              </a:rPr>
              <a:t>: </a:t>
            </a:r>
            <a:r>
              <a:rPr b="0">
                <a:solidFill>
                  <a:srgbClr val="B45309"/>
                </a:solidFill>
              </a:rPr>
              <a:t>"medium"</a:t>
            </a:r>
            <a:r>
              <a:rPr b="0">
                <a:solidFill>
                  <a:srgbClr val="263044"/>
                </a:solidFill>
              </a:rPr>
              <a:t>,</a:t>
            </a:r>
          </a:p>
          <a:p xmlns:a="http://schemas.openxmlformats.org/drawingml/2006/main">
            <a:pPr>
              <a:buNone/>
              <a:defRPr sz="1125">
                <a:solidFill>
                  <a:srgbClr val="263044"/>
                </a:solidFill>
                <a:latin typeface="Consolas"/>
                <a:ea typeface="Consolas"/>
                <a:cs typeface="Consolas"/>
              </a:defRPr>
            </a:pPr>
            <a:r>
              <a:rPr b="0">
                <a:solidFill>
                  <a:srgbClr val="263044"/>
                </a:solidFill>
              </a:rPr>
              <a:t>  </a:t>
            </a:r>
            <a:r>
              <a:rPr b="0">
                <a:solidFill>
                  <a:srgbClr val="B45309"/>
                </a:solidFill>
              </a:rPr>
              <a:t>"acceptedUntil"</a:t>
            </a:r>
            <a:r>
              <a:rPr b="0">
                <a:solidFill>
                  <a:srgbClr val="263044"/>
                </a:solidFill>
              </a:rPr>
              <a:t>: </a:t>
            </a:r>
            <a:r>
              <a:rPr b="0">
                <a:solidFill>
                  <a:srgbClr val="B45309"/>
                </a:solidFill>
              </a:rPr>
              <a:t>"2027-01-31"</a:t>
            </a:r>
            <a:r>
              <a:rPr b="0">
                <a:solidFill>
                  <a:srgbClr val="263044"/>
                </a:solidFill>
              </a:rPr>
              <a:t>,</a:t>
            </a:r>
          </a:p>
          <a:p xmlns:a="http://schemas.openxmlformats.org/drawingml/2006/main">
            <a:pPr>
              <a:buNone/>
              <a:defRPr sz="1125">
                <a:solidFill>
                  <a:srgbClr val="263044"/>
                </a:solidFill>
                <a:latin typeface="Consolas"/>
                <a:ea typeface="Consolas"/>
                <a:cs typeface="Consolas"/>
              </a:defRPr>
            </a:pPr>
            <a:r>
              <a:rPr b="0">
                <a:solidFill>
                  <a:srgbClr val="263044"/>
                </a:solidFill>
              </a:rPr>
              <a:t>  </a:t>
            </a:r>
            <a:r>
              <a:rPr b="0">
                <a:solidFill>
                  <a:srgbClr val="B45309"/>
                </a:solidFill>
              </a:rPr>
              <a:t>"nextReview"</a:t>
            </a:r>
            <a:r>
              <a:rPr b="0">
                <a:solidFill>
                  <a:srgbClr val="263044"/>
                </a:solidFill>
              </a:rPr>
              <a:t>: </a:t>
            </a:r>
            <a:r>
              <a:rPr b="0">
                <a:solidFill>
                  <a:srgbClr val="B45309"/>
                </a:solidFill>
              </a:rPr>
              <a:t>"2026-12-15"</a:t>
            </a:r>
          </a:p>
          <a:p xmlns:a="http://schemas.openxmlformats.org/drawingml/2006/main">
            <a:pPr>
              <a:buNone/>
              <a:defRPr sz="1125">
                <a:solidFill>
                  <a:srgbClr val="263044"/>
                </a:solidFill>
                <a:latin typeface="Consolas"/>
                <a:ea typeface="Consolas"/>
                <a:cs typeface="Consolas"/>
              </a:defRPr>
            </a:pPr>
            <a:r>
              <a:rPr b="0">
                <a:solidFill>
                  <a:srgbClr val="263044"/>
                </a:solidFill>
              </a:rPr>
              <a:t>}</a:t>
            </a:r>
          </a:p>
        </p:txBody>
      </p:sp>
      <p:sp>
        <p:nvSpPr>
          <p:cNvPr id="13" name="Rounded Rectangle 12">
            <a:extLst xmlns:a="http://schemas.openxmlformats.org/drawingml/2006/main">
              <a:ext uri="{FF2B5EF4-FFF2-40B4-BE49-F238E27FC236}">
                <a16:creationId xmlns:a16="http://schemas.microsoft.com/office/drawing/2014/main" id="{32B5BCAD-811F-4CA0-84A9-74C11F8C4059}"/>
              </a:ext>
            </a:extLst>
          </p:cNvPr>
          <p:cNvSpPr>
            <a:spLocks xmlns:a="http://schemas.openxmlformats.org/drawingml/2006/main" noGrp="1"/>
          </p:cNvSpPr>
          <p:nvPr/>
        </p:nvSpPr>
        <p:spPr>
          <a:xfrm xmlns:a="http://schemas.openxmlformats.org/drawingml/2006/main">
            <a:off x="6648450" y="2152650"/>
            <a:ext cx="4591050" cy="1352550"/>
          </a:xfrm>
          <a:prstGeom xmlns:a="http://schemas.openxmlformats.org/drawingml/2006/main" prst="roundRect">
            <a:avLst>
              <a:gd name="adj" fmla="val 9859"/>
            </a:avLst>
          </a:prstGeom>
          <a:solidFill xmlns:a="http://schemas.openxmlformats.org/drawingml/2006/main">
            <a:srgbClr val="EDF8F2"/>
          </a:solidFill>
          <a:ln xmlns:a="http://schemas.openxmlformats.org/drawingml/2006/main" w="9525">
            <a:solidFill>
              <a:srgbClr val="D7DEE8"/>
            </a:solidFill>
            <a:prstDash val="solid"/>
          </a:ln>
        </p:spPr>
      </p:sp>
      <p:sp>
        <p:nvSpPr>
          <p:cNvPr id="14" name="Rectangle 13">
            <a:extLst xmlns:a="http://schemas.openxmlformats.org/drawingml/2006/main">
              <a:ext uri="{FF2B5EF4-FFF2-40B4-BE49-F238E27FC236}">
                <a16:creationId xmlns:a16="http://schemas.microsoft.com/office/drawing/2014/main" id="{44D41DFB-B95F-43EA-AC39-C47E70B17E08}"/>
              </a:ext>
            </a:extLst>
          </p:cNvPr>
          <p:cNvSpPr>
            <a:spLocks xmlns:a="http://schemas.openxmlformats.org/drawingml/2006/main" noGrp="1"/>
          </p:cNvSpPr>
          <p:nvPr/>
        </p:nvSpPr>
        <p:spPr>
          <a:xfrm xmlns:a="http://schemas.openxmlformats.org/drawingml/2006/main">
            <a:off x="6800850" y="2276475"/>
            <a:ext cx="42862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2000"/>
              </a:lnSpc>
              <a:buNone/>
              <a:defRPr sz="975" b="1">
                <a:solidFill>
                  <a:srgbClr val="138A5B"/>
                </a:solidFill>
                <a:latin typeface="Aptos"/>
                <a:ea typeface="Aptos"/>
                <a:cs typeface="Aptos"/>
              </a:defRPr>
            </a:pPr>
            <a:r>
              <a:rPr sz="1200" b="1">
                <a:solidFill>
                  <a:srgbClr val="138A5B"/>
                </a:solidFill>
                <a:latin typeface="Aptos"/>
                <a:ea typeface="Aptos"/>
                <a:cs typeface="Aptos"/>
              </a:rPr>
              <a:t>ДОВОЉНО</a:t>
            </a:r>
          </a:p>
        </p:txBody>
      </p:sp>
      <p:sp>
        <p:nvSpPr>
          <p:cNvPr id="15" name="Rectangle 14">
            <a:extLst xmlns:a="http://schemas.openxmlformats.org/drawingml/2006/main">
              <a:ext uri="{FF2B5EF4-FFF2-40B4-BE49-F238E27FC236}">
                <a16:creationId xmlns:a16="http://schemas.microsoft.com/office/drawing/2014/main" id="{B6038C1C-012B-4DDC-B53B-1462337E8BB5}"/>
              </a:ext>
            </a:extLst>
          </p:cNvPr>
          <p:cNvSpPr>
            <a:spLocks xmlns:a="http://schemas.openxmlformats.org/drawingml/2006/main" noGrp="1"/>
          </p:cNvSpPr>
          <p:nvPr/>
        </p:nvSpPr>
        <p:spPr>
          <a:xfrm xmlns:a="http://schemas.openxmlformats.org/drawingml/2006/main">
            <a:off x="6800850" y="2524125"/>
            <a:ext cx="42862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l">
              <a:lnSpc>
                <a:spcPct val="102000"/>
              </a:lnSpc>
              <a:buNone/>
              <a:defRPr sz="1425" b="1">
                <a:solidFill>
                  <a:srgbClr val="1A202C"/>
                </a:solidFill>
                <a:latin typeface="Aptos"/>
                <a:ea typeface="Aptos"/>
                <a:cs typeface="Aptos"/>
              </a:defRPr>
            </a:pPr>
            <a:r>
              <a:rPr sz="1425" b="1">
                <a:solidFill>
                  <a:srgbClr val="1A202C"/>
                </a:solidFill>
                <a:latin typeface="Aptos"/>
                <a:ea typeface="Aptos"/>
                <a:cs typeface="Aptos"/>
              </a:rPr>
              <a:t>Актер, радња, циљ, исход и разлог</a:t>
            </a:r>
          </a:p>
        </p:txBody>
      </p:sp>
      <p:sp>
        <p:nvSpPr>
          <p:cNvPr id="16" name="Rectangle 15">
            <a:extLst xmlns:a="http://schemas.openxmlformats.org/drawingml/2006/main">
              <a:ext uri="{FF2B5EF4-FFF2-40B4-BE49-F238E27FC236}">
                <a16:creationId xmlns:a16="http://schemas.microsoft.com/office/drawing/2014/main" id="{8F21CD98-90A7-4A79-B4FF-FB812EC93109}"/>
              </a:ext>
            </a:extLst>
          </p:cNvPr>
          <p:cNvSpPr>
            <a:spLocks xmlns:a="http://schemas.openxmlformats.org/drawingml/2006/main" noGrp="1"/>
          </p:cNvSpPr>
          <p:nvPr/>
        </p:nvSpPr>
        <p:spPr>
          <a:xfrm xmlns:a="http://schemas.openxmlformats.org/drawingml/2006/main">
            <a:off x="6800850" y="2933700"/>
            <a:ext cx="42862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6000"/>
              </a:lnSpc>
              <a:buNone/>
              <a:defRPr sz="1200" b="0">
                <a:solidFill>
                  <a:srgbClr val="657184"/>
                </a:solidFill>
                <a:latin typeface="Aptos"/>
                <a:ea typeface="Aptos"/>
                <a:cs typeface="Aptos"/>
              </a:defRPr>
            </a:pPr>
            <a:r>
              <a:rPr sz="1350" b="0">
                <a:solidFill>
                  <a:srgbClr val="657184"/>
                </a:solidFill>
                <a:latin typeface="Aptos"/>
                <a:ea typeface="Aptos"/>
                <a:cs typeface="Aptos"/>
              </a:rPr>
              <a:t>Временска ознака и correlation ID повезују траг са остатком тока.</a:t>
            </a:r>
          </a:p>
        </p:txBody>
      </p:sp>
      <p:sp>
        <p:nvSpPr>
          <p:cNvPr id="17" name="Rounded Rectangle 16">
            <a:extLst xmlns:a="http://schemas.openxmlformats.org/drawingml/2006/main">
              <a:ext uri="{FF2B5EF4-FFF2-40B4-BE49-F238E27FC236}">
                <a16:creationId xmlns:a16="http://schemas.microsoft.com/office/drawing/2014/main" id="{BBDFCDBB-74D9-49FE-8321-F2C0D542E5B8}"/>
              </a:ext>
            </a:extLst>
          </p:cNvPr>
          <p:cNvSpPr>
            <a:spLocks xmlns:a="http://schemas.openxmlformats.org/drawingml/2006/main" noGrp="1"/>
          </p:cNvSpPr>
          <p:nvPr/>
        </p:nvSpPr>
        <p:spPr>
          <a:xfrm xmlns:a="http://schemas.openxmlformats.org/drawingml/2006/main">
            <a:off x="6648450" y="3867150"/>
            <a:ext cx="4591050" cy="1428750"/>
          </a:xfrm>
          <a:prstGeom xmlns:a="http://schemas.openxmlformats.org/drawingml/2006/main" prst="roundRect">
            <a:avLst>
              <a:gd name="adj" fmla="val 9333"/>
            </a:avLst>
          </a:prstGeom>
          <a:solidFill xmlns:a="http://schemas.openxmlformats.org/drawingml/2006/main">
            <a:srgbClr val="FFF0F0"/>
          </a:solidFill>
          <a:ln xmlns:a="http://schemas.openxmlformats.org/drawingml/2006/main" w="9525">
            <a:solidFill>
              <a:srgbClr val="D7DEE8"/>
            </a:solidFill>
            <a:prstDash val="solid"/>
          </a:ln>
        </p:spPr>
      </p:sp>
      <p:sp>
        <p:nvSpPr>
          <p:cNvPr id="18" name="Rectangle 17">
            <a:extLst xmlns:a="http://schemas.openxmlformats.org/drawingml/2006/main">
              <a:ext uri="{FF2B5EF4-FFF2-40B4-BE49-F238E27FC236}">
                <a16:creationId xmlns:a16="http://schemas.microsoft.com/office/drawing/2014/main" id="{11DDA1B1-BEC8-4250-AEE7-A9128AD475E9}"/>
              </a:ext>
            </a:extLst>
          </p:cNvPr>
          <p:cNvSpPr>
            <a:spLocks xmlns:a="http://schemas.openxmlformats.org/drawingml/2006/main" noGrp="1"/>
          </p:cNvSpPr>
          <p:nvPr/>
        </p:nvSpPr>
        <p:spPr>
          <a:xfrm xmlns:a="http://schemas.openxmlformats.org/drawingml/2006/main">
            <a:off x="6800850" y="3990975"/>
            <a:ext cx="42862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2000"/>
              </a:lnSpc>
              <a:buNone/>
              <a:defRPr sz="975" b="1">
                <a:solidFill>
                  <a:srgbClr val="C34747"/>
                </a:solidFill>
                <a:latin typeface="Aptos"/>
                <a:ea typeface="Aptos"/>
                <a:cs typeface="Aptos"/>
              </a:defRPr>
            </a:pPr>
            <a:r>
              <a:rPr sz="1200" b="1">
                <a:solidFill>
                  <a:srgbClr val="C34747"/>
                </a:solidFill>
                <a:latin typeface="Aptos"/>
                <a:ea typeface="Aptos"/>
                <a:cs typeface="Aptos"/>
              </a:rPr>
              <a:t>НЕ ПРИПАДА У ДОКАЗ</a:t>
            </a:r>
          </a:p>
        </p:txBody>
      </p:sp>
      <p:sp>
        <p:nvSpPr>
          <p:cNvPr id="19" name="Rectangle 18">
            <a:extLst xmlns:a="http://schemas.openxmlformats.org/drawingml/2006/main">
              <a:ext uri="{FF2B5EF4-FFF2-40B4-BE49-F238E27FC236}">
                <a16:creationId xmlns:a16="http://schemas.microsoft.com/office/drawing/2014/main" id="{E9D1C6BA-55E2-44AF-8775-10A69D51AFA3}"/>
              </a:ext>
            </a:extLst>
          </p:cNvPr>
          <p:cNvSpPr>
            <a:spLocks xmlns:a="http://schemas.openxmlformats.org/drawingml/2006/main" noGrp="1"/>
          </p:cNvSpPr>
          <p:nvPr/>
        </p:nvSpPr>
        <p:spPr>
          <a:xfrm xmlns:a="http://schemas.openxmlformats.org/drawingml/2006/main">
            <a:off x="6800850" y="4238625"/>
            <a:ext cx="42862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l">
              <a:lnSpc>
                <a:spcPct val="102000"/>
              </a:lnSpc>
              <a:buNone/>
              <a:defRPr sz="1350" b="1">
                <a:solidFill>
                  <a:srgbClr val="1A202C"/>
                </a:solidFill>
                <a:latin typeface="Aptos"/>
                <a:ea typeface="Aptos"/>
                <a:cs typeface="Aptos"/>
              </a:defRPr>
            </a:pPr>
            <a:r>
              <a:rPr sz="1350" b="1">
                <a:solidFill>
                  <a:srgbClr val="1A202C"/>
                </a:solidFill>
                <a:latin typeface="Aptos"/>
                <a:ea typeface="Aptos"/>
                <a:cs typeface="Aptos"/>
              </a:rPr>
              <a:t>Лозинка, token, тајна и сувишан садржај</a:t>
            </a:r>
          </a:p>
        </p:txBody>
      </p:sp>
      <p:sp>
        <p:nvSpPr>
          <p:cNvPr id="20" name="Rectangle 19">
            <a:extLst xmlns:a="http://schemas.openxmlformats.org/drawingml/2006/main">
              <a:ext uri="{FF2B5EF4-FFF2-40B4-BE49-F238E27FC236}">
                <a16:creationId xmlns:a16="http://schemas.microsoft.com/office/drawing/2014/main" id="{C9F142BC-7A50-4AF5-9AA3-1AB856594B32}"/>
              </a:ext>
            </a:extLst>
          </p:cNvPr>
          <p:cNvSpPr>
            <a:spLocks xmlns:a="http://schemas.openxmlformats.org/drawingml/2006/main" noGrp="1"/>
          </p:cNvSpPr>
          <p:nvPr/>
        </p:nvSpPr>
        <p:spPr>
          <a:xfrm xmlns:a="http://schemas.openxmlformats.org/drawingml/2006/main">
            <a:off x="6800850" y="4648200"/>
            <a:ext cx="428625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6000"/>
              </a:lnSpc>
              <a:buNone/>
              <a:defRPr sz="1200" b="0">
                <a:solidFill>
                  <a:srgbClr val="657184"/>
                </a:solidFill>
                <a:latin typeface="Aptos"/>
                <a:ea typeface="Aptos"/>
                <a:cs typeface="Aptos"/>
              </a:defRPr>
            </a:pPr>
            <a:r>
              <a:rPr sz="1350" b="0">
                <a:solidFill>
                  <a:srgbClr val="657184"/>
                </a:solidFill>
                <a:latin typeface="Aptos"/>
                <a:ea typeface="Aptos"/>
                <a:cs typeface="Aptos"/>
              </a:rPr>
              <a:t>Траг не сме да постане нови извор цурења или збирка непотребних података.</a:t>
            </a:r>
          </a:p>
        </p:txBody>
      </p:sp>
    </p:spTree>
    <p:extLst>
      <p:ext uri="{BB962C8B-B14F-4D97-AF65-F5344CB8AC3E}">
        <p14:creationId xmlns:p14="http://schemas.microsoft.com/office/powerpoint/2010/main" val="2075002996"/>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8" name="Rectangle 17">
            <a:extLst xmlns:a="http://schemas.openxmlformats.org/drawingml/2006/main">
              <a:ext uri="{FF2B5EF4-FFF2-40B4-BE49-F238E27FC236}">
                <a16:creationId xmlns:a16="http://schemas.microsoft.com/office/drawing/2014/main" id="{D250A7C5-51B0-4D57-82E8-70B69B593824}"/>
              </a:ext>
            </a:extLst>
          </p:cNvPr>
          <p:cNvSpPr>
            <a:spLocks xmlns:a="http://schemas.openxmlformats.org/drawingml/2006/main" noGrp="1"/>
          </p:cNvSpPr>
          <p:nvPr/>
        </p:nvSpPr>
        <p:spPr>
          <a:xfrm xmlns:a="http://schemas.openxmlformats.org/drawingml/2006/main">
            <a:off x="495300" y="238125"/>
            <a:ext cx="3429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825" b="0">
                <a:solidFill>
                  <a:srgbClr val="657184"/>
                </a:solidFill>
                <a:latin typeface="Aptos"/>
                <a:ea typeface="Aptos"/>
                <a:cs typeface="Aptos"/>
              </a:defRPr>
            </a:pPr>
            <a:r>
              <a:rPr sz="825" b="0">
                <a:solidFill>
                  <a:srgbClr val="5E6B7D"/>
                </a:solidFill>
                <a:latin typeface="Aptos"/>
                <a:ea typeface="Aptos"/>
                <a:cs typeface="Aptos"/>
              </a:rPr>
              <a:t>Основе информационе безбедности</a:t>
            </a:r>
          </a:p>
        </p:txBody>
      </p:sp>
      <p:sp>
        <p:nvSpPr>
          <p:cNvPr id="2" name="Straight Connector 1">
            <a:extLst xmlns:a="http://schemas.openxmlformats.org/drawingml/2006/main">
              <a:ext uri="{FF2B5EF4-FFF2-40B4-BE49-F238E27FC236}">
                <a16:creationId xmlns:a16="http://schemas.microsoft.com/office/drawing/2014/main" id="{19444FFB-4FCC-4599-9001-13D4081AAF5F}"/>
              </a:ext>
            </a:extLst>
          </p:cNvPr>
          <p:cNvSpPr>
            <a:spLocks xmlns:a="http://schemas.openxmlformats.org/drawingml/2006/main" noGrp="1"/>
          </p:cNvSpPr>
          <p:nvPr/>
        </p:nvSpPr>
        <p:spPr>
          <a:xfrm xmlns:a="http://schemas.openxmlformats.org/drawingml/2006/main">
            <a:off x="495300" y="476250"/>
            <a:ext cx="11201400" cy="9525"/>
          </a:xfrm>
          <a:prstGeom xmlns:a="http://schemas.openxmlformats.org/drawingml/2006/main" prst="line">
            <a:avLst/>
          </a:prstGeom>
          <a:solidFill xmlns:a="http://schemas.openxmlformats.org/drawingml/2006/main">
            <a:srgbClr val="8D5560"/>
          </a:solidFill>
          <a:ln xmlns:a="http://schemas.openxmlformats.org/drawingml/2006/main" w="7144">
            <a:solidFill>
              <a:srgbClr val="8D5560"/>
            </a:solidFill>
            <a:prstDash val="solid"/>
          </a:ln>
        </p:spPr>
      </p:sp>
      <p:sp>
        <p:nvSpPr>
          <p:cNvPr id="3" name="Rectangle 2">
            <a:extLst xmlns:a="http://schemas.openxmlformats.org/drawingml/2006/main">
              <a:ext uri="{FF2B5EF4-FFF2-40B4-BE49-F238E27FC236}">
                <a16:creationId xmlns:a16="http://schemas.microsoft.com/office/drawing/2014/main" id="{737B4BE5-96A7-42E2-9BEB-B2B40D46D07A}"/>
              </a:ext>
            </a:extLst>
          </p:cNvPr>
          <p:cNvSpPr>
            <a:spLocks xmlns:a="http://schemas.openxmlformats.org/drawingml/2006/main" noGrp="1"/>
          </p:cNvSpPr>
          <p:nvPr/>
        </p:nvSpPr>
        <p:spPr>
          <a:xfrm xmlns:a="http://schemas.openxmlformats.org/drawingml/2006/main">
            <a:off x="11372850" y="6477000"/>
            <a:ext cx="3238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r">
              <a:lnSpc>
                <a:spcPct val="102000"/>
              </a:lnSpc>
              <a:buNone/>
              <a:defRPr sz="975" b="0">
                <a:solidFill>
                  <a:srgbClr val="1A202C"/>
                </a:solidFill>
                <a:latin typeface="Aptos"/>
                <a:ea typeface="Aptos"/>
                <a:cs typeface="Aptos"/>
              </a:defRPr>
            </a:pPr>
            <a:r>
              <a:rPr sz="975" b="0">
                <a:solidFill>
                  <a:srgbClr val="1A202C"/>
                </a:solidFill>
                <a:latin typeface="Aptos"/>
                <a:ea typeface="Aptos"/>
                <a:cs typeface="Aptos"/>
              </a:rPr>
              <a:t>17</a:t>
            </a:r>
          </a:p>
        </p:txBody>
      </p:sp>
      <p:sp>
        <p:nvSpPr>
          <p:cNvPr id="4" name="Rectangle 3">
            <a:extLst xmlns:a="http://schemas.openxmlformats.org/drawingml/2006/main">
              <a:ext uri="{FF2B5EF4-FFF2-40B4-BE49-F238E27FC236}">
                <a16:creationId xmlns:a16="http://schemas.microsoft.com/office/drawing/2014/main" id="{5EA0ACB2-4755-413E-A39F-81035F06E082}"/>
              </a:ext>
            </a:extLst>
          </p:cNvPr>
          <p:cNvSpPr>
            <a:spLocks xmlns:a="http://schemas.openxmlformats.org/drawingml/2006/main" noGrp="1"/>
          </p:cNvSpPr>
          <p:nvPr/>
        </p:nvSpPr>
        <p:spPr>
          <a:xfrm xmlns:a="http://schemas.openxmlformats.org/drawingml/2006/main">
            <a:off x="685800" y="781050"/>
            <a:ext cx="108204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2550" b="1">
                <a:solidFill>
                  <a:srgbClr val="1A202C"/>
                </a:solidFill>
                <a:latin typeface="Aptos Display"/>
                <a:ea typeface="Aptos Display"/>
                <a:cs typeface="Aptos Display"/>
              </a:defRPr>
            </a:pPr>
            <a:r>
              <a:rPr sz="2550" b="1">
                <a:solidFill>
                  <a:srgbClr val="1A202C"/>
                </a:solidFill>
                <a:latin typeface="Aptos Display"/>
                <a:ea typeface="Aptos Display"/>
                <a:cs typeface="Aptos Display"/>
              </a:rPr>
              <a:t>Честе грешке у имплементацији</a:t>
            </a:r>
          </a:p>
        </p:txBody>
      </p:sp>
      <p:sp>
        <p:nvSpPr>
          <p:cNvPr id="5" name="Rectangle 4">
            <a:extLst xmlns:a="http://schemas.openxmlformats.org/drawingml/2006/main">
              <a:ext uri="{FF2B5EF4-FFF2-40B4-BE49-F238E27FC236}">
                <a16:creationId xmlns:a16="http://schemas.microsoft.com/office/drawing/2014/main" id="{A868DC9A-3551-4A4F-AE37-5BE9FC99DF3A}"/>
              </a:ext>
            </a:extLst>
          </p:cNvPr>
          <p:cNvSpPr>
            <a:spLocks xmlns:a="http://schemas.openxmlformats.org/drawingml/2006/main" noGrp="1"/>
          </p:cNvSpPr>
          <p:nvPr/>
        </p:nvSpPr>
        <p:spPr>
          <a:xfrm xmlns:a="http://schemas.openxmlformats.org/drawingml/2006/main">
            <a:off x="685800" y="1428750"/>
            <a:ext cx="108204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1575" b="0">
                <a:solidFill>
                  <a:srgbClr val="657184"/>
                </a:solidFill>
                <a:latin typeface="Aptos"/>
                <a:ea typeface="Aptos"/>
                <a:cs typeface="Aptos"/>
              </a:defRPr>
            </a:pPr>
            <a:r>
              <a:rPr sz="1575" b="0">
                <a:solidFill>
                  <a:srgbClr val="657184"/>
                </a:solidFill>
                <a:latin typeface="Aptos"/>
                <a:ea typeface="Aptos"/>
                <a:cs typeface="Aptos"/>
              </a:rPr>
              <a:t>Грешке настају када контекст, место одлуке или доказ остану нејасни.</a:t>
            </a:r>
          </a:p>
        </p:txBody>
      </p:sp>
      <p:sp>
        <p:nvSpPr>
          <p:cNvPr id="6" name="Rounded Rectangle 5">
            <a:extLst xmlns:a="http://schemas.openxmlformats.org/drawingml/2006/main">
              <a:ext uri="{FF2B5EF4-FFF2-40B4-BE49-F238E27FC236}">
                <a16:creationId xmlns:a16="http://schemas.microsoft.com/office/drawing/2014/main" id="{D47DD36C-B042-4A00-B313-6A3B5C6EB1F9}"/>
              </a:ext>
            </a:extLst>
          </p:cNvPr>
          <p:cNvSpPr>
            <a:spLocks xmlns:a="http://schemas.openxmlformats.org/drawingml/2006/main" noGrp="1"/>
          </p:cNvSpPr>
          <p:nvPr/>
        </p:nvSpPr>
        <p:spPr>
          <a:xfrm xmlns:a="http://schemas.openxmlformats.org/drawingml/2006/main">
            <a:off x="819150" y="2381250"/>
            <a:ext cx="3257550" cy="2381250"/>
          </a:xfrm>
          <a:prstGeom xmlns:a="http://schemas.openxmlformats.org/drawingml/2006/main" prst="roundRect">
            <a:avLst>
              <a:gd name="adj" fmla="val 5600"/>
            </a:avLst>
          </a:prstGeom>
          <a:solidFill xmlns:a="http://schemas.openxmlformats.org/drawingml/2006/main">
            <a:srgbClr val="FFF0F0"/>
          </a:solidFill>
          <a:ln xmlns:a="http://schemas.openxmlformats.org/drawingml/2006/main" w="9525">
            <a:solidFill>
              <a:srgbClr val="D7DEE8"/>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7" name="Rectangle 6">
            <a:extLst xmlns:a="http://schemas.openxmlformats.org/drawingml/2006/main">
              <a:ext uri="{FF2B5EF4-FFF2-40B4-BE49-F238E27FC236}">
                <a16:creationId xmlns:a16="http://schemas.microsoft.com/office/drawing/2014/main" id="{07FD5D0F-D4D7-4538-9FE9-9D6566B08C5B}"/>
              </a:ext>
            </a:extLst>
          </p:cNvPr>
          <p:cNvSpPr>
            <a:spLocks xmlns:a="http://schemas.openxmlformats.org/drawingml/2006/main" noGrp="1"/>
          </p:cNvSpPr>
          <p:nvPr/>
        </p:nvSpPr>
        <p:spPr>
          <a:xfrm xmlns:a="http://schemas.openxmlformats.org/drawingml/2006/main">
            <a:off x="971550" y="2505075"/>
            <a:ext cx="2952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2000"/>
              </a:lnSpc>
              <a:buNone/>
              <a:defRPr sz="975" b="1">
                <a:solidFill>
                  <a:srgbClr val="C34747"/>
                </a:solidFill>
                <a:latin typeface="Aptos"/>
                <a:ea typeface="Aptos"/>
                <a:cs typeface="Aptos"/>
              </a:defRPr>
            </a:pPr>
            <a:r>
              <a:rPr sz="1200" b="1">
                <a:solidFill>
                  <a:srgbClr val="C34747"/>
                </a:solidFill>
                <a:latin typeface="Aptos"/>
                <a:ea typeface="Aptos"/>
                <a:cs typeface="Aptos"/>
              </a:rPr>
              <a:t>01</a:t>
            </a:r>
          </a:p>
        </p:txBody>
      </p:sp>
      <p:sp>
        <p:nvSpPr>
          <p:cNvPr id="8" name="Rectangle 7">
            <a:extLst xmlns:a="http://schemas.openxmlformats.org/drawingml/2006/main">
              <a:ext uri="{FF2B5EF4-FFF2-40B4-BE49-F238E27FC236}">
                <a16:creationId xmlns:a16="http://schemas.microsoft.com/office/drawing/2014/main" id="{0AA45A81-0B73-4E59-8400-04BFAD86D180}"/>
              </a:ext>
            </a:extLst>
          </p:cNvPr>
          <p:cNvSpPr>
            <a:spLocks xmlns:a="http://schemas.openxmlformats.org/drawingml/2006/main" noGrp="1"/>
          </p:cNvSpPr>
          <p:nvPr/>
        </p:nvSpPr>
        <p:spPr>
          <a:xfrm xmlns:a="http://schemas.openxmlformats.org/drawingml/2006/main">
            <a:off x="971550" y="2752725"/>
            <a:ext cx="29527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l">
              <a:lnSpc>
                <a:spcPct val="102000"/>
              </a:lnSpc>
              <a:buNone/>
              <a:defRPr sz="1575" b="1">
                <a:solidFill>
                  <a:srgbClr val="1A202C"/>
                </a:solidFill>
                <a:latin typeface="Aptos"/>
                <a:ea typeface="Aptos"/>
                <a:cs typeface="Aptos"/>
              </a:defRPr>
            </a:pPr>
            <a:r>
              <a:rPr sz="1575" b="1">
                <a:solidFill>
                  <a:srgbClr val="1A202C"/>
                </a:solidFill>
                <a:latin typeface="Aptos"/>
                <a:ea typeface="Aptos"/>
                <a:cs typeface="Aptos"/>
              </a:rPr>
              <a:t>Увођење атрибута без јасног извора и значења.</a:t>
            </a:r>
          </a:p>
        </p:txBody>
      </p:sp>
      <p:sp>
        <p:nvSpPr>
          <p:cNvPr id="9" name="Rectangle 8">
            <a:extLst xmlns:a="http://schemas.openxmlformats.org/drawingml/2006/main">
              <a:ext uri="{FF2B5EF4-FFF2-40B4-BE49-F238E27FC236}">
                <a16:creationId xmlns:a16="http://schemas.microsoft.com/office/drawing/2014/main" id="{076FB5DE-BFC7-4BE2-BDF8-B20A98E2717C}"/>
              </a:ext>
            </a:extLst>
          </p:cNvPr>
          <p:cNvSpPr>
            <a:spLocks xmlns:a="http://schemas.openxmlformats.org/drawingml/2006/main" noGrp="1"/>
          </p:cNvSpPr>
          <p:nvPr/>
        </p:nvSpPr>
        <p:spPr>
          <a:xfrm xmlns:a="http://schemas.openxmlformats.org/drawingml/2006/main">
            <a:off x="971550" y="4038600"/>
            <a:ext cx="29527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6000"/>
              </a:lnSpc>
              <a:buNone/>
              <a:defRPr sz="1200" b="0">
                <a:solidFill>
                  <a:srgbClr val="657184"/>
                </a:solidFill>
                <a:latin typeface="Aptos"/>
                <a:ea typeface="Aptos"/>
                <a:cs typeface="Aptos"/>
              </a:defRPr>
            </a:pPr>
            <a:r>
              <a:rPr sz="1350" b="0">
                <a:solidFill>
                  <a:srgbClr val="657184"/>
                </a:solidFill>
                <a:latin typeface="Aptos"/>
                <a:ea typeface="Aptos"/>
                <a:cs typeface="Aptos"/>
              </a:rPr>
              <a:t>Нема јасног власника одлуке.</a:t>
            </a:r>
          </a:p>
        </p:txBody>
      </p:sp>
      <p:sp>
        <p:nvSpPr>
          <p:cNvPr id="10" name="Rounded Rectangle 9">
            <a:extLst xmlns:a="http://schemas.openxmlformats.org/drawingml/2006/main">
              <a:ext uri="{FF2B5EF4-FFF2-40B4-BE49-F238E27FC236}">
                <a16:creationId xmlns:a16="http://schemas.microsoft.com/office/drawing/2014/main" id="{4BC92024-737D-484B-ABBA-397524B0B3F9}"/>
              </a:ext>
            </a:extLst>
          </p:cNvPr>
          <p:cNvSpPr>
            <a:spLocks xmlns:a="http://schemas.openxmlformats.org/drawingml/2006/main" noGrp="1"/>
          </p:cNvSpPr>
          <p:nvPr/>
        </p:nvSpPr>
        <p:spPr>
          <a:xfrm xmlns:a="http://schemas.openxmlformats.org/drawingml/2006/main">
            <a:off x="4467225" y="2381250"/>
            <a:ext cx="3257550" cy="2381250"/>
          </a:xfrm>
          <a:prstGeom xmlns:a="http://schemas.openxmlformats.org/drawingml/2006/main" prst="roundRect">
            <a:avLst>
              <a:gd name="adj" fmla="val 5600"/>
            </a:avLst>
          </a:prstGeom>
          <a:solidFill xmlns:a="http://schemas.openxmlformats.org/drawingml/2006/main">
            <a:srgbClr val="FFF6E9"/>
          </a:solidFill>
          <a:ln xmlns:a="http://schemas.openxmlformats.org/drawingml/2006/main" w="9525">
            <a:solidFill>
              <a:srgbClr val="D7DEE8"/>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1" name="Rectangle 10">
            <a:extLst xmlns:a="http://schemas.openxmlformats.org/drawingml/2006/main">
              <a:ext uri="{FF2B5EF4-FFF2-40B4-BE49-F238E27FC236}">
                <a16:creationId xmlns:a16="http://schemas.microsoft.com/office/drawing/2014/main" id="{A1730118-2A6D-4304-89D9-18035A746127}"/>
              </a:ext>
            </a:extLst>
          </p:cNvPr>
          <p:cNvSpPr>
            <a:spLocks xmlns:a="http://schemas.openxmlformats.org/drawingml/2006/main" noGrp="1"/>
          </p:cNvSpPr>
          <p:nvPr/>
        </p:nvSpPr>
        <p:spPr>
          <a:xfrm xmlns:a="http://schemas.openxmlformats.org/drawingml/2006/main">
            <a:off x="4619625" y="2505075"/>
            <a:ext cx="2952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2000"/>
              </a:lnSpc>
              <a:buNone/>
              <a:defRPr sz="975" b="1">
                <a:solidFill>
                  <a:srgbClr val="B86A09"/>
                </a:solidFill>
                <a:latin typeface="Aptos"/>
                <a:ea typeface="Aptos"/>
                <a:cs typeface="Aptos"/>
              </a:defRPr>
            </a:pPr>
            <a:r>
              <a:rPr sz="1200" b="1">
                <a:solidFill>
                  <a:srgbClr val="B86A09"/>
                </a:solidFill>
                <a:latin typeface="Aptos"/>
                <a:ea typeface="Aptos"/>
                <a:cs typeface="Aptos"/>
              </a:rPr>
              <a:t>02</a:t>
            </a:r>
          </a:p>
        </p:txBody>
      </p:sp>
      <p:sp>
        <p:nvSpPr>
          <p:cNvPr id="12" name="Rectangle 11">
            <a:extLst xmlns:a="http://schemas.openxmlformats.org/drawingml/2006/main">
              <a:ext uri="{FF2B5EF4-FFF2-40B4-BE49-F238E27FC236}">
                <a16:creationId xmlns:a16="http://schemas.microsoft.com/office/drawing/2014/main" id="{489C5279-3F3E-4671-B34C-08DACDBCE0B7}"/>
              </a:ext>
            </a:extLst>
          </p:cNvPr>
          <p:cNvSpPr>
            <a:spLocks xmlns:a="http://schemas.openxmlformats.org/drawingml/2006/main" noGrp="1"/>
          </p:cNvSpPr>
          <p:nvPr/>
        </p:nvSpPr>
        <p:spPr>
          <a:xfrm xmlns:a="http://schemas.openxmlformats.org/drawingml/2006/main">
            <a:off x="4619625" y="2752725"/>
            <a:ext cx="29527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l">
              <a:lnSpc>
                <a:spcPct val="102000"/>
              </a:lnSpc>
              <a:buNone/>
              <a:defRPr sz="1575" b="1">
                <a:solidFill>
                  <a:srgbClr val="1A202C"/>
                </a:solidFill>
                <a:latin typeface="Aptos"/>
                <a:ea typeface="Aptos"/>
                <a:cs typeface="Aptos"/>
              </a:defRPr>
            </a:pPr>
            <a:r>
              <a:rPr sz="1575" b="1">
                <a:solidFill>
                  <a:srgbClr val="1A202C"/>
                </a:solidFill>
                <a:latin typeface="Aptos"/>
                <a:ea typeface="Aptos"/>
                <a:cs typeface="Aptos"/>
              </a:rPr>
              <a:t>Правило које зависи од скривеног стања и даје необјашњив резултат.</a:t>
            </a:r>
          </a:p>
        </p:txBody>
      </p:sp>
      <p:sp>
        <p:nvSpPr>
          <p:cNvPr id="13" name="Rectangle 12">
            <a:extLst xmlns:a="http://schemas.openxmlformats.org/drawingml/2006/main">
              <a:ext uri="{FF2B5EF4-FFF2-40B4-BE49-F238E27FC236}">
                <a16:creationId xmlns:a16="http://schemas.microsoft.com/office/drawing/2014/main" id="{A7A1C19B-970F-4F9B-89FD-BF8DB72559DE}"/>
              </a:ext>
            </a:extLst>
          </p:cNvPr>
          <p:cNvSpPr>
            <a:spLocks xmlns:a="http://schemas.openxmlformats.org/drawingml/2006/main" noGrp="1"/>
          </p:cNvSpPr>
          <p:nvPr/>
        </p:nvSpPr>
        <p:spPr>
          <a:xfrm xmlns:a="http://schemas.openxmlformats.org/drawingml/2006/main">
            <a:off x="4619625" y="4038600"/>
            <a:ext cx="29527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6000"/>
              </a:lnSpc>
              <a:buNone/>
              <a:defRPr sz="1200" b="0">
                <a:solidFill>
                  <a:srgbClr val="657184"/>
                </a:solidFill>
                <a:latin typeface="Aptos"/>
                <a:ea typeface="Aptos"/>
                <a:cs typeface="Aptos"/>
              </a:defRPr>
            </a:pPr>
            <a:r>
              <a:rPr sz="1350" b="0">
                <a:solidFill>
                  <a:srgbClr val="657184"/>
                </a:solidFill>
                <a:latin typeface="Aptos"/>
                <a:ea typeface="Aptos"/>
                <a:cs typeface="Aptos"/>
              </a:rPr>
              <a:t>Не постоји негативан сценарио.</a:t>
            </a:r>
          </a:p>
        </p:txBody>
      </p:sp>
      <p:sp>
        <p:nvSpPr>
          <p:cNvPr id="14" name="Rounded Rectangle 13">
            <a:extLst xmlns:a="http://schemas.openxmlformats.org/drawingml/2006/main">
              <a:ext uri="{FF2B5EF4-FFF2-40B4-BE49-F238E27FC236}">
                <a16:creationId xmlns:a16="http://schemas.microsoft.com/office/drawing/2014/main" id="{1A70CD3A-A116-45F8-9B00-B73B23B120AD}"/>
              </a:ext>
            </a:extLst>
          </p:cNvPr>
          <p:cNvSpPr>
            <a:spLocks xmlns:a="http://schemas.openxmlformats.org/drawingml/2006/main" noGrp="1"/>
          </p:cNvSpPr>
          <p:nvPr/>
        </p:nvSpPr>
        <p:spPr>
          <a:xfrm xmlns:a="http://schemas.openxmlformats.org/drawingml/2006/main">
            <a:off x="8115300" y="2381250"/>
            <a:ext cx="3257550" cy="2381250"/>
          </a:xfrm>
          <a:prstGeom xmlns:a="http://schemas.openxmlformats.org/drawingml/2006/main" prst="roundRect">
            <a:avLst>
              <a:gd name="adj" fmla="val 5600"/>
            </a:avLst>
          </a:prstGeom>
          <a:solidFill xmlns:a="http://schemas.openxmlformats.org/drawingml/2006/main">
            <a:srgbClr val="F7F4F5"/>
          </a:solidFill>
          <a:ln xmlns:a="http://schemas.openxmlformats.org/drawingml/2006/main" w="9525">
            <a:solidFill>
              <a:srgbClr val="D7DEE8"/>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5" name="Rectangle 14">
            <a:extLst xmlns:a="http://schemas.openxmlformats.org/drawingml/2006/main">
              <a:ext uri="{FF2B5EF4-FFF2-40B4-BE49-F238E27FC236}">
                <a16:creationId xmlns:a16="http://schemas.microsoft.com/office/drawing/2014/main" id="{FC16C4D3-72AA-4532-B685-204F131F2205}"/>
              </a:ext>
            </a:extLst>
          </p:cNvPr>
          <p:cNvSpPr>
            <a:spLocks xmlns:a="http://schemas.openxmlformats.org/drawingml/2006/main" noGrp="1"/>
          </p:cNvSpPr>
          <p:nvPr/>
        </p:nvSpPr>
        <p:spPr>
          <a:xfrm xmlns:a="http://schemas.openxmlformats.org/drawingml/2006/main">
            <a:off x="8267700" y="2505075"/>
            <a:ext cx="2952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975" b="1">
                <a:solidFill>
                  <a:srgbClr val="7651D4"/>
                </a:solidFill>
                <a:latin typeface="Aptos"/>
                <a:ea typeface="Aptos"/>
                <a:cs typeface="Aptos"/>
              </a:defRPr>
            </a:pPr>
            <a:r>
              <a:rPr sz="1200" b="1">
                <a:solidFill>
                  <a:srgbClr val="7A2636"/>
                </a:solidFill>
                <a:latin typeface="Aptos"/>
                <a:ea typeface="Aptos"/>
                <a:cs typeface="Aptos"/>
              </a:rPr>
              <a:t>03</a:t>
            </a:r>
          </a:p>
        </p:txBody>
      </p:sp>
      <p:sp>
        <p:nvSpPr>
          <p:cNvPr id="16" name="Rectangle 15">
            <a:extLst xmlns:a="http://schemas.openxmlformats.org/drawingml/2006/main">
              <a:ext uri="{FF2B5EF4-FFF2-40B4-BE49-F238E27FC236}">
                <a16:creationId xmlns:a16="http://schemas.microsoft.com/office/drawing/2014/main" id="{9DA210F2-F8C7-4AAA-A724-BA9E1B090552}"/>
              </a:ext>
            </a:extLst>
          </p:cNvPr>
          <p:cNvSpPr>
            <a:spLocks xmlns:a="http://schemas.openxmlformats.org/drawingml/2006/main" noGrp="1"/>
          </p:cNvSpPr>
          <p:nvPr/>
        </p:nvSpPr>
        <p:spPr>
          <a:xfrm xmlns:a="http://schemas.openxmlformats.org/drawingml/2006/main">
            <a:off x="8267700" y="2752725"/>
            <a:ext cx="29527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l">
              <a:lnSpc>
                <a:spcPct val="102000"/>
              </a:lnSpc>
              <a:buNone/>
              <a:defRPr sz="1575" b="1">
                <a:solidFill>
                  <a:srgbClr val="1A202C"/>
                </a:solidFill>
                <a:latin typeface="Aptos"/>
                <a:ea typeface="Aptos"/>
                <a:cs typeface="Aptos"/>
              </a:defRPr>
            </a:pPr>
            <a:r>
              <a:rPr sz="1575" b="1">
                <a:solidFill>
                  <a:srgbClr val="1A202C"/>
                </a:solidFill>
                <a:latin typeface="Aptos"/>
                <a:ea typeface="Aptos"/>
                <a:cs typeface="Aptos"/>
              </a:rPr>
              <a:t>Конфликт дужности откривен тек након што је штета могућа.</a:t>
            </a:r>
          </a:p>
        </p:txBody>
      </p:sp>
      <p:sp>
        <p:nvSpPr>
          <p:cNvPr id="17" name="Rectangle 16">
            <a:extLst xmlns:a="http://schemas.openxmlformats.org/drawingml/2006/main">
              <a:ext uri="{FF2B5EF4-FFF2-40B4-BE49-F238E27FC236}">
                <a16:creationId xmlns:a16="http://schemas.microsoft.com/office/drawing/2014/main" id="{9F5F81F6-023C-416B-8F20-2635108633A8}"/>
              </a:ext>
            </a:extLst>
          </p:cNvPr>
          <p:cNvSpPr>
            <a:spLocks xmlns:a="http://schemas.openxmlformats.org/drawingml/2006/main" noGrp="1"/>
          </p:cNvSpPr>
          <p:nvPr/>
        </p:nvSpPr>
        <p:spPr>
          <a:xfrm xmlns:a="http://schemas.openxmlformats.org/drawingml/2006/main">
            <a:off x="8267700" y="4038600"/>
            <a:ext cx="29527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6000"/>
              </a:lnSpc>
              <a:buNone/>
              <a:defRPr sz="1200" b="0">
                <a:solidFill>
                  <a:srgbClr val="657184"/>
                </a:solidFill>
                <a:latin typeface="Aptos"/>
                <a:ea typeface="Aptos"/>
                <a:cs typeface="Aptos"/>
              </a:defRPr>
            </a:pPr>
            <a:r>
              <a:rPr sz="1350" b="0">
                <a:solidFill>
                  <a:srgbClr val="657184"/>
                </a:solidFill>
                <a:latin typeface="Aptos"/>
                <a:ea typeface="Aptos"/>
                <a:cs typeface="Aptos"/>
              </a:rPr>
              <a:t>Доказ не показује стварни исход.</a:t>
            </a:r>
          </a:p>
        </p:txBody>
      </p:sp>
    </p:spTree>
    <p:extLst>
      <p:ext uri="{BB962C8B-B14F-4D97-AF65-F5344CB8AC3E}">
        <p14:creationId xmlns:p14="http://schemas.microsoft.com/office/powerpoint/2010/main" val="1050924536"/>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Rectangle 18">
            <a:extLst xmlns:a="http://schemas.openxmlformats.org/drawingml/2006/main">
              <a:ext uri="{FF2B5EF4-FFF2-40B4-BE49-F238E27FC236}">
                <a16:creationId xmlns:a16="http://schemas.microsoft.com/office/drawing/2014/main" id="{3AFF1E5B-9069-4638-884E-0A7472098694}"/>
              </a:ext>
            </a:extLst>
          </p:cNvPr>
          <p:cNvSpPr>
            <a:spLocks xmlns:a="http://schemas.openxmlformats.org/drawingml/2006/main" noGrp="1"/>
          </p:cNvSpPr>
          <p:nvPr/>
        </p:nvSpPr>
        <p:spPr>
          <a:xfrm xmlns:a="http://schemas.openxmlformats.org/drawingml/2006/main">
            <a:off x="495300" y="238125"/>
            <a:ext cx="3429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825" b="0">
                <a:solidFill>
                  <a:srgbClr val="657184"/>
                </a:solidFill>
                <a:latin typeface="Aptos"/>
                <a:ea typeface="Aptos"/>
                <a:cs typeface="Aptos"/>
              </a:defRPr>
            </a:pPr>
            <a:r>
              <a:rPr sz="825" b="0">
                <a:solidFill>
                  <a:srgbClr val="5E6B7D"/>
                </a:solidFill>
                <a:latin typeface="Aptos"/>
                <a:ea typeface="Aptos"/>
                <a:cs typeface="Aptos"/>
              </a:rPr>
              <a:t>Основе информационе безбедности</a:t>
            </a:r>
          </a:p>
        </p:txBody>
      </p:sp>
      <p:sp>
        <p:nvSpPr>
          <p:cNvPr id="2" name="Straight Connector 1">
            <a:extLst xmlns:a="http://schemas.openxmlformats.org/drawingml/2006/main">
              <a:ext uri="{FF2B5EF4-FFF2-40B4-BE49-F238E27FC236}">
                <a16:creationId xmlns:a16="http://schemas.microsoft.com/office/drawing/2014/main" id="{02839C9A-7922-475F-B287-102EC88AC630}"/>
              </a:ext>
            </a:extLst>
          </p:cNvPr>
          <p:cNvSpPr>
            <a:spLocks xmlns:a="http://schemas.openxmlformats.org/drawingml/2006/main" noGrp="1"/>
          </p:cNvSpPr>
          <p:nvPr/>
        </p:nvSpPr>
        <p:spPr>
          <a:xfrm xmlns:a="http://schemas.openxmlformats.org/drawingml/2006/main">
            <a:off x="495300" y="476250"/>
            <a:ext cx="11201400" cy="9525"/>
          </a:xfrm>
          <a:prstGeom xmlns:a="http://schemas.openxmlformats.org/drawingml/2006/main" prst="line">
            <a:avLst/>
          </a:prstGeom>
          <a:solidFill xmlns:a="http://schemas.openxmlformats.org/drawingml/2006/main">
            <a:srgbClr val="8D5560"/>
          </a:solidFill>
          <a:ln xmlns:a="http://schemas.openxmlformats.org/drawingml/2006/main" w="7144">
            <a:solidFill>
              <a:srgbClr val="8D5560"/>
            </a:solidFill>
            <a:prstDash val="solid"/>
          </a:ln>
        </p:spPr>
      </p:sp>
      <p:sp>
        <p:nvSpPr>
          <p:cNvPr id="3" name="Rectangle 2">
            <a:extLst xmlns:a="http://schemas.openxmlformats.org/drawingml/2006/main">
              <a:ext uri="{FF2B5EF4-FFF2-40B4-BE49-F238E27FC236}">
                <a16:creationId xmlns:a16="http://schemas.microsoft.com/office/drawing/2014/main" id="{51318A47-0973-4DAF-B885-6727564A1863}"/>
              </a:ext>
            </a:extLst>
          </p:cNvPr>
          <p:cNvSpPr>
            <a:spLocks xmlns:a="http://schemas.openxmlformats.org/drawingml/2006/main" noGrp="1"/>
          </p:cNvSpPr>
          <p:nvPr/>
        </p:nvSpPr>
        <p:spPr>
          <a:xfrm xmlns:a="http://schemas.openxmlformats.org/drawingml/2006/main">
            <a:off x="11372850" y="6477000"/>
            <a:ext cx="3238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r">
              <a:lnSpc>
                <a:spcPct val="102000"/>
              </a:lnSpc>
              <a:buNone/>
              <a:defRPr sz="975" b="0">
                <a:solidFill>
                  <a:srgbClr val="1A202C"/>
                </a:solidFill>
                <a:latin typeface="Aptos"/>
                <a:ea typeface="Aptos"/>
                <a:cs typeface="Aptos"/>
              </a:defRPr>
            </a:pPr>
            <a:r>
              <a:rPr sz="975" b="0">
                <a:solidFill>
                  <a:srgbClr val="1A202C"/>
                </a:solidFill>
                <a:latin typeface="Aptos"/>
                <a:ea typeface="Aptos"/>
                <a:cs typeface="Aptos"/>
              </a:rPr>
              <a:t>18</a:t>
            </a:r>
          </a:p>
        </p:txBody>
      </p:sp>
      <p:sp>
        <p:nvSpPr>
          <p:cNvPr id="4" name="Rectangle 3">
            <a:extLst xmlns:a="http://schemas.openxmlformats.org/drawingml/2006/main">
              <a:ext uri="{FF2B5EF4-FFF2-40B4-BE49-F238E27FC236}">
                <a16:creationId xmlns:a16="http://schemas.microsoft.com/office/drawing/2014/main" id="{8BCE223F-FF9F-4241-B0CB-6906CE2C2F17}"/>
              </a:ext>
            </a:extLst>
          </p:cNvPr>
          <p:cNvSpPr>
            <a:spLocks xmlns:a="http://schemas.openxmlformats.org/drawingml/2006/main" noGrp="1"/>
          </p:cNvSpPr>
          <p:nvPr/>
        </p:nvSpPr>
        <p:spPr>
          <a:xfrm xmlns:a="http://schemas.openxmlformats.org/drawingml/2006/main">
            <a:off x="685800" y="781050"/>
            <a:ext cx="108204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2550" b="1">
                <a:solidFill>
                  <a:srgbClr val="1A202C"/>
                </a:solidFill>
                <a:latin typeface="Aptos Display"/>
                <a:ea typeface="Aptos Display"/>
                <a:cs typeface="Aptos Display"/>
              </a:defRPr>
            </a:pPr>
            <a:r>
              <a:rPr sz="2550" b="1">
                <a:solidFill>
                  <a:srgbClr val="1A202C"/>
                </a:solidFill>
                <a:latin typeface="Aptos Display"/>
                <a:ea typeface="Aptos Display"/>
                <a:cs typeface="Aptos Display"/>
              </a:rPr>
              <a:t>Документовање одлуке засноване на ризику</a:t>
            </a:r>
          </a:p>
        </p:txBody>
      </p:sp>
      <p:sp>
        <p:nvSpPr>
          <p:cNvPr id="5" name="Rectangle 4">
            <a:extLst xmlns:a="http://schemas.openxmlformats.org/drawingml/2006/main">
              <a:ext uri="{FF2B5EF4-FFF2-40B4-BE49-F238E27FC236}">
                <a16:creationId xmlns:a16="http://schemas.microsoft.com/office/drawing/2014/main" id="{43043B93-1473-4C10-B80F-E19A76932962}"/>
              </a:ext>
            </a:extLst>
          </p:cNvPr>
          <p:cNvSpPr>
            <a:spLocks xmlns:a="http://schemas.openxmlformats.org/drawingml/2006/main" noGrp="1"/>
          </p:cNvSpPr>
          <p:nvPr/>
        </p:nvSpPr>
        <p:spPr>
          <a:xfrm xmlns:a="http://schemas.openxmlformats.org/drawingml/2006/main">
            <a:off x="685800" y="1428750"/>
            <a:ext cx="108204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1575" b="0">
                <a:solidFill>
                  <a:srgbClr val="657184"/>
                </a:solidFill>
                <a:latin typeface="Aptos"/>
                <a:ea typeface="Aptos"/>
                <a:cs typeface="Aptos"/>
              </a:defRPr>
            </a:pPr>
            <a:r>
              <a:rPr sz="1575" b="0">
                <a:solidFill>
                  <a:srgbClr val="657184"/>
                </a:solidFill>
                <a:latin typeface="Aptos"/>
                <a:ea typeface="Aptos"/>
                <a:cs typeface="Aptos"/>
              </a:rPr>
              <a:t>Одлука бележи контекст, процену утицаја, преостали ризик и рок за поновни преглед.</a:t>
            </a:r>
          </a:p>
        </p:txBody>
      </p:sp>
      <p:sp>
        <p:nvSpPr>
          <p:cNvPr id="6" name="Rounded Rectangle 5">
            <a:extLst xmlns:a="http://schemas.openxmlformats.org/drawingml/2006/main">
              <a:ext uri="{FF2B5EF4-FFF2-40B4-BE49-F238E27FC236}">
                <a16:creationId xmlns:a16="http://schemas.microsoft.com/office/drawing/2014/main" id="{013B5F0A-3AD9-465B-8741-F963C2EB7A0E}"/>
              </a:ext>
            </a:extLst>
          </p:cNvPr>
          <p:cNvSpPr>
            <a:spLocks xmlns:a="http://schemas.openxmlformats.org/drawingml/2006/main" noGrp="1"/>
          </p:cNvSpPr>
          <p:nvPr/>
        </p:nvSpPr>
        <p:spPr>
          <a:xfrm xmlns:a="http://schemas.openxmlformats.org/drawingml/2006/main">
            <a:off x="781050" y="2152650"/>
            <a:ext cx="4476750" cy="2371725"/>
          </a:xfrm>
          <a:prstGeom xmlns:a="http://schemas.openxmlformats.org/drawingml/2006/main" prst="roundRect">
            <a:avLst>
              <a:gd name="adj" fmla="val 4294"/>
            </a:avLst>
          </a:prstGeom>
          <a:solidFill xmlns:a="http://schemas.openxmlformats.org/drawingml/2006/main">
            <a:srgbClr val="F4F6F9"/>
          </a:solidFill>
          <a:ln xmlns:a="http://schemas.openxmlformats.org/drawingml/2006/main" w="9525">
            <a:solidFill>
              <a:srgbClr val="D7DEE8"/>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7" name="Rectangle 6">
            <a:extLst xmlns:a="http://schemas.openxmlformats.org/drawingml/2006/main">
              <a:ext uri="{FF2B5EF4-FFF2-40B4-BE49-F238E27FC236}">
                <a16:creationId xmlns:a16="http://schemas.microsoft.com/office/drawing/2014/main" id="{C472124C-654B-4F8A-9BBE-B5EB2EB0DD4F}"/>
              </a:ext>
            </a:extLst>
          </p:cNvPr>
          <p:cNvSpPr>
            <a:spLocks xmlns:a="http://schemas.openxmlformats.org/drawingml/2006/main" noGrp="1"/>
          </p:cNvSpPr>
          <p:nvPr/>
        </p:nvSpPr>
        <p:spPr>
          <a:xfrm xmlns:a="http://schemas.openxmlformats.org/drawingml/2006/main">
            <a:off x="933450" y="2276475"/>
            <a:ext cx="41719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2000"/>
              </a:lnSpc>
              <a:buNone/>
              <a:defRPr sz="975" b="1">
                <a:solidFill>
                  <a:srgbClr val="748092"/>
                </a:solidFill>
                <a:latin typeface="Aptos"/>
                <a:ea typeface="Aptos"/>
                <a:cs typeface="Aptos"/>
              </a:defRPr>
            </a:pPr>
            <a:r>
              <a:rPr sz="1200" b="1">
                <a:solidFill>
                  <a:srgbClr val="748092"/>
                </a:solidFill>
                <a:latin typeface="Aptos"/>
                <a:ea typeface="Aptos"/>
                <a:cs typeface="Aptos"/>
              </a:rPr>
              <a:t>ОБРАЗЛОЖЕЊЕ</a:t>
            </a:r>
          </a:p>
        </p:txBody>
      </p:sp>
      <p:sp>
        <p:nvSpPr>
          <p:cNvPr id="8" name="Rectangle 7">
            <a:extLst xmlns:a="http://schemas.openxmlformats.org/drawingml/2006/main">
              <a:ext uri="{FF2B5EF4-FFF2-40B4-BE49-F238E27FC236}">
                <a16:creationId xmlns:a16="http://schemas.microsoft.com/office/drawing/2014/main" id="{418C9612-4BED-4F93-93ED-275C01311F2A}"/>
              </a:ext>
            </a:extLst>
          </p:cNvPr>
          <p:cNvSpPr>
            <a:spLocks xmlns:a="http://schemas.openxmlformats.org/drawingml/2006/main" noGrp="1"/>
          </p:cNvSpPr>
          <p:nvPr/>
        </p:nvSpPr>
        <p:spPr>
          <a:xfrm xmlns:a="http://schemas.openxmlformats.org/drawingml/2006/main">
            <a:off x="933450" y="2524125"/>
            <a:ext cx="41719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l">
              <a:lnSpc>
                <a:spcPct val="102000"/>
              </a:lnSpc>
              <a:buNone/>
              <a:defRPr sz="1650" b="1">
                <a:solidFill>
                  <a:srgbClr val="1A202C"/>
                </a:solidFill>
                <a:latin typeface="Aptos"/>
                <a:ea typeface="Aptos"/>
                <a:cs typeface="Aptos"/>
              </a:defRPr>
            </a:pPr>
            <a:r>
              <a:rPr sz="1650" b="1">
                <a:solidFill>
                  <a:srgbClr val="1A202C"/>
                </a:solidFill>
                <a:latin typeface="Aptos"/>
                <a:ea typeface="Aptos"/>
                <a:cs typeface="Aptos"/>
              </a:rPr>
              <a:t>Ризик као разговор о одлуци</a:t>
            </a:r>
          </a:p>
        </p:txBody>
      </p:sp>
      <p:sp>
        <p:nvSpPr>
          <p:cNvPr id="9" name="Rectangle 8">
            <a:extLst xmlns:a="http://schemas.openxmlformats.org/drawingml/2006/main">
              <a:ext uri="{FF2B5EF4-FFF2-40B4-BE49-F238E27FC236}">
                <a16:creationId xmlns:a16="http://schemas.microsoft.com/office/drawing/2014/main" id="{3CBC4371-470A-4B33-9F5E-41C22F22A72B}"/>
              </a:ext>
            </a:extLst>
          </p:cNvPr>
          <p:cNvSpPr>
            <a:spLocks xmlns:a="http://schemas.openxmlformats.org/drawingml/2006/main" noGrp="1"/>
          </p:cNvSpPr>
          <p:nvPr/>
        </p:nvSpPr>
        <p:spPr>
          <a:xfrm xmlns:a="http://schemas.openxmlformats.org/drawingml/2006/main">
            <a:off x="933450" y="3143250"/>
            <a:ext cx="4171950" cy="2009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6000"/>
              </a:lnSpc>
              <a:buNone/>
              <a:defRPr sz="1275" b="0">
                <a:solidFill>
                  <a:srgbClr val="657184"/>
                </a:solidFill>
                <a:latin typeface="Aptos"/>
                <a:ea typeface="Aptos"/>
                <a:cs typeface="Aptos"/>
              </a:defRPr>
            </a:pPr>
            <a:r>
              <a:rPr sz="1275" b="0">
                <a:solidFill>
                  <a:srgbClr val="657184"/>
                </a:solidFill>
                <a:latin typeface="Aptos"/>
                <a:ea typeface="Aptos"/>
                <a:cs typeface="Aptos"/>
              </a:rPr>
              <a:t>Risk register није списак страшних сценарија. Он даје тиму заједнички начин да упореди утицај, вероватноћу, постојеће контроле и преосталу изложеност. Када се ризик прихвати, мора бити јасно ко га прихвата, зашто и када ће одлука бити поново прегледана.</a:t>
            </a:r>
          </a:p>
        </p:txBody>
      </p:sp>
      <p:sp>
        <p:nvSpPr>
          <p:cNvPr id="10" name="Rounded Rectangle 9">
            <a:extLst xmlns:a="http://schemas.openxmlformats.org/drawingml/2006/main">
              <a:ext uri="{FF2B5EF4-FFF2-40B4-BE49-F238E27FC236}">
                <a16:creationId xmlns:a16="http://schemas.microsoft.com/office/drawing/2014/main" id="{315B9CD5-18C0-4B03-8E1C-0CDD39C4C884}"/>
              </a:ext>
            </a:extLst>
          </p:cNvPr>
          <p:cNvSpPr>
            <a:spLocks xmlns:a="http://schemas.openxmlformats.org/drawingml/2006/main" noGrp="1"/>
          </p:cNvSpPr>
          <p:nvPr/>
        </p:nvSpPr>
        <p:spPr>
          <a:xfrm xmlns:a="http://schemas.openxmlformats.org/drawingml/2006/main">
            <a:off x="5676900" y="2152650"/>
            <a:ext cx="5734050" cy="828675"/>
          </a:xfrm>
          <a:prstGeom xmlns:a="http://schemas.openxmlformats.org/drawingml/2006/main" prst="roundRect">
            <a:avLst>
              <a:gd name="adj" fmla="val 16092"/>
            </a:avLst>
          </a:prstGeom>
          <a:solidFill xmlns:a="http://schemas.openxmlformats.org/drawingml/2006/main">
            <a:srgbClr val="F7EFF1"/>
          </a:solidFill>
          <a:ln xmlns:a="http://schemas.openxmlformats.org/drawingml/2006/main" w="9525">
            <a:solidFill>
              <a:srgbClr val="D7DEE8"/>
            </a:solidFill>
            <a:prstDash val="solid"/>
          </a:ln>
        </p:spPr>
      </p:sp>
      <p:sp>
        <p:nvSpPr>
          <p:cNvPr id="11" name="Rectangle 10">
            <a:extLst xmlns:a="http://schemas.openxmlformats.org/drawingml/2006/main">
              <a:ext uri="{FF2B5EF4-FFF2-40B4-BE49-F238E27FC236}">
                <a16:creationId xmlns:a16="http://schemas.microsoft.com/office/drawing/2014/main" id="{57E97091-43B1-4A47-8D14-835E2C97B541}"/>
              </a:ext>
            </a:extLst>
          </p:cNvPr>
          <p:cNvSpPr>
            <a:spLocks xmlns:a="http://schemas.openxmlformats.org/drawingml/2006/main" noGrp="1"/>
          </p:cNvSpPr>
          <p:nvPr/>
        </p:nvSpPr>
        <p:spPr>
          <a:xfrm xmlns:a="http://schemas.openxmlformats.org/drawingml/2006/main">
            <a:off x="5829300" y="2276475"/>
            <a:ext cx="54292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975" b="1">
                <a:solidFill>
                  <a:srgbClr val="2F5EF5"/>
                </a:solidFill>
                <a:latin typeface="Aptos"/>
                <a:ea typeface="Aptos"/>
                <a:cs typeface="Aptos"/>
              </a:defRPr>
            </a:pPr>
            <a:r>
              <a:rPr sz="1200" b="1">
                <a:solidFill>
                  <a:srgbClr val="7A2636"/>
                </a:solidFill>
                <a:latin typeface="Aptos"/>
                <a:ea typeface="Aptos"/>
                <a:cs typeface="Aptos"/>
              </a:rPr>
              <a:t>01</a:t>
            </a:r>
          </a:p>
        </p:txBody>
      </p:sp>
      <p:sp>
        <p:nvSpPr>
          <p:cNvPr id="12" name="Rectangle 11">
            <a:extLst xmlns:a="http://schemas.openxmlformats.org/drawingml/2006/main">
              <a:ext uri="{FF2B5EF4-FFF2-40B4-BE49-F238E27FC236}">
                <a16:creationId xmlns:a16="http://schemas.microsoft.com/office/drawing/2014/main" id="{389C7AC8-0D09-458E-A891-0F8D4B98BFF5}"/>
              </a:ext>
            </a:extLst>
          </p:cNvPr>
          <p:cNvSpPr>
            <a:spLocks xmlns:a="http://schemas.openxmlformats.org/drawingml/2006/main" noGrp="1"/>
          </p:cNvSpPr>
          <p:nvPr/>
        </p:nvSpPr>
        <p:spPr>
          <a:xfrm xmlns:a="http://schemas.openxmlformats.org/drawingml/2006/main">
            <a:off x="5829300" y="2524125"/>
            <a:ext cx="54292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l">
              <a:lnSpc>
                <a:spcPct val="102000"/>
              </a:lnSpc>
              <a:buNone/>
              <a:defRPr sz="1275" b="1">
                <a:solidFill>
                  <a:srgbClr val="1A202C"/>
                </a:solidFill>
                <a:latin typeface="Aptos"/>
                <a:ea typeface="Aptos"/>
                <a:cs typeface="Aptos"/>
              </a:defRPr>
            </a:pPr>
            <a:r>
              <a:rPr sz="1275" b="1">
                <a:solidFill>
                  <a:srgbClr val="1A202C"/>
                </a:solidFill>
                <a:latin typeface="Aptos"/>
                <a:ea typeface="Aptos"/>
                <a:cs typeface="Aptos"/>
              </a:rPr>
              <a:t>Ризик повезује конкретну имовину, претњу и контролу.</a:t>
            </a:r>
          </a:p>
        </p:txBody>
      </p:sp>
      <p:sp>
        <p:nvSpPr>
          <p:cNvPr id="13" name="Rounded Rectangle 12">
            <a:extLst xmlns:a="http://schemas.openxmlformats.org/drawingml/2006/main">
              <a:ext uri="{FF2B5EF4-FFF2-40B4-BE49-F238E27FC236}">
                <a16:creationId xmlns:a16="http://schemas.microsoft.com/office/drawing/2014/main" id="{8A64BEBB-81BF-4AAF-8CBA-572C97A76C8F}"/>
              </a:ext>
            </a:extLst>
          </p:cNvPr>
          <p:cNvSpPr>
            <a:spLocks xmlns:a="http://schemas.openxmlformats.org/drawingml/2006/main" noGrp="1"/>
          </p:cNvSpPr>
          <p:nvPr/>
        </p:nvSpPr>
        <p:spPr>
          <a:xfrm xmlns:a="http://schemas.openxmlformats.org/drawingml/2006/main">
            <a:off x="5676900" y="3152775"/>
            <a:ext cx="5734050" cy="828675"/>
          </a:xfrm>
          <a:prstGeom xmlns:a="http://schemas.openxmlformats.org/drawingml/2006/main" prst="roundRect">
            <a:avLst>
              <a:gd name="adj" fmla="val 16092"/>
            </a:avLst>
          </a:prstGeom>
          <a:solidFill xmlns:a="http://schemas.openxmlformats.org/drawingml/2006/main">
            <a:srgbClr val="EDF8F2"/>
          </a:solidFill>
          <a:ln xmlns:a="http://schemas.openxmlformats.org/drawingml/2006/main" w="9525">
            <a:solidFill>
              <a:srgbClr val="D7DEE8"/>
            </a:solidFill>
            <a:prstDash val="solid"/>
          </a:ln>
        </p:spPr>
      </p:sp>
      <p:sp>
        <p:nvSpPr>
          <p:cNvPr id="14" name="Rectangle 13">
            <a:extLst xmlns:a="http://schemas.openxmlformats.org/drawingml/2006/main">
              <a:ext uri="{FF2B5EF4-FFF2-40B4-BE49-F238E27FC236}">
                <a16:creationId xmlns:a16="http://schemas.microsoft.com/office/drawing/2014/main" id="{C3EDD053-3A84-4E11-9B19-7299B3452236}"/>
              </a:ext>
            </a:extLst>
          </p:cNvPr>
          <p:cNvSpPr>
            <a:spLocks xmlns:a="http://schemas.openxmlformats.org/drawingml/2006/main" noGrp="1"/>
          </p:cNvSpPr>
          <p:nvPr/>
        </p:nvSpPr>
        <p:spPr>
          <a:xfrm xmlns:a="http://schemas.openxmlformats.org/drawingml/2006/main">
            <a:off x="5829300" y="3276600"/>
            <a:ext cx="54292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2000"/>
              </a:lnSpc>
              <a:buNone/>
              <a:defRPr sz="975" b="1">
                <a:solidFill>
                  <a:srgbClr val="138A5B"/>
                </a:solidFill>
                <a:latin typeface="Aptos"/>
                <a:ea typeface="Aptos"/>
                <a:cs typeface="Aptos"/>
              </a:defRPr>
            </a:pPr>
            <a:r>
              <a:rPr sz="1200" b="1">
                <a:solidFill>
                  <a:srgbClr val="138A5B"/>
                </a:solidFill>
                <a:latin typeface="Aptos"/>
                <a:ea typeface="Aptos"/>
                <a:cs typeface="Aptos"/>
              </a:rPr>
              <a:t>02</a:t>
            </a:r>
          </a:p>
        </p:txBody>
      </p:sp>
      <p:sp>
        <p:nvSpPr>
          <p:cNvPr id="15" name="Rectangle 14">
            <a:extLst xmlns:a="http://schemas.openxmlformats.org/drawingml/2006/main">
              <a:ext uri="{FF2B5EF4-FFF2-40B4-BE49-F238E27FC236}">
                <a16:creationId xmlns:a16="http://schemas.microsoft.com/office/drawing/2014/main" id="{19B97CC1-50AB-4443-AB95-2A76AC40DF76}"/>
              </a:ext>
            </a:extLst>
          </p:cNvPr>
          <p:cNvSpPr>
            <a:spLocks xmlns:a="http://schemas.openxmlformats.org/drawingml/2006/main" noGrp="1"/>
          </p:cNvSpPr>
          <p:nvPr/>
        </p:nvSpPr>
        <p:spPr>
          <a:xfrm xmlns:a="http://schemas.openxmlformats.org/drawingml/2006/main">
            <a:off x="5829300" y="3524250"/>
            <a:ext cx="54292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l">
              <a:lnSpc>
                <a:spcPct val="102000"/>
              </a:lnSpc>
              <a:buNone/>
              <a:defRPr sz="1275" b="1">
                <a:solidFill>
                  <a:srgbClr val="1A202C"/>
                </a:solidFill>
                <a:latin typeface="Aptos"/>
                <a:ea typeface="Aptos"/>
                <a:cs typeface="Aptos"/>
              </a:defRPr>
            </a:pPr>
            <a:r>
              <a:rPr sz="1275" b="1">
                <a:solidFill>
                  <a:srgbClr val="1A202C"/>
                </a:solidFill>
                <a:latin typeface="Aptos"/>
                <a:ea typeface="Aptos"/>
                <a:cs typeface="Aptos"/>
              </a:rPr>
              <a:t>Преглед приступа и преглед ризика имају ритам, власника и очекивани исход.</a:t>
            </a:r>
          </a:p>
        </p:txBody>
      </p:sp>
      <p:sp>
        <p:nvSpPr>
          <p:cNvPr id="16" name="Rounded Rectangle 15">
            <a:extLst xmlns:a="http://schemas.openxmlformats.org/drawingml/2006/main">
              <a:ext uri="{FF2B5EF4-FFF2-40B4-BE49-F238E27FC236}">
                <a16:creationId xmlns:a16="http://schemas.microsoft.com/office/drawing/2014/main" id="{10A84C3E-B54A-439C-B174-E8E7F5E9E10E}"/>
              </a:ext>
            </a:extLst>
          </p:cNvPr>
          <p:cNvSpPr>
            <a:spLocks xmlns:a="http://schemas.openxmlformats.org/drawingml/2006/main" noGrp="1"/>
          </p:cNvSpPr>
          <p:nvPr/>
        </p:nvSpPr>
        <p:spPr>
          <a:xfrm xmlns:a="http://schemas.openxmlformats.org/drawingml/2006/main">
            <a:off x="5676900" y="4152900"/>
            <a:ext cx="5734050" cy="828675"/>
          </a:xfrm>
          <a:prstGeom xmlns:a="http://schemas.openxmlformats.org/drawingml/2006/main" prst="roundRect">
            <a:avLst>
              <a:gd name="adj" fmla="val 16092"/>
            </a:avLst>
          </a:prstGeom>
          <a:solidFill xmlns:a="http://schemas.openxmlformats.org/drawingml/2006/main">
            <a:srgbClr val="FFF6E9"/>
          </a:solidFill>
          <a:ln xmlns:a="http://schemas.openxmlformats.org/drawingml/2006/main" w="9525">
            <a:solidFill>
              <a:srgbClr val="D7DEE8"/>
            </a:solidFill>
            <a:prstDash val="solid"/>
          </a:ln>
        </p:spPr>
      </p:sp>
      <p:sp>
        <p:nvSpPr>
          <p:cNvPr id="17" name="Rectangle 16">
            <a:extLst xmlns:a="http://schemas.openxmlformats.org/drawingml/2006/main">
              <a:ext uri="{FF2B5EF4-FFF2-40B4-BE49-F238E27FC236}">
                <a16:creationId xmlns:a16="http://schemas.microsoft.com/office/drawing/2014/main" id="{2A312D65-69DE-4D9D-833C-58E85961B2E3}"/>
              </a:ext>
            </a:extLst>
          </p:cNvPr>
          <p:cNvSpPr>
            <a:spLocks xmlns:a="http://schemas.openxmlformats.org/drawingml/2006/main" noGrp="1"/>
          </p:cNvSpPr>
          <p:nvPr/>
        </p:nvSpPr>
        <p:spPr>
          <a:xfrm xmlns:a="http://schemas.openxmlformats.org/drawingml/2006/main">
            <a:off x="5829300" y="4276725"/>
            <a:ext cx="54292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2000"/>
              </a:lnSpc>
              <a:buNone/>
              <a:defRPr sz="975" b="1">
                <a:solidFill>
                  <a:srgbClr val="B86A09"/>
                </a:solidFill>
                <a:latin typeface="Aptos"/>
                <a:ea typeface="Aptos"/>
                <a:cs typeface="Aptos"/>
              </a:defRPr>
            </a:pPr>
            <a:r>
              <a:rPr sz="1200" b="1">
                <a:solidFill>
                  <a:srgbClr val="B86A09"/>
                </a:solidFill>
                <a:latin typeface="Aptos"/>
                <a:ea typeface="Aptos"/>
                <a:cs typeface="Aptos"/>
              </a:rPr>
              <a:t>03</a:t>
            </a:r>
          </a:p>
        </p:txBody>
      </p:sp>
      <p:sp>
        <p:nvSpPr>
          <p:cNvPr id="18" name="Rectangle 17">
            <a:extLst xmlns:a="http://schemas.openxmlformats.org/drawingml/2006/main">
              <a:ext uri="{FF2B5EF4-FFF2-40B4-BE49-F238E27FC236}">
                <a16:creationId xmlns:a16="http://schemas.microsoft.com/office/drawing/2014/main" id="{9DEC8D20-7D9A-437B-9604-9BB44F73AE62}"/>
              </a:ext>
            </a:extLst>
          </p:cNvPr>
          <p:cNvSpPr>
            <a:spLocks xmlns:a="http://schemas.openxmlformats.org/drawingml/2006/main" noGrp="1"/>
          </p:cNvSpPr>
          <p:nvPr/>
        </p:nvSpPr>
        <p:spPr>
          <a:xfrm xmlns:a="http://schemas.openxmlformats.org/drawingml/2006/main">
            <a:off x="5829300" y="4524375"/>
            <a:ext cx="54292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l">
              <a:lnSpc>
                <a:spcPct val="102000"/>
              </a:lnSpc>
              <a:buNone/>
              <a:defRPr sz="1275" b="1">
                <a:solidFill>
                  <a:srgbClr val="1A202C"/>
                </a:solidFill>
                <a:latin typeface="Aptos"/>
                <a:ea typeface="Aptos"/>
                <a:cs typeface="Aptos"/>
              </a:defRPr>
            </a:pPr>
            <a:r>
              <a:rPr sz="1275" b="1">
                <a:solidFill>
                  <a:srgbClr val="1A202C"/>
                </a:solidFill>
                <a:latin typeface="Aptos"/>
                <a:ea typeface="Aptos"/>
                <a:cs typeface="Aptos"/>
              </a:rPr>
              <a:t>Сегрегација дужности спречава комбинације права које би једној особи дале превелику контролу.</a:t>
            </a:r>
          </a:p>
        </p:txBody>
      </p:sp>
    </p:spTree>
    <p:extLst>
      <p:ext uri="{BB962C8B-B14F-4D97-AF65-F5344CB8AC3E}">
        <p14:creationId xmlns:p14="http://schemas.microsoft.com/office/powerpoint/2010/main" val="1150652162"/>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8" name="Rectangle 27">
            <a:extLst xmlns:a="http://schemas.openxmlformats.org/drawingml/2006/main">
              <a:ext uri="{FF2B5EF4-FFF2-40B4-BE49-F238E27FC236}">
                <a16:creationId xmlns:a16="http://schemas.microsoft.com/office/drawing/2014/main" id="{EE137836-677D-4CFE-8664-E9FA68755F2C}"/>
              </a:ext>
            </a:extLst>
          </p:cNvPr>
          <p:cNvSpPr>
            <a:spLocks xmlns:a="http://schemas.openxmlformats.org/drawingml/2006/main" noGrp="1"/>
          </p:cNvSpPr>
          <p:nvPr/>
        </p:nvSpPr>
        <p:spPr>
          <a:xfrm xmlns:a="http://schemas.openxmlformats.org/drawingml/2006/main">
            <a:off x="495300" y="238125"/>
            <a:ext cx="3429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825" b="0">
                <a:solidFill>
                  <a:srgbClr val="657184"/>
                </a:solidFill>
                <a:latin typeface="Aptos"/>
                <a:ea typeface="Aptos"/>
                <a:cs typeface="Aptos"/>
              </a:defRPr>
            </a:pPr>
            <a:r>
              <a:rPr sz="825" b="0">
                <a:solidFill>
                  <a:srgbClr val="5E6B7D"/>
                </a:solidFill>
                <a:latin typeface="Aptos"/>
                <a:ea typeface="Aptos"/>
                <a:cs typeface="Aptos"/>
              </a:rPr>
              <a:t>Основе информационе безбедности</a:t>
            </a:r>
          </a:p>
        </p:txBody>
      </p:sp>
      <p:sp>
        <p:nvSpPr>
          <p:cNvPr id="2" name="Straight Connector 1">
            <a:extLst xmlns:a="http://schemas.openxmlformats.org/drawingml/2006/main">
              <a:ext uri="{FF2B5EF4-FFF2-40B4-BE49-F238E27FC236}">
                <a16:creationId xmlns:a16="http://schemas.microsoft.com/office/drawing/2014/main" id="{7116FB49-5708-4251-9007-A47D5FC255F2}"/>
              </a:ext>
            </a:extLst>
          </p:cNvPr>
          <p:cNvSpPr>
            <a:spLocks xmlns:a="http://schemas.openxmlformats.org/drawingml/2006/main" noGrp="1"/>
          </p:cNvSpPr>
          <p:nvPr/>
        </p:nvSpPr>
        <p:spPr>
          <a:xfrm xmlns:a="http://schemas.openxmlformats.org/drawingml/2006/main">
            <a:off x="495300" y="476250"/>
            <a:ext cx="11201400" cy="9525"/>
          </a:xfrm>
          <a:prstGeom xmlns:a="http://schemas.openxmlformats.org/drawingml/2006/main" prst="line">
            <a:avLst/>
          </a:prstGeom>
          <a:solidFill xmlns:a="http://schemas.openxmlformats.org/drawingml/2006/main">
            <a:srgbClr val="8D5560"/>
          </a:solidFill>
          <a:ln xmlns:a="http://schemas.openxmlformats.org/drawingml/2006/main" w="7144">
            <a:solidFill>
              <a:srgbClr val="8D5560"/>
            </a:solidFill>
            <a:prstDash val="solid"/>
          </a:ln>
        </p:spPr>
      </p:sp>
      <p:sp>
        <p:nvSpPr>
          <p:cNvPr id="3" name="Rectangle 2">
            <a:extLst xmlns:a="http://schemas.openxmlformats.org/drawingml/2006/main">
              <a:ext uri="{FF2B5EF4-FFF2-40B4-BE49-F238E27FC236}">
                <a16:creationId xmlns:a16="http://schemas.microsoft.com/office/drawing/2014/main" id="{F66B4438-0001-4BE3-8C9F-A3D870C43074}"/>
              </a:ext>
            </a:extLst>
          </p:cNvPr>
          <p:cNvSpPr>
            <a:spLocks xmlns:a="http://schemas.openxmlformats.org/drawingml/2006/main" noGrp="1"/>
          </p:cNvSpPr>
          <p:nvPr/>
        </p:nvSpPr>
        <p:spPr>
          <a:xfrm xmlns:a="http://schemas.openxmlformats.org/drawingml/2006/main">
            <a:off x="11372850" y="6477000"/>
            <a:ext cx="3238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r">
              <a:lnSpc>
                <a:spcPct val="102000"/>
              </a:lnSpc>
              <a:buNone/>
              <a:defRPr sz="975" b="0">
                <a:solidFill>
                  <a:srgbClr val="1A202C"/>
                </a:solidFill>
                <a:latin typeface="Aptos"/>
                <a:ea typeface="Aptos"/>
                <a:cs typeface="Aptos"/>
              </a:defRPr>
            </a:pPr>
            <a:r>
              <a:rPr sz="975" b="0">
                <a:solidFill>
                  <a:srgbClr val="1A202C"/>
                </a:solidFill>
                <a:latin typeface="Aptos"/>
                <a:ea typeface="Aptos"/>
                <a:cs typeface="Aptos"/>
              </a:rPr>
              <a:t>19</a:t>
            </a:r>
          </a:p>
        </p:txBody>
      </p:sp>
      <p:sp>
        <p:nvSpPr>
          <p:cNvPr id="4" name="Rectangle 3">
            <a:extLst xmlns:a="http://schemas.openxmlformats.org/drawingml/2006/main">
              <a:ext uri="{FF2B5EF4-FFF2-40B4-BE49-F238E27FC236}">
                <a16:creationId xmlns:a16="http://schemas.microsoft.com/office/drawing/2014/main" id="{18F89BE7-05D6-49B6-AF1C-7C2DA9F984D6}"/>
              </a:ext>
            </a:extLst>
          </p:cNvPr>
          <p:cNvSpPr>
            <a:spLocks xmlns:a="http://schemas.openxmlformats.org/drawingml/2006/main" noGrp="1"/>
          </p:cNvSpPr>
          <p:nvPr/>
        </p:nvSpPr>
        <p:spPr>
          <a:xfrm xmlns:a="http://schemas.openxmlformats.org/drawingml/2006/main">
            <a:off x="685800" y="781050"/>
            <a:ext cx="108204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2550" b="1">
                <a:solidFill>
                  <a:srgbClr val="1A202C"/>
                </a:solidFill>
                <a:latin typeface="Aptos Display"/>
                <a:ea typeface="Aptos Display"/>
                <a:cs typeface="Aptos Display"/>
              </a:defRPr>
            </a:pPr>
            <a:r>
              <a:rPr sz="2550" b="1">
                <a:solidFill>
                  <a:srgbClr val="1A202C"/>
                </a:solidFill>
                <a:latin typeface="Aptos Display"/>
                <a:ea typeface="Aptos Display"/>
                <a:cs typeface="Aptos Display"/>
              </a:rPr>
              <a:t>Примена на пројекат</a:t>
            </a:r>
          </a:p>
        </p:txBody>
      </p:sp>
      <p:sp>
        <p:nvSpPr>
          <p:cNvPr id="5" name="Rectangle 4">
            <a:extLst xmlns:a="http://schemas.openxmlformats.org/drawingml/2006/main">
              <a:ext uri="{FF2B5EF4-FFF2-40B4-BE49-F238E27FC236}">
                <a16:creationId xmlns:a16="http://schemas.microsoft.com/office/drawing/2014/main" id="{FDA77CA1-AA1B-4F6F-8773-4F3C6E04B599}"/>
              </a:ext>
            </a:extLst>
          </p:cNvPr>
          <p:cNvSpPr>
            <a:spLocks xmlns:a="http://schemas.openxmlformats.org/drawingml/2006/main" noGrp="1"/>
          </p:cNvSpPr>
          <p:nvPr/>
        </p:nvSpPr>
        <p:spPr>
          <a:xfrm xmlns:a="http://schemas.openxmlformats.org/drawingml/2006/main">
            <a:off x="685800" y="1428750"/>
            <a:ext cx="108204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1575" b="0">
                <a:solidFill>
                  <a:srgbClr val="657184"/>
                </a:solidFill>
                <a:latin typeface="Aptos"/>
                <a:ea typeface="Aptos"/>
                <a:cs typeface="Aptos"/>
              </a:defRPr>
            </a:pPr>
            <a:r>
              <a:rPr sz="1575" b="0">
                <a:solidFill>
                  <a:srgbClr val="657184"/>
                </a:solidFill>
                <a:latin typeface="Aptos"/>
                <a:ea typeface="Aptos"/>
                <a:cs typeface="Aptos"/>
              </a:rPr>
              <a:t>Анализа једног сценарија обухвата одлуку, имплементацију, тест одбијања и доказ.</a:t>
            </a:r>
          </a:p>
        </p:txBody>
      </p:sp>
      <p:sp>
        <p:nvSpPr>
          <p:cNvPr id="6" name="Rounded Rectangle 5">
            <a:extLst xmlns:a="http://schemas.openxmlformats.org/drawingml/2006/main">
              <a:ext uri="{FF2B5EF4-FFF2-40B4-BE49-F238E27FC236}">
                <a16:creationId xmlns:a16="http://schemas.microsoft.com/office/drawing/2014/main" id="{92C0A441-455A-411E-AF30-2EA1FCE165D0}"/>
              </a:ext>
            </a:extLst>
          </p:cNvPr>
          <p:cNvSpPr>
            <a:spLocks xmlns:a="http://schemas.openxmlformats.org/drawingml/2006/main" noGrp="1"/>
          </p:cNvSpPr>
          <p:nvPr/>
        </p:nvSpPr>
        <p:spPr>
          <a:xfrm xmlns:a="http://schemas.openxmlformats.org/drawingml/2006/main">
            <a:off x="800100" y="2400300"/>
            <a:ext cx="2433638" cy="1257300"/>
          </a:xfrm>
          <a:prstGeom xmlns:a="http://schemas.openxmlformats.org/drawingml/2006/main" prst="roundRect">
            <a:avLst>
              <a:gd name="adj" fmla="val 10606"/>
            </a:avLst>
          </a:prstGeom>
          <a:solidFill xmlns:a="http://schemas.openxmlformats.org/drawingml/2006/main">
            <a:srgbClr val="F4F6F9"/>
          </a:solidFill>
          <a:ln xmlns:a="http://schemas.openxmlformats.org/drawingml/2006/main" w="9525">
            <a:solidFill>
              <a:srgbClr val="D7DEE8"/>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7" name="Rectangle 6">
            <a:extLst xmlns:a="http://schemas.openxmlformats.org/drawingml/2006/main">
              <a:ext uri="{FF2B5EF4-FFF2-40B4-BE49-F238E27FC236}">
                <a16:creationId xmlns:a16="http://schemas.microsoft.com/office/drawing/2014/main" id="{23E1EB3F-C7AA-419D-BF10-01A34F7721F0}"/>
              </a:ext>
            </a:extLst>
          </p:cNvPr>
          <p:cNvSpPr>
            <a:spLocks xmlns:a="http://schemas.openxmlformats.org/drawingml/2006/main" noGrp="1"/>
          </p:cNvSpPr>
          <p:nvPr/>
        </p:nvSpPr>
        <p:spPr>
          <a:xfrm xmlns:a="http://schemas.openxmlformats.org/drawingml/2006/main">
            <a:off x="942975" y="2514600"/>
            <a:ext cx="2147888" cy="180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97018"/>
          </a:bodyPr>
          <a:lstStyle xmlns:a="http://schemas.openxmlformats.org/drawingml/2006/main"/>
          <a:p xmlns:a="http://schemas.openxmlformats.org/drawingml/2006/main">
            <a:pPr algn="l">
              <a:lnSpc>
                <a:spcPct val="102000"/>
              </a:lnSpc>
              <a:buNone/>
              <a:defRPr sz="975" b="1">
                <a:solidFill>
                  <a:srgbClr val="748092"/>
                </a:solidFill>
                <a:latin typeface="Aptos"/>
                <a:ea typeface="Aptos"/>
                <a:cs typeface="Aptos"/>
              </a:defRPr>
            </a:pPr>
            <a:r>
              <a:rPr sz="1200" b="1">
                <a:solidFill>
                  <a:srgbClr val="748092"/>
                </a:solidFill>
                <a:latin typeface="Aptos"/>
                <a:ea typeface="Aptos"/>
                <a:cs typeface="Aptos"/>
              </a:rPr>
              <a:t>01</a:t>
            </a:r>
          </a:p>
        </p:txBody>
      </p:sp>
      <p:sp>
        <p:nvSpPr>
          <p:cNvPr id="8" name="Rectangle 7">
            <a:extLst xmlns:a="http://schemas.openxmlformats.org/drawingml/2006/main">
              <a:ext uri="{FF2B5EF4-FFF2-40B4-BE49-F238E27FC236}">
                <a16:creationId xmlns:a16="http://schemas.microsoft.com/office/drawing/2014/main" id="{C26CED7E-6D6D-4D71-AC53-CECFA84A9598}"/>
              </a:ext>
            </a:extLst>
          </p:cNvPr>
          <p:cNvSpPr>
            <a:spLocks xmlns:a="http://schemas.openxmlformats.org/drawingml/2006/main" noGrp="1"/>
          </p:cNvSpPr>
          <p:nvPr/>
        </p:nvSpPr>
        <p:spPr>
          <a:xfrm xmlns:a="http://schemas.openxmlformats.org/drawingml/2006/main">
            <a:off x="933450" y="2800350"/>
            <a:ext cx="2166938"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lnSpc>
                <a:spcPct val="102000"/>
              </a:lnSpc>
              <a:buNone/>
              <a:defRPr sz="1500" b="1">
                <a:solidFill>
                  <a:srgbClr val="1A202C"/>
                </a:solidFill>
                <a:latin typeface="Aptos"/>
                <a:ea typeface="Aptos"/>
                <a:cs typeface="Aptos"/>
              </a:defRPr>
            </a:pPr>
            <a:r>
              <a:rPr sz="1500" b="1">
                <a:solidFill>
                  <a:srgbClr val="1A202C"/>
                </a:solidFill>
                <a:latin typeface="Aptos"/>
                <a:ea typeface="Aptos"/>
                <a:cs typeface="Aptos"/>
              </a:rPr>
              <a:t>Избор сценарија</a:t>
            </a:r>
          </a:p>
        </p:txBody>
      </p:sp>
      <p:sp>
        <p:nvSpPr>
          <p:cNvPr id="9" name="Rectangle 8">
            <a:extLst xmlns:a="http://schemas.openxmlformats.org/drawingml/2006/main">
              <a:ext uri="{FF2B5EF4-FFF2-40B4-BE49-F238E27FC236}">
                <a16:creationId xmlns:a16="http://schemas.microsoft.com/office/drawing/2014/main" id="{7E4EF1DA-52AD-45DE-90FD-2A5B0AD341D4}"/>
              </a:ext>
            </a:extLst>
          </p:cNvPr>
          <p:cNvSpPr>
            <a:spLocks xmlns:a="http://schemas.openxmlformats.org/drawingml/2006/main" noGrp="1"/>
          </p:cNvSpPr>
          <p:nvPr/>
        </p:nvSpPr>
        <p:spPr>
          <a:xfrm xmlns:a="http://schemas.openxmlformats.org/drawingml/2006/main">
            <a:off x="942975" y="3190875"/>
            <a:ext cx="2147888"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ctr">
              <a:lnSpc>
                <a:spcPct val="102000"/>
              </a:lnSpc>
              <a:buNone/>
              <a:defRPr sz="1125" b="0">
                <a:solidFill>
                  <a:srgbClr val="657184"/>
                </a:solidFill>
                <a:latin typeface="Aptos"/>
                <a:ea typeface="Aptos"/>
                <a:cs typeface="Aptos"/>
              </a:defRPr>
            </a:pPr>
            <a:r>
              <a:rPr sz="1275" b="0">
                <a:solidFill>
                  <a:srgbClr val="657184"/>
                </a:solidFill>
                <a:latin typeface="Aptos"/>
                <a:ea typeface="Aptos"/>
                <a:cs typeface="Aptos"/>
              </a:rPr>
              <a:t>једна стварна радња</a:t>
            </a:r>
          </a:p>
        </p:txBody>
      </p:sp>
      <p:sp>
        <p:nvSpPr>
          <p:cNvPr id="10" name="Rounded Rectangle 9">
            <a:extLst xmlns:a="http://schemas.openxmlformats.org/drawingml/2006/main">
              <a:ext uri="{FF2B5EF4-FFF2-40B4-BE49-F238E27FC236}">
                <a16:creationId xmlns:a16="http://schemas.microsoft.com/office/drawing/2014/main" id="{18F30B28-9EC9-491C-B810-C9593464CCAA}"/>
              </a:ext>
            </a:extLst>
          </p:cNvPr>
          <p:cNvSpPr>
            <a:spLocks xmlns:a="http://schemas.openxmlformats.org/drawingml/2006/main" noGrp="1"/>
          </p:cNvSpPr>
          <p:nvPr/>
        </p:nvSpPr>
        <p:spPr>
          <a:xfrm xmlns:a="http://schemas.openxmlformats.org/drawingml/2006/main">
            <a:off x="3519488" y="2400300"/>
            <a:ext cx="2433638" cy="1257300"/>
          </a:xfrm>
          <a:prstGeom xmlns:a="http://schemas.openxmlformats.org/drawingml/2006/main" prst="roundRect">
            <a:avLst>
              <a:gd name="adj" fmla="val 10606"/>
            </a:avLst>
          </a:prstGeom>
          <a:solidFill xmlns:a="http://schemas.openxmlformats.org/drawingml/2006/main">
            <a:srgbClr val="F7EFF1"/>
          </a:solidFill>
          <a:ln xmlns:a="http://schemas.openxmlformats.org/drawingml/2006/main" w="9525">
            <a:solidFill>
              <a:srgbClr val="D7DEE8"/>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1" name="Rectangle 10">
            <a:extLst xmlns:a="http://schemas.openxmlformats.org/drawingml/2006/main">
              <a:ext uri="{FF2B5EF4-FFF2-40B4-BE49-F238E27FC236}">
                <a16:creationId xmlns:a16="http://schemas.microsoft.com/office/drawing/2014/main" id="{89C3A4AA-4A1D-476A-BA8F-EC231269268F}"/>
              </a:ext>
            </a:extLst>
          </p:cNvPr>
          <p:cNvSpPr>
            <a:spLocks xmlns:a="http://schemas.openxmlformats.org/drawingml/2006/main" noGrp="1"/>
          </p:cNvSpPr>
          <p:nvPr/>
        </p:nvSpPr>
        <p:spPr>
          <a:xfrm xmlns:a="http://schemas.openxmlformats.org/drawingml/2006/main">
            <a:off x="3662363" y="2514600"/>
            <a:ext cx="2147888" cy="180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97018"/>
          </a:bodyPr>
          <a:lstStyle xmlns:a="http://schemas.openxmlformats.org/drawingml/2006/main"/>
          <a:p xmlns:a="http://schemas.openxmlformats.org/drawingml/2006/main">
            <a:pPr algn="l">
              <a:lnSpc>
                <a:spcPct val="102000"/>
              </a:lnSpc>
              <a:buNone/>
              <a:defRPr sz="975" b="1">
                <a:solidFill>
                  <a:srgbClr val="2F5EF5"/>
                </a:solidFill>
                <a:latin typeface="Aptos"/>
                <a:ea typeface="Aptos"/>
                <a:cs typeface="Aptos"/>
              </a:defRPr>
            </a:pPr>
            <a:r>
              <a:rPr sz="1200" b="1">
                <a:solidFill>
                  <a:srgbClr val="7A2636"/>
                </a:solidFill>
                <a:latin typeface="Aptos"/>
                <a:ea typeface="Aptos"/>
                <a:cs typeface="Aptos"/>
              </a:rPr>
              <a:t>02</a:t>
            </a:r>
          </a:p>
        </p:txBody>
      </p:sp>
      <p:sp>
        <p:nvSpPr>
          <p:cNvPr id="12" name="Rectangle 11">
            <a:extLst xmlns:a="http://schemas.openxmlformats.org/drawingml/2006/main">
              <a:ext uri="{FF2B5EF4-FFF2-40B4-BE49-F238E27FC236}">
                <a16:creationId xmlns:a16="http://schemas.microsoft.com/office/drawing/2014/main" id="{1682F9F7-F68A-4745-AF46-56090670CE1E}"/>
              </a:ext>
            </a:extLst>
          </p:cNvPr>
          <p:cNvSpPr>
            <a:spLocks xmlns:a="http://schemas.openxmlformats.org/drawingml/2006/main" noGrp="1"/>
          </p:cNvSpPr>
          <p:nvPr/>
        </p:nvSpPr>
        <p:spPr>
          <a:xfrm xmlns:a="http://schemas.openxmlformats.org/drawingml/2006/main">
            <a:off x="3652838" y="2800350"/>
            <a:ext cx="2166938"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lnSpc>
                <a:spcPct val="102000"/>
              </a:lnSpc>
              <a:buNone/>
              <a:defRPr sz="1500" b="1">
                <a:solidFill>
                  <a:srgbClr val="1A202C"/>
                </a:solidFill>
                <a:latin typeface="Aptos"/>
                <a:ea typeface="Aptos"/>
                <a:cs typeface="Aptos"/>
              </a:defRPr>
            </a:pPr>
            <a:r>
              <a:rPr sz="1500" b="1">
                <a:solidFill>
                  <a:srgbClr val="1A202C"/>
                </a:solidFill>
                <a:latin typeface="Aptos"/>
                <a:ea typeface="Aptos"/>
                <a:cs typeface="Aptos"/>
              </a:rPr>
              <a:t>Дефинисање правила</a:t>
            </a:r>
          </a:p>
        </p:txBody>
      </p:sp>
      <p:sp>
        <p:nvSpPr>
          <p:cNvPr id="13" name="Rectangle 12">
            <a:extLst xmlns:a="http://schemas.openxmlformats.org/drawingml/2006/main">
              <a:ext uri="{FF2B5EF4-FFF2-40B4-BE49-F238E27FC236}">
                <a16:creationId xmlns:a16="http://schemas.microsoft.com/office/drawing/2014/main" id="{99F2E9E3-294D-4FD2-A75A-140C5399C0D9}"/>
              </a:ext>
            </a:extLst>
          </p:cNvPr>
          <p:cNvSpPr>
            <a:spLocks xmlns:a="http://schemas.openxmlformats.org/drawingml/2006/main" noGrp="1"/>
          </p:cNvSpPr>
          <p:nvPr/>
        </p:nvSpPr>
        <p:spPr>
          <a:xfrm xmlns:a="http://schemas.openxmlformats.org/drawingml/2006/main">
            <a:off x="3662363" y="3190875"/>
            <a:ext cx="2147888"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ctr">
              <a:lnSpc>
                <a:spcPct val="102000"/>
              </a:lnSpc>
              <a:buNone/>
              <a:defRPr sz="1125" b="0">
                <a:solidFill>
                  <a:srgbClr val="657184"/>
                </a:solidFill>
                <a:latin typeface="Aptos"/>
                <a:ea typeface="Aptos"/>
                <a:cs typeface="Aptos"/>
              </a:defRPr>
            </a:pPr>
            <a:r>
              <a:rPr sz="1275" b="0">
                <a:solidFill>
                  <a:srgbClr val="657184"/>
                </a:solidFill>
                <a:latin typeface="Aptos"/>
                <a:ea typeface="Aptos"/>
                <a:cs typeface="Aptos"/>
              </a:rPr>
              <a:t>улази и граница</a:t>
            </a:r>
          </a:p>
        </p:txBody>
      </p:sp>
      <p:sp>
        <p:nvSpPr>
          <p:cNvPr id="14" name="Rounded Rectangle 13">
            <a:extLst xmlns:a="http://schemas.openxmlformats.org/drawingml/2006/main">
              <a:ext uri="{FF2B5EF4-FFF2-40B4-BE49-F238E27FC236}">
                <a16:creationId xmlns:a16="http://schemas.microsoft.com/office/drawing/2014/main" id="{AF445FC9-17B3-4CA7-9AA6-176F4D0E0D4C}"/>
              </a:ext>
            </a:extLst>
          </p:cNvPr>
          <p:cNvSpPr>
            <a:spLocks xmlns:a="http://schemas.openxmlformats.org/drawingml/2006/main" noGrp="1"/>
          </p:cNvSpPr>
          <p:nvPr/>
        </p:nvSpPr>
        <p:spPr>
          <a:xfrm xmlns:a="http://schemas.openxmlformats.org/drawingml/2006/main">
            <a:off x="6238875" y="2400300"/>
            <a:ext cx="2433638" cy="1257300"/>
          </a:xfrm>
          <a:prstGeom xmlns:a="http://schemas.openxmlformats.org/drawingml/2006/main" prst="roundRect">
            <a:avLst>
              <a:gd name="adj" fmla="val 10606"/>
            </a:avLst>
          </a:prstGeom>
          <a:solidFill xmlns:a="http://schemas.openxmlformats.org/drawingml/2006/main">
            <a:srgbClr val="FFF0F0"/>
          </a:solidFill>
          <a:ln xmlns:a="http://schemas.openxmlformats.org/drawingml/2006/main" w="9525">
            <a:solidFill>
              <a:srgbClr val="D7DEE8"/>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5" name="Rectangle 14">
            <a:extLst xmlns:a="http://schemas.openxmlformats.org/drawingml/2006/main">
              <a:ext uri="{FF2B5EF4-FFF2-40B4-BE49-F238E27FC236}">
                <a16:creationId xmlns:a16="http://schemas.microsoft.com/office/drawing/2014/main" id="{9CBFC12D-40FD-4C16-9C23-D75A31BB1172}"/>
              </a:ext>
            </a:extLst>
          </p:cNvPr>
          <p:cNvSpPr>
            <a:spLocks xmlns:a="http://schemas.openxmlformats.org/drawingml/2006/main" noGrp="1"/>
          </p:cNvSpPr>
          <p:nvPr/>
        </p:nvSpPr>
        <p:spPr>
          <a:xfrm xmlns:a="http://schemas.openxmlformats.org/drawingml/2006/main">
            <a:off x="6381750" y="2514600"/>
            <a:ext cx="2147888" cy="180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97018"/>
          </a:bodyPr>
          <a:lstStyle xmlns:a="http://schemas.openxmlformats.org/drawingml/2006/main"/>
          <a:p xmlns:a="http://schemas.openxmlformats.org/drawingml/2006/main">
            <a:pPr algn="l">
              <a:lnSpc>
                <a:spcPct val="102000"/>
              </a:lnSpc>
              <a:buNone/>
              <a:defRPr sz="975" b="1">
                <a:solidFill>
                  <a:srgbClr val="C34747"/>
                </a:solidFill>
                <a:latin typeface="Aptos"/>
                <a:ea typeface="Aptos"/>
                <a:cs typeface="Aptos"/>
              </a:defRPr>
            </a:pPr>
            <a:r>
              <a:rPr sz="1200" b="1">
                <a:solidFill>
                  <a:srgbClr val="C34747"/>
                </a:solidFill>
                <a:latin typeface="Aptos"/>
                <a:ea typeface="Aptos"/>
                <a:cs typeface="Aptos"/>
              </a:rPr>
              <a:t>03</a:t>
            </a:r>
          </a:p>
        </p:txBody>
      </p:sp>
      <p:sp>
        <p:nvSpPr>
          <p:cNvPr id="16" name="Rectangle 15">
            <a:extLst xmlns:a="http://schemas.openxmlformats.org/drawingml/2006/main">
              <a:ext uri="{FF2B5EF4-FFF2-40B4-BE49-F238E27FC236}">
                <a16:creationId xmlns:a16="http://schemas.microsoft.com/office/drawing/2014/main" id="{799B7F27-9807-45A1-8128-282A8DCB8258}"/>
              </a:ext>
            </a:extLst>
          </p:cNvPr>
          <p:cNvSpPr>
            <a:spLocks xmlns:a="http://schemas.openxmlformats.org/drawingml/2006/main" noGrp="1"/>
          </p:cNvSpPr>
          <p:nvPr/>
        </p:nvSpPr>
        <p:spPr>
          <a:xfrm xmlns:a="http://schemas.openxmlformats.org/drawingml/2006/main">
            <a:off x="6372225" y="2800350"/>
            <a:ext cx="2166938"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lnSpc>
                <a:spcPct val="102000"/>
              </a:lnSpc>
              <a:buNone/>
              <a:defRPr sz="1500" b="1">
                <a:solidFill>
                  <a:srgbClr val="1A202C"/>
                </a:solidFill>
                <a:latin typeface="Aptos"/>
                <a:ea typeface="Aptos"/>
                <a:cs typeface="Aptos"/>
              </a:defRPr>
            </a:pPr>
            <a:r>
              <a:rPr sz="1500" b="1">
                <a:solidFill>
                  <a:srgbClr val="1A202C"/>
                </a:solidFill>
                <a:latin typeface="Aptos"/>
                <a:ea typeface="Aptos"/>
                <a:cs typeface="Aptos"/>
              </a:rPr>
              <a:t>Тест одбијања</a:t>
            </a:r>
          </a:p>
        </p:txBody>
      </p:sp>
      <p:sp>
        <p:nvSpPr>
          <p:cNvPr id="17" name="Rectangle 16">
            <a:extLst xmlns:a="http://schemas.openxmlformats.org/drawingml/2006/main">
              <a:ext uri="{FF2B5EF4-FFF2-40B4-BE49-F238E27FC236}">
                <a16:creationId xmlns:a16="http://schemas.microsoft.com/office/drawing/2014/main" id="{30B3B44D-A899-4A49-B472-CD8140E87080}"/>
              </a:ext>
            </a:extLst>
          </p:cNvPr>
          <p:cNvSpPr>
            <a:spLocks xmlns:a="http://schemas.openxmlformats.org/drawingml/2006/main" noGrp="1"/>
          </p:cNvSpPr>
          <p:nvPr/>
        </p:nvSpPr>
        <p:spPr>
          <a:xfrm xmlns:a="http://schemas.openxmlformats.org/drawingml/2006/main">
            <a:off x="6381750" y="3190875"/>
            <a:ext cx="2147888"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ctr">
              <a:lnSpc>
                <a:spcPct val="102000"/>
              </a:lnSpc>
              <a:buNone/>
              <a:defRPr sz="1125" b="0">
                <a:solidFill>
                  <a:srgbClr val="657184"/>
                </a:solidFill>
                <a:latin typeface="Aptos"/>
                <a:ea typeface="Aptos"/>
                <a:cs typeface="Aptos"/>
              </a:defRPr>
            </a:pPr>
            <a:r>
              <a:rPr sz="1275" b="0">
                <a:solidFill>
                  <a:srgbClr val="657184"/>
                </a:solidFill>
                <a:latin typeface="Aptos"/>
                <a:ea typeface="Aptos"/>
                <a:cs typeface="Aptos"/>
              </a:rPr>
              <a:t>једна чињеница недостаје</a:t>
            </a:r>
          </a:p>
        </p:txBody>
      </p:sp>
      <p:sp>
        <p:nvSpPr>
          <p:cNvPr id="18" name="Rounded Rectangle 17">
            <a:extLst xmlns:a="http://schemas.openxmlformats.org/drawingml/2006/main">
              <a:ext uri="{FF2B5EF4-FFF2-40B4-BE49-F238E27FC236}">
                <a16:creationId xmlns:a16="http://schemas.microsoft.com/office/drawing/2014/main" id="{FEA1F314-1D96-43A5-ACAB-8A504D4ED789}"/>
              </a:ext>
            </a:extLst>
          </p:cNvPr>
          <p:cNvSpPr>
            <a:spLocks xmlns:a="http://schemas.openxmlformats.org/drawingml/2006/main" noGrp="1"/>
          </p:cNvSpPr>
          <p:nvPr/>
        </p:nvSpPr>
        <p:spPr>
          <a:xfrm xmlns:a="http://schemas.openxmlformats.org/drawingml/2006/main">
            <a:off x="8958263" y="2400300"/>
            <a:ext cx="2433638" cy="1257300"/>
          </a:xfrm>
          <a:prstGeom xmlns:a="http://schemas.openxmlformats.org/drawingml/2006/main" prst="roundRect">
            <a:avLst>
              <a:gd name="adj" fmla="val 10606"/>
            </a:avLst>
          </a:prstGeom>
          <a:solidFill xmlns:a="http://schemas.openxmlformats.org/drawingml/2006/main">
            <a:srgbClr val="EDF8F2"/>
          </a:solidFill>
          <a:ln xmlns:a="http://schemas.openxmlformats.org/drawingml/2006/main" w="9525">
            <a:solidFill>
              <a:srgbClr val="D7DEE8"/>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9" name="Rectangle 18">
            <a:extLst xmlns:a="http://schemas.openxmlformats.org/drawingml/2006/main">
              <a:ext uri="{FF2B5EF4-FFF2-40B4-BE49-F238E27FC236}">
                <a16:creationId xmlns:a16="http://schemas.microsoft.com/office/drawing/2014/main" id="{3CD6698C-12D4-4C84-95BB-A6F0963A8480}"/>
              </a:ext>
            </a:extLst>
          </p:cNvPr>
          <p:cNvSpPr>
            <a:spLocks xmlns:a="http://schemas.openxmlformats.org/drawingml/2006/main" noGrp="1"/>
          </p:cNvSpPr>
          <p:nvPr/>
        </p:nvSpPr>
        <p:spPr>
          <a:xfrm xmlns:a="http://schemas.openxmlformats.org/drawingml/2006/main">
            <a:off x="9101138" y="2514600"/>
            <a:ext cx="2147888" cy="180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97018"/>
          </a:bodyPr>
          <a:lstStyle xmlns:a="http://schemas.openxmlformats.org/drawingml/2006/main"/>
          <a:p xmlns:a="http://schemas.openxmlformats.org/drawingml/2006/main">
            <a:pPr algn="l">
              <a:lnSpc>
                <a:spcPct val="102000"/>
              </a:lnSpc>
              <a:buNone/>
              <a:defRPr sz="975" b="1">
                <a:solidFill>
                  <a:srgbClr val="138A5B"/>
                </a:solidFill>
                <a:latin typeface="Aptos"/>
                <a:ea typeface="Aptos"/>
                <a:cs typeface="Aptos"/>
              </a:defRPr>
            </a:pPr>
            <a:r>
              <a:rPr sz="1200" b="1">
                <a:solidFill>
                  <a:srgbClr val="138A5B"/>
                </a:solidFill>
                <a:latin typeface="Aptos"/>
                <a:ea typeface="Aptos"/>
                <a:cs typeface="Aptos"/>
              </a:rPr>
              <a:t>04</a:t>
            </a:r>
          </a:p>
        </p:txBody>
      </p:sp>
      <p:sp>
        <p:nvSpPr>
          <p:cNvPr id="20" name="Rectangle 19">
            <a:extLst xmlns:a="http://schemas.openxmlformats.org/drawingml/2006/main">
              <a:ext uri="{FF2B5EF4-FFF2-40B4-BE49-F238E27FC236}">
                <a16:creationId xmlns:a16="http://schemas.microsoft.com/office/drawing/2014/main" id="{AB5A0E0C-7008-4D80-9A5A-A5089C2D0273}"/>
              </a:ext>
            </a:extLst>
          </p:cNvPr>
          <p:cNvSpPr>
            <a:spLocks xmlns:a="http://schemas.openxmlformats.org/drawingml/2006/main" noGrp="1"/>
          </p:cNvSpPr>
          <p:nvPr/>
        </p:nvSpPr>
        <p:spPr>
          <a:xfrm xmlns:a="http://schemas.openxmlformats.org/drawingml/2006/main">
            <a:off x="9091613" y="2800350"/>
            <a:ext cx="2166938"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lnSpc>
                <a:spcPct val="102000"/>
              </a:lnSpc>
              <a:buNone/>
              <a:defRPr sz="1500" b="1">
                <a:solidFill>
                  <a:srgbClr val="1A202C"/>
                </a:solidFill>
                <a:latin typeface="Aptos"/>
                <a:ea typeface="Aptos"/>
                <a:cs typeface="Aptos"/>
              </a:defRPr>
            </a:pPr>
            <a:r>
              <a:rPr sz="1500" b="1">
                <a:solidFill>
                  <a:srgbClr val="1A202C"/>
                </a:solidFill>
                <a:latin typeface="Aptos"/>
                <a:ea typeface="Aptos"/>
                <a:cs typeface="Aptos"/>
              </a:rPr>
              <a:t>Ревизиони запис</a:t>
            </a:r>
          </a:p>
        </p:txBody>
      </p:sp>
      <p:sp>
        <p:nvSpPr>
          <p:cNvPr id="21" name="Rectangle 20">
            <a:extLst xmlns:a="http://schemas.openxmlformats.org/drawingml/2006/main">
              <a:ext uri="{FF2B5EF4-FFF2-40B4-BE49-F238E27FC236}">
                <a16:creationId xmlns:a16="http://schemas.microsoft.com/office/drawing/2014/main" id="{D961B685-E228-4FD0-8150-2739A83FF8F4}"/>
              </a:ext>
            </a:extLst>
          </p:cNvPr>
          <p:cNvSpPr>
            <a:spLocks xmlns:a="http://schemas.openxmlformats.org/drawingml/2006/main" noGrp="1"/>
          </p:cNvSpPr>
          <p:nvPr/>
        </p:nvSpPr>
        <p:spPr>
          <a:xfrm xmlns:a="http://schemas.openxmlformats.org/drawingml/2006/main">
            <a:off x="9101138" y="3190875"/>
            <a:ext cx="2147888"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ctr">
              <a:lnSpc>
                <a:spcPct val="102000"/>
              </a:lnSpc>
              <a:buNone/>
              <a:defRPr sz="1125" b="0">
                <a:solidFill>
                  <a:srgbClr val="657184"/>
                </a:solidFill>
                <a:latin typeface="Aptos"/>
                <a:ea typeface="Aptos"/>
                <a:cs typeface="Aptos"/>
              </a:defRPr>
            </a:pPr>
            <a:r>
              <a:rPr sz="1275" b="0">
                <a:solidFill>
                  <a:srgbClr val="657184"/>
                </a:solidFill>
                <a:latin typeface="Aptos"/>
                <a:ea typeface="Aptos"/>
                <a:cs typeface="Aptos"/>
              </a:rPr>
              <a:t>исход и разлог</a:t>
            </a:r>
          </a:p>
        </p:txBody>
      </p:sp>
      <p:cxnSp>
        <p:nvCxnSpPr>
          <p:cNvPr id="221" name="Straight Arrow Connector 124"/>
          <p:cNvCxnSpPr>
            <a:stCxn xmlns:a="http://schemas.openxmlformats.org/drawingml/2006/main" id="6" idx="3"/>
            <a:endCxn xmlns:a="http://schemas.openxmlformats.org/drawingml/2006/main" id="10" idx="1"/>
          </p:cNvCxnSpPr>
          <p:nvPr/>
        </p:nvCxnSpPr>
        <p:spPr>
          <a:xfrm xmlns:a="http://schemas.openxmlformats.org/drawingml/2006/main">
            <a:off x="3233738" y="3028950"/>
            <a:ext cx="285750" cy="0"/>
          </a:xfrm>
          <a:prstGeom xmlns:a="http://schemas.openxmlformats.org/drawingml/2006/main" prst="straightConnector1">
            <a:avLst/>
          </a:prstGeom>
          <a:ln xmlns:a="http://schemas.openxmlformats.org/drawingml/2006/main" w="13335">
            <a:solidFill>
              <a:srgbClr val="748092"/>
            </a:solidFill>
            <a:prstDash val="solid"/>
            <a:tailEnd type="arrow" w="sm" len="sm"/>
          </a:ln>
        </p:spPr>
      </p:cxnSp>
      <p:cxnSp>
        <p:nvCxnSpPr>
          <p:cNvPr id="222" name="Straight Arrow Connector 125"/>
          <p:cNvCxnSpPr>
            <a:stCxn xmlns:a="http://schemas.openxmlformats.org/drawingml/2006/main" id="10" idx="3"/>
            <a:endCxn xmlns:a="http://schemas.openxmlformats.org/drawingml/2006/main" id="14" idx="1"/>
          </p:cNvCxnSpPr>
          <p:nvPr/>
        </p:nvCxnSpPr>
        <p:spPr>
          <a:xfrm xmlns:a="http://schemas.openxmlformats.org/drawingml/2006/main">
            <a:off x="5953126" y="3028950"/>
            <a:ext cx="285749" cy="0"/>
          </a:xfrm>
          <a:prstGeom xmlns:a="http://schemas.openxmlformats.org/drawingml/2006/main" prst="straightConnector1">
            <a:avLst/>
          </a:prstGeom>
          <a:ln xmlns:a="http://schemas.openxmlformats.org/drawingml/2006/main" w="13335">
            <a:solidFill>
              <a:srgbClr val="748092"/>
            </a:solidFill>
            <a:prstDash val="solid"/>
            <a:tailEnd type="arrow" w="sm" len="sm"/>
          </a:ln>
        </p:spPr>
      </p:cxnSp>
      <p:cxnSp>
        <p:nvCxnSpPr>
          <p:cNvPr id="223" name="Straight Arrow Connector 126"/>
          <p:cNvCxnSpPr>
            <a:stCxn xmlns:a="http://schemas.openxmlformats.org/drawingml/2006/main" id="14" idx="3"/>
            <a:endCxn xmlns:a="http://schemas.openxmlformats.org/drawingml/2006/main" id="18" idx="1"/>
          </p:cNvCxnSpPr>
          <p:nvPr/>
        </p:nvCxnSpPr>
        <p:spPr>
          <a:xfrm xmlns:a="http://schemas.openxmlformats.org/drawingml/2006/main">
            <a:off x="8672513" y="3028950"/>
            <a:ext cx="285750" cy="0"/>
          </a:xfrm>
          <a:prstGeom xmlns:a="http://schemas.openxmlformats.org/drawingml/2006/main" prst="straightConnector1">
            <a:avLst/>
          </a:prstGeom>
          <a:ln xmlns:a="http://schemas.openxmlformats.org/drawingml/2006/main" w="13335">
            <a:solidFill>
              <a:srgbClr val="748092"/>
            </a:solidFill>
            <a:prstDash val="solid"/>
            <a:tailEnd type="arrow" w="sm" len="sm"/>
          </a:ln>
        </p:spPr>
      </p:cxnSp>
      <p:sp>
        <p:nvSpPr>
          <p:cNvPr id="25" name="Rounded Rectangle 24">
            <a:extLst xmlns:a="http://schemas.openxmlformats.org/drawingml/2006/main">
              <a:ext uri="{FF2B5EF4-FFF2-40B4-BE49-F238E27FC236}">
                <a16:creationId xmlns:a16="http://schemas.microsoft.com/office/drawing/2014/main" id="{C6899EB5-38DC-45A4-B5B5-AD204D78F81A}"/>
              </a:ext>
            </a:extLst>
          </p:cNvPr>
          <p:cNvSpPr>
            <a:spLocks xmlns:a="http://schemas.openxmlformats.org/drawingml/2006/main" noGrp="1"/>
          </p:cNvSpPr>
          <p:nvPr/>
        </p:nvSpPr>
        <p:spPr>
          <a:xfrm xmlns:a="http://schemas.openxmlformats.org/drawingml/2006/main">
            <a:off x="1619250" y="4305300"/>
            <a:ext cx="8953500" cy="914400"/>
          </a:xfrm>
          <a:prstGeom xmlns:a="http://schemas.openxmlformats.org/drawingml/2006/main" prst="roundRect">
            <a:avLst>
              <a:gd name="adj" fmla="val 13542"/>
            </a:avLst>
          </a:prstGeom>
          <a:solidFill xmlns:a="http://schemas.openxmlformats.org/drawingml/2006/main">
            <a:srgbClr val="FFF6E9"/>
          </a:solidFill>
          <a:ln xmlns:a="http://schemas.openxmlformats.org/drawingml/2006/main" w="9525">
            <a:solidFill>
              <a:srgbClr val="D7DEE8"/>
            </a:solidFill>
            <a:prstDash val="solid"/>
          </a:ln>
        </p:spPr>
      </p:sp>
      <p:sp>
        <p:nvSpPr>
          <p:cNvPr id="26" name="Rounded Rectangle 25">
            <a:extLst xmlns:a="http://schemas.openxmlformats.org/drawingml/2006/main">
              <a:ext uri="{FF2B5EF4-FFF2-40B4-BE49-F238E27FC236}">
                <a16:creationId xmlns:a16="http://schemas.microsoft.com/office/drawing/2014/main" id="{87F1D2B1-A1FE-495A-962F-66D6425C81BD}"/>
              </a:ext>
            </a:extLst>
          </p:cNvPr>
          <p:cNvSpPr>
            <a:spLocks xmlns:a="http://schemas.openxmlformats.org/drawingml/2006/main" noGrp="1"/>
          </p:cNvSpPr>
          <p:nvPr/>
        </p:nvSpPr>
        <p:spPr>
          <a:xfrm xmlns:a="http://schemas.openxmlformats.org/drawingml/2006/main">
            <a:off x="1752600" y="4448175"/>
            <a:ext cx="57150" cy="628650"/>
          </a:xfrm>
          <a:prstGeom xmlns:a="http://schemas.openxmlformats.org/drawingml/2006/main" prst="roundRect">
            <a:avLst>
              <a:gd name="adj" fmla="val 50000"/>
            </a:avLst>
          </a:prstGeom>
          <a:solidFill xmlns:a="http://schemas.openxmlformats.org/drawingml/2006/main">
            <a:srgbClr val="7A2636"/>
          </a:solidFill>
          <a:ln xmlns:a="http://schemas.openxmlformats.org/drawingml/2006/main" w="0">
            <a:noFill/>
          </a:ln>
        </p:spPr>
      </p:sp>
      <p:sp>
        <p:nvSpPr>
          <p:cNvPr id="76" name="Rounded Rectangle 75">
            <a:extLst xmlns:a="http://schemas.openxmlformats.org/drawingml/2006/main">
              <a:ext uri="{FF2B5EF4-FFF2-40B4-BE49-F238E27FC236}">
                <a16:creationId xmlns:a16="http://schemas.microsoft.com/office/drawing/2014/main" id="{DC675329-BE92-4027-8181-4A61CB9386FB}"/>
              </a:ext>
            </a:extLst>
          </p:cNvPr>
          <p:cNvSpPr>
            <a:spLocks xmlns:a="http://schemas.openxmlformats.org/drawingml/2006/main" noGrp="1"/>
          </p:cNvSpPr>
          <p:nvPr/>
        </p:nvSpPr>
        <p:spPr>
          <a:xfrm xmlns:a="http://schemas.openxmlformats.org/drawingml/2006/main">
            <a:off x="914400" y="4267200"/>
            <a:ext cx="10363200" cy="990600"/>
          </a:xfrm>
          <a:prstGeom xmlns:a="http://schemas.openxmlformats.org/drawingml/2006/main" prst="roundRect">
            <a:avLst>
              <a:gd name="adj" fmla="val 13462"/>
            </a:avLst>
          </a:prstGeom>
          <a:solidFill xmlns:a="http://schemas.openxmlformats.org/drawingml/2006/main">
            <a:srgbClr val="F7EFF1"/>
          </a:solidFill>
          <a:ln xmlns:a="http://schemas.openxmlformats.org/drawingml/2006/main" w="8573">
            <a:solidFill>
              <a:srgbClr val="DBC7CC"/>
            </a:solidFill>
            <a:prstDash val="solid"/>
          </a:ln>
        </p:spPr>
      </p:sp>
      <p:sp>
        <p:nvSpPr>
          <p:cNvPr id="77" name="Rounded Rectangle 76">
            <a:extLst xmlns:a="http://schemas.openxmlformats.org/drawingml/2006/main">
              <a:ext uri="{FF2B5EF4-FFF2-40B4-BE49-F238E27FC236}">
                <a16:creationId xmlns:a16="http://schemas.microsoft.com/office/drawing/2014/main" id="{06E00B3F-95A7-475E-826F-7008981AFA0B}"/>
              </a:ext>
            </a:extLst>
          </p:cNvPr>
          <p:cNvSpPr>
            <a:spLocks xmlns:a="http://schemas.openxmlformats.org/drawingml/2006/main" noGrp="1"/>
          </p:cNvSpPr>
          <p:nvPr/>
        </p:nvSpPr>
        <p:spPr>
          <a:xfrm xmlns:a="http://schemas.openxmlformats.org/drawingml/2006/main">
            <a:off x="1085850" y="4419600"/>
            <a:ext cx="57150" cy="685800"/>
          </a:xfrm>
          <a:prstGeom xmlns:a="http://schemas.openxmlformats.org/drawingml/2006/main" prst="roundRect">
            <a:avLst>
              <a:gd name="adj" fmla="val 50000"/>
            </a:avLst>
          </a:prstGeom>
          <a:solidFill xmlns:a="http://schemas.openxmlformats.org/drawingml/2006/main">
            <a:srgbClr val="7A2636"/>
          </a:solidFill>
          <a:ln xmlns:a="http://schemas.openxmlformats.org/drawingml/2006/main" w="0">
            <a:noFill/>
          </a:ln>
        </p:spPr>
      </p:sp>
      <p:sp>
        <p:nvSpPr>
          <p:cNvPr id="78" name="Rectangle 77">
            <a:extLst xmlns:a="http://schemas.openxmlformats.org/drawingml/2006/main">
              <a:ext uri="{FF2B5EF4-FFF2-40B4-BE49-F238E27FC236}">
                <a16:creationId xmlns:a16="http://schemas.microsoft.com/office/drawing/2014/main" id="{2E3A7CD1-E515-467D-A40A-5DD9153BBB19}"/>
              </a:ext>
            </a:extLst>
          </p:cNvPr>
          <p:cNvSpPr>
            <a:spLocks xmlns:a="http://schemas.openxmlformats.org/drawingml/2006/main" noGrp="1"/>
          </p:cNvSpPr>
          <p:nvPr/>
        </p:nvSpPr>
        <p:spPr>
          <a:xfrm xmlns:a="http://schemas.openxmlformats.org/drawingml/2006/main">
            <a:off x="1333500" y="4371975"/>
            <a:ext cx="96393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buNone/>
              <a:defRPr sz="1013" b="1">
                <a:solidFill>
                  <a:srgbClr val="2854D7"/>
                </a:solidFill>
                <a:latin typeface="Aptos"/>
                <a:ea typeface="Aptos"/>
                <a:cs typeface="Aptos"/>
              </a:defRPr>
            </a:pPr>
            <a:r>
              <a:rPr sz="1200" b="1">
                <a:solidFill>
                  <a:srgbClr val="7A2636"/>
                </a:solidFill>
                <a:latin typeface="Aptos"/>
                <a:ea typeface="Aptos"/>
                <a:cs typeface="Aptos"/>
              </a:rPr>
              <a:t>ПРИМЕНА НА ПРОЈЕКАТ</a:t>
            </a:r>
          </a:p>
        </p:txBody>
      </p:sp>
      <p:sp>
        <p:nvSpPr>
          <p:cNvPr id="79" name="Rectangle 78">
            <a:extLst xmlns:a="http://schemas.openxmlformats.org/drawingml/2006/main">
              <a:ext uri="{FF2B5EF4-FFF2-40B4-BE49-F238E27FC236}">
                <a16:creationId xmlns:a16="http://schemas.microsoft.com/office/drawing/2014/main" id="{E468791F-2CF9-4996-9E74-F811C60874E7}"/>
              </a:ext>
            </a:extLst>
          </p:cNvPr>
          <p:cNvSpPr>
            <a:spLocks xmlns:a="http://schemas.openxmlformats.org/drawingml/2006/main" noGrp="1"/>
          </p:cNvSpPr>
          <p:nvPr/>
        </p:nvSpPr>
        <p:spPr>
          <a:xfrm xmlns:a="http://schemas.openxmlformats.org/drawingml/2006/main">
            <a:off x="1333500" y="4600575"/>
            <a:ext cx="96393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buNone/>
              <a:defRPr sz="1388" b="1">
                <a:solidFill>
                  <a:srgbClr val="1B2432"/>
                </a:solidFill>
                <a:latin typeface="Aptos"/>
                <a:ea typeface="Aptos"/>
                <a:cs typeface="Aptos"/>
              </a:defRPr>
            </a:pPr>
            <a:r>
              <a:rPr sz="1388" b="1">
                <a:solidFill>
                  <a:srgbClr val="1B2432"/>
                </a:solidFill>
                <a:latin typeface="Aptos"/>
                <a:ea typeface="Aptos"/>
                <a:cs typeface="Aptos"/>
              </a:rPr>
              <a:t>Пројектна примена теме „Атрибути, ризик и периодични преглед приступа“ обухвата једну серверску одлуку, тест одбијања и доказ који други члан тима може да понови.</a:t>
            </a:r>
          </a:p>
        </p:txBody>
      </p:sp>
    </p:spTree>
    <p:extLst>
      <p:ext uri="{BB962C8B-B14F-4D97-AF65-F5344CB8AC3E}">
        <p14:creationId xmlns:p14="http://schemas.microsoft.com/office/powerpoint/2010/main" val="90057214"/>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9" name="Rectangle 28">
            <a:extLst xmlns:a="http://schemas.openxmlformats.org/drawingml/2006/main">
              <a:ext uri="{FF2B5EF4-FFF2-40B4-BE49-F238E27FC236}">
                <a16:creationId xmlns:a16="http://schemas.microsoft.com/office/drawing/2014/main" id="{AAF1EBDD-8FFA-4038-B36F-0FC427C685DA}"/>
              </a:ext>
            </a:extLst>
          </p:cNvPr>
          <p:cNvSpPr>
            <a:spLocks xmlns:a="http://schemas.openxmlformats.org/drawingml/2006/main" noGrp="1"/>
          </p:cNvSpPr>
          <p:nvPr/>
        </p:nvSpPr>
        <p:spPr>
          <a:xfrm xmlns:a="http://schemas.openxmlformats.org/drawingml/2006/main">
            <a:off x="495300" y="238125"/>
            <a:ext cx="3429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825" b="0">
                <a:solidFill>
                  <a:srgbClr val="657184"/>
                </a:solidFill>
                <a:latin typeface="Aptos"/>
                <a:ea typeface="Aptos"/>
                <a:cs typeface="Aptos"/>
              </a:defRPr>
            </a:pPr>
            <a:r>
              <a:rPr sz="825" b="0">
                <a:solidFill>
                  <a:srgbClr val="5E6B7D"/>
                </a:solidFill>
                <a:latin typeface="Aptos"/>
                <a:ea typeface="Aptos"/>
                <a:cs typeface="Aptos"/>
              </a:rPr>
              <a:t>Основе информационе безбедности</a:t>
            </a:r>
          </a:p>
        </p:txBody>
      </p:sp>
      <p:sp>
        <p:nvSpPr>
          <p:cNvPr id="2" name="Straight Connector 1">
            <a:extLst xmlns:a="http://schemas.openxmlformats.org/drawingml/2006/main">
              <a:ext uri="{FF2B5EF4-FFF2-40B4-BE49-F238E27FC236}">
                <a16:creationId xmlns:a16="http://schemas.microsoft.com/office/drawing/2014/main" id="{D7084B09-DA2D-4772-8460-81CC29DF5089}"/>
              </a:ext>
            </a:extLst>
          </p:cNvPr>
          <p:cNvSpPr>
            <a:spLocks xmlns:a="http://schemas.openxmlformats.org/drawingml/2006/main" noGrp="1"/>
          </p:cNvSpPr>
          <p:nvPr/>
        </p:nvSpPr>
        <p:spPr>
          <a:xfrm xmlns:a="http://schemas.openxmlformats.org/drawingml/2006/main">
            <a:off x="495300" y="476250"/>
            <a:ext cx="11201400" cy="9525"/>
          </a:xfrm>
          <a:prstGeom xmlns:a="http://schemas.openxmlformats.org/drawingml/2006/main" prst="line">
            <a:avLst/>
          </a:prstGeom>
          <a:solidFill xmlns:a="http://schemas.openxmlformats.org/drawingml/2006/main">
            <a:srgbClr val="8D5560"/>
          </a:solidFill>
          <a:ln xmlns:a="http://schemas.openxmlformats.org/drawingml/2006/main" w="7144">
            <a:solidFill>
              <a:srgbClr val="8D5560"/>
            </a:solidFill>
            <a:prstDash val="solid"/>
          </a:ln>
        </p:spPr>
      </p:sp>
      <p:sp>
        <p:nvSpPr>
          <p:cNvPr id="3" name="Rectangle 2">
            <a:extLst xmlns:a="http://schemas.openxmlformats.org/drawingml/2006/main">
              <a:ext uri="{FF2B5EF4-FFF2-40B4-BE49-F238E27FC236}">
                <a16:creationId xmlns:a16="http://schemas.microsoft.com/office/drawing/2014/main" id="{80E7F011-BCB1-4CAC-A380-1ABD49ACD0B2}"/>
              </a:ext>
            </a:extLst>
          </p:cNvPr>
          <p:cNvSpPr>
            <a:spLocks xmlns:a="http://schemas.openxmlformats.org/drawingml/2006/main" noGrp="1"/>
          </p:cNvSpPr>
          <p:nvPr/>
        </p:nvSpPr>
        <p:spPr>
          <a:xfrm xmlns:a="http://schemas.openxmlformats.org/drawingml/2006/main">
            <a:off x="11372850" y="6477000"/>
            <a:ext cx="3238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r">
              <a:lnSpc>
                <a:spcPct val="102000"/>
              </a:lnSpc>
              <a:buNone/>
              <a:defRPr sz="975" b="0">
                <a:solidFill>
                  <a:srgbClr val="1A202C"/>
                </a:solidFill>
                <a:latin typeface="Aptos"/>
                <a:ea typeface="Aptos"/>
                <a:cs typeface="Aptos"/>
              </a:defRPr>
            </a:pPr>
            <a:r>
              <a:rPr sz="975" b="0">
                <a:solidFill>
                  <a:srgbClr val="1A202C"/>
                </a:solidFill>
                <a:latin typeface="Aptos"/>
                <a:ea typeface="Aptos"/>
                <a:cs typeface="Aptos"/>
              </a:rPr>
              <a:t>20</a:t>
            </a:r>
          </a:p>
        </p:txBody>
      </p:sp>
      <p:sp>
        <p:nvSpPr>
          <p:cNvPr id="4" name="Rectangle 3">
            <a:extLst xmlns:a="http://schemas.openxmlformats.org/drawingml/2006/main">
              <a:ext uri="{FF2B5EF4-FFF2-40B4-BE49-F238E27FC236}">
                <a16:creationId xmlns:a16="http://schemas.microsoft.com/office/drawing/2014/main" id="{A37C4B5E-F9EC-4E69-849D-088CDF2A32B2}"/>
              </a:ext>
            </a:extLst>
          </p:cNvPr>
          <p:cNvSpPr>
            <a:spLocks xmlns:a="http://schemas.openxmlformats.org/drawingml/2006/main" noGrp="1"/>
          </p:cNvSpPr>
          <p:nvPr/>
        </p:nvSpPr>
        <p:spPr>
          <a:xfrm xmlns:a="http://schemas.openxmlformats.org/drawingml/2006/main">
            <a:off x="685800" y="781050"/>
            <a:ext cx="108204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2000"/>
              </a:lnSpc>
              <a:buNone/>
              <a:defRPr sz="2550" b="1">
                <a:solidFill>
                  <a:srgbClr val="1A202C"/>
                </a:solidFill>
                <a:latin typeface="Aptos Display"/>
                <a:ea typeface="Aptos Display"/>
                <a:cs typeface="Aptos Display"/>
              </a:defRPr>
            </a:pPr>
            <a:r>
              <a:rPr sz="2550" b="1">
                <a:solidFill>
                  <a:srgbClr val="1A202C"/>
                </a:solidFill>
                <a:latin typeface="Aptos Display"/>
                <a:ea typeface="Aptos Display"/>
                <a:cs typeface="Aptos Display"/>
              </a:rPr>
              <a:t>Провера разумевања</a:t>
            </a:r>
          </a:p>
        </p:txBody>
      </p:sp>
      <p:sp>
        <p:nvSpPr>
          <p:cNvPr id="5" name="Rectangle 4">
            <a:extLst xmlns:a="http://schemas.openxmlformats.org/drawingml/2006/main">
              <a:ext uri="{FF2B5EF4-FFF2-40B4-BE49-F238E27FC236}">
                <a16:creationId xmlns:a16="http://schemas.microsoft.com/office/drawing/2014/main" id="{D6ABAF96-05E9-49EF-B2A3-EE6F3240A873}"/>
              </a:ext>
            </a:extLst>
          </p:cNvPr>
          <p:cNvSpPr>
            <a:spLocks xmlns:a="http://schemas.openxmlformats.org/drawingml/2006/main" noGrp="1"/>
          </p:cNvSpPr>
          <p:nvPr/>
        </p:nvSpPr>
        <p:spPr>
          <a:xfrm xmlns:a="http://schemas.openxmlformats.org/drawingml/2006/main">
            <a:off x="685800" y="1428750"/>
            <a:ext cx="108204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1575" b="0">
                <a:solidFill>
                  <a:srgbClr val="657184"/>
                </a:solidFill>
                <a:latin typeface="Aptos"/>
                <a:ea typeface="Aptos"/>
                <a:cs typeface="Aptos"/>
              </a:defRPr>
            </a:pPr>
            <a:r>
              <a:rPr sz="1575" b="0">
                <a:solidFill>
                  <a:srgbClr val="657184"/>
                </a:solidFill>
                <a:latin typeface="Aptos"/>
                <a:ea typeface="Aptos"/>
                <a:cs typeface="Aptos"/>
              </a:rPr>
              <a:t>Разумевање теме подразумева објашњење одлуке и доказа независно од конкретног технолошког оквира.</a:t>
            </a:r>
          </a:p>
        </p:txBody>
      </p:sp>
      <p:sp>
        <p:nvSpPr>
          <p:cNvPr id="6" name="Rounded Rectangle 5">
            <a:extLst xmlns:a="http://schemas.openxmlformats.org/drawingml/2006/main">
              <a:ext uri="{FF2B5EF4-FFF2-40B4-BE49-F238E27FC236}">
                <a16:creationId xmlns:a16="http://schemas.microsoft.com/office/drawing/2014/main" id="{EF2BE3D4-992A-4E3E-8302-5256F38DA157}"/>
              </a:ext>
            </a:extLst>
          </p:cNvPr>
          <p:cNvSpPr>
            <a:spLocks xmlns:a="http://schemas.openxmlformats.org/drawingml/2006/main" noGrp="1"/>
          </p:cNvSpPr>
          <p:nvPr/>
        </p:nvSpPr>
        <p:spPr>
          <a:xfrm xmlns:a="http://schemas.openxmlformats.org/drawingml/2006/main">
            <a:off x="723900" y="2286000"/>
            <a:ext cx="2471738" cy="1257300"/>
          </a:xfrm>
          <a:prstGeom xmlns:a="http://schemas.openxmlformats.org/drawingml/2006/main" prst="roundRect">
            <a:avLst>
              <a:gd name="adj" fmla="val 10606"/>
            </a:avLst>
          </a:prstGeom>
          <a:solidFill xmlns:a="http://schemas.openxmlformats.org/drawingml/2006/main">
            <a:srgbClr val="F4F6F9"/>
          </a:solidFill>
          <a:ln xmlns:a="http://schemas.openxmlformats.org/drawingml/2006/main" w="9525">
            <a:solidFill>
              <a:srgbClr val="D7DEE8"/>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7" name="Rectangle 6">
            <a:extLst xmlns:a="http://schemas.openxmlformats.org/drawingml/2006/main">
              <a:ext uri="{FF2B5EF4-FFF2-40B4-BE49-F238E27FC236}">
                <a16:creationId xmlns:a16="http://schemas.microsoft.com/office/drawing/2014/main" id="{D12C6503-C622-4218-B9B5-EBE50BC2085B}"/>
              </a:ext>
            </a:extLst>
          </p:cNvPr>
          <p:cNvSpPr>
            <a:spLocks xmlns:a="http://schemas.openxmlformats.org/drawingml/2006/main" noGrp="1"/>
          </p:cNvSpPr>
          <p:nvPr/>
        </p:nvSpPr>
        <p:spPr>
          <a:xfrm xmlns:a="http://schemas.openxmlformats.org/drawingml/2006/main">
            <a:off x="866775" y="2400300"/>
            <a:ext cx="2185988" cy="180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97018"/>
          </a:bodyPr>
          <a:lstStyle xmlns:a="http://schemas.openxmlformats.org/drawingml/2006/main"/>
          <a:p xmlns:a="http://schemas.openxmlformats.org/drawingml/2006/main">
            <a:pPr algn="l">
              <a:lnSpc>
                <a:spcPct val="102000"/>
              </a:lnSpc>
              <a:buNone/>
              <a:defRPr sz="975" b="1">
                <a:solidFill>
                  <a:srgbClr val="748092"/>
                </a:solidFill>
                <a:latin typeface="Aptos"/>
                <a:ea typeface="Aptos"/>
                <a:cs typeface="Aptos"/>
              </a:defRPr>
            </a:pPr>
            <a:r>
              <a:rPr sz="1200" b="1">
                <a:solidFill>
                  <a:srgbClr val="748092"/>
                </a:solidFill>
                <a:latin typeface="Aptos"/>
                <a:ea typeface="Aptos"/>
                <a:cs typeface="Aptos"/>
              </a:rPr>
              <a:t>01</a:t>
            </a:r>
          </a:p>
        </p:txBody>
      </p:sp>
      <p:sp>
        <p:nvSpPr>
          <p:cNvPr id="8" name="Rectangle 7">
            <a:extLst xmlns:a="http://schemas.openxmlformats.org/drawingml/2006/main">
              <a:ext uri="{FF2B5EF4-FFF2-40B4-BE49-F238E27FC236}">
                <a16:creationId xmlns:a16="http://schemas.microsoft.com/office/drawing/2014/main" id="{F8740374-A1F7-4836-882B-BA507D635A74}"/>
              </a:ext>
            </a:extLst>
          </p:cNvPr>
          <p:cNvSpPr>
            <a:spLocks xmlns:a="http://schemas.openxmlformats.org/drawingml/2006/main" noGrp="1"/>
          </p:cNvSpPr>
          <p:nvPr/>
        </p:nvSpPr>
        <p:spPr>
          <a:xfrm xmlns:a="http://schemas.openxmlformats.org/drawingml/2006/main">
            <a:off x="857250" y="2686050"/>
            <a:ext cx="2205038"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ctr">
              <a:lnSpc>
                <a:spcPct val="102000"/>
              </a:lnSpc>
              <a:buNone/>
              <a:defRPr sz="1500" b="1">
                <a:solidFill>
                  <a:srgbClr val="1A202C"/>
                </a:solidFill>
                <a:latin typeface="Aptos"/>
                <a:ea typeface="Aptos"/>
                <a:cs typeface="Aptos"/>
              </a:defRPr>
            </a:pPr>
            <a:r>
              <a:rPr sz="1500" b="1">
                <a:solidFill>
                  <a:srgbClr val="1A202C"/>
                </a:solidFill>
                <a:latin typeface="Aptos"/>
                <a:ea typeface="Aptos"/>
                <a:cs typeface="Aptos"/>
              </a:rPr>
              <a:t>Атрибути</a:t>
            </a:r>
          </a:p>
        </p:txBody>
      </p:sp>
      <p:sp>
        <p:nvSpPr>
          <p:cNvPr id="9" name="Rectangle 8">
            <a:extLst xmlns:a="http://schemas.openxmlformats.org/drawingml/2006/main">
              <a:ext uri="{FF2B5EF4-FFF2-40B4-BE49-F238E27FC236}">
                <a16:creationId xmlns:a16="http://schemas.microsoft.com/office/drawing/2014/main" id="{5164255D-E4DF-4536-89EA-CC45DE777AAF}"/>
              </a:ext>
            </a:extLst>
          </p:cNvPr>
          <p:cNvSpPr>
            <a:spLocks xmlns:a="http://schemas.openxmlformats.org/drawingml/2006/main" noGrp="1"/>
          </p:cNvSpPr>
          <p:nvPr/>
        </p:nvSpPr>
        <p:spPr>
          <a:xfrm xmlns:a="http://schemas.openxmlformats.org/drawingml/2006/main">
            <a:off x="866775" y="3076575"/>
            <a:ext cx="2185988"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ctr">
              <a:lnSpc>
                <a:spcPct val="102000"/>
              </a:lnSpc>
              <a:buNone/>
              <a:defRPr sz="1125" b="0">
                <a:solidFill>
                  <a:srgbClr val="657184"/>
                </a:solidFill>
                <a:latin typeface="Aptos"/>
                <a:ea typeface="Aptos"/>
                <a:cs typeface="Aptos"/>
              </a:defRPr>
            </a:pPr>
            <a:r>
              <a:rPr sz="1275" b="0">
                <a:solidFill>
                  <a:srgbClr val="657184"/>
                </a:solidFill>
                <a:latin typeface="Aptos"/>
                <a:ea typeface="Aptos"/>
                <a:cs typeface="Aptos"/>
              </a:rPr>
              <a:t>контекст одлуке</a:t>
            </a:r>
          </a:p>
        </p:txBody>
      </p:sp>
      <p:sp>
        <p:nvSpPr>
          <p:cNvPr id="10" name="Rounded Rectangle 9">
            <a:extLst xmlns:a="http://schemas.openxmlformats.org/drawingml/2006/main">
              <a:ext uri="{FF2B5EF4-FFF2-40B4-BE49-F238E27FC236}">
                <a16:creationId xmlns:a16="http://schemas.microsoft.com/office/drawing/2014/main" id="{7E440E80-26AE-4C38-A572-D4A51956348D}"/>
              </a:ext>
            </a:extLst>
          </p:cNvPr>
          <p:cNvSpPr>
            <a:spLocks xmlns:a="http://schemas.openxmlformats.org/drawingml/2006/main" noGrp="1"/>
          </p:cNvSpPr>
          <p:nvPr/>
        </p:nvSpPr>
        <p:spPr>
          <a:xfrm xmlns:a="http://schemas.openxmlformats.org/drawingml/2006/main">
            <a:off x="3481388" y="2286000"/>
            <a:ext cx="2471738" cy="1257300"/>
          </a:xfrm>
          <a:prstGeom xmlns:a="http://schemas.openxmlformats.org/drawingml/2006/main" prst="roundRect">
            <a:avLst>
              <a:gd name="adj" fmla="val 10606"/>
            </a:avLst>
          </a:prstGeom>
          <a:solidFill xmlns:a="http://schemas.openxmlformats.org/drawingml/2006/main">
            <a:srgbClr val="EDF8FA"/>
          </a:solidFill>
          <a:ln xmlns:a="http://schemas.openxmlformats.org/drawingml/2006/main" w="9525">
            <a:solidFill>
              <a:srgbClr val="D7DEE8"/>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1" name="Rectangle 10">
            <a:extLst xmlns:a="http://schemas.openxmlformats.org/drawingml/2006/main">
              <a:ext uri="{FF2B5EF4-FFF2-40B4-BE49-F238E27FC236}">
                <a16:creationId xmlns:a16="http://schemas.microsoft.com/office/drawing/2014/main" id="{6FC84190-46BD-48A0-A729-600DB5BEB187}"/>
              </a:ext>
            </a:extLst>
          </p:cNvPr>
          <p:cNvSpPr>
            <a:spLocks xmlns:a="http://schemas.openxmlformats.org/drawingml/2006/main" noGrp="1"/>
          </p:cNvSpPr>
          <p:nvPr/>
        </p:nvSpPr>
        <p:spPr>
          <a:xfrm xmlns:a="http://schemas.openxmlformats.org/drawingml/2006/main">
            <a:off x="3624263" y="2400300"/>
            <a:ext cx="2185988" cy="180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97018"/>
          </a:bodyPr>
          <a:lstStyle xmlns:a="http://schemas.openxmlformats.org/drawingml/2006/main"/>
          <a:p xmlns:a="http://schemas.openxmlformats.org/drawingml/2006/main">
            <a:pPr algn="l">
              <a:lnSpc>
                <a:spcPct val="102000"/>
              </a:lnSpc>
              <a:buNone/>
              <a:defRPr sz="975" b="1">
                <a:solidFill>
                  <a:srgbClr val="168496"/>
                </a:solidFill>
                <a:latin typeface="Aptos"/>
                <a:ea typeface="Aptos"/>
                <a:cs typeface="Aptos"/>
              </a:defRPr>
            </a:pPr>
            <a:r>
              <a:rPr sz="1200" b="1">
                <a:solidFill>
                  <a:srgbClr val="168496"/>
                </a:solidFill>
                <a:latin typeface="Aptos"/>
                <a:ea typeface="Aptos"/>
                <a:cs typeface="Aptos"/>
              </a:rPr>
              <a:t>02</a:t>
            </a:r>
          </a:p>
        </p:txBody>
      </p:sp>
      <p:sp>
        <p:nvSpPr>
          <p:cNvPr id="12" name="Rectangle 11">
            <a:extLst xmlns:a="http://schemas.openxmlformats.org/drawingml/2006/main">
              <a:ext uri="{FF2B5EF4-FFF2-40B4-BE49-F238E27FC236}">
                <a16:creationId xmlns:a16="http://schemas.microsoft.com/office/drawing/2014/main" id="{1D64747F-49AD-4BB9-B46D-65881440A390}"/>
              </a:ext>
            </a:extLst>
          </p:cNvPr>
          <p:cNvSpPr>
            <a:spLocks xmlns:a="http://schemas.openxmlformats.org/drawingml/2006/main" noGrp="1"/>
          </p:cNvSpPr>
          <p:nvPr/>
        </p:nvSpPr>
        <p:spPr>
          <a:xfrm xmlns:a="http://schemas.openxmlformats.org/drawingml/2006/main">
            <a:off x="3614738" y="2686050"/>
            <a:ext cx="2205038"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ctr">
              <a:lnSpc>
                <a:spcPct val="102000"/>
              </a:lnSpc>
              <a:buNone/>
              <a:defRPr sz="1500" b="1">
                <a:solidFill>
                  <a:srgbClr val="1A202C"/>
                </a:solidFill>
                <a:latin typeface="Aptos"/>
                <a:ea typeface="Aptos"/>
                <a:cs typeface="Aptos"/>
              </a:defRPr>
            </a:pPr>
            <a:r>
              <a:rPr sz="1500" b="1">
                <a:solidFill>
                  <a:srgbClr val="1A202C"/>
                </a:solidFill>
                <a:latin typeface="Aptos"/>
                <a:ea typeface="Aptos"/>
                <a:cs typeface="Aptos"/>
              </a:rPr>
              <a:t>Политика</a:t>
            </a:r>
          </a:p>
        </p:txBody>
      </p:sp>
      <p:sp>
        <p:nvSpPr>
          <p:cNvPr id="13" name="Rectangle 12">
            <a:extLst xmlns:a="http://schemas.openxmlformats.org/drawingml/2006/main">
              <a:ext uri="{FF2B5EF4-FFF2-40B4-BE49-F238E27FC236}">
                <a16:creationId xmlns:a16="http://schemas.microsoft.com/office/drawing/2014/main" id="{34713B37-2CC6-43C1-A6B5-BD7E1ECB4276}"/>
              </a:ext>
            </a:extLst>
          </p:cNvPr>
          <p:cNvSpPr>
            <a:spLocks xmlns:a="http://schemas.openxmlformats.org/drawingml/2006/main" noGrp="1"/>
          </p:cNvSpPr>
          <p:nvPr/>
        </p:nvSpPr>
        <p:spPr>
          <a:xfrm xmlns:a="http://schemas.openxmlformats.org/drawingml/2006/main">
            <a:off x="3624263" y="3076575"/>
            <a:ext cx="2185988"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ctr">
              <a:lnSpc>
                <a:spcPct val="102000"/>
              </a:lnSpc>
              <a:buNone/>
              <a:defRPr sz="1125" b="0">
                <a:solidFill>
                  <a:srgbClr val="657184"/>
                </a:solidFill>
                <a:latin typeface="Aptos"/>
                <a:ea typeface="Aptos"/>
                <a:cs typeface="Aptos"/>
              </a:defRPr>
            </a:pPr>
            <a:r>
              <a:rPr sz="1275" b="0">
                <a:solidFill>
                  <a:srgbClr val="657184"/>
                </a:solidFill>
                <a:latin typeface="Aptos"/>
                <a:ea typeface="Aptos"/>
                <a:cs typeface="Aptos"/>
              </a:rPr>
              <a:t>правило које их тумачи</a:t>
            </a:r>
          </a:p>
        </p:txBody>
      </p:sp>
      <p:sp>
        <p:nvSpPr>
          <p:cNvPr id="14" name="Rounded Rectangle 13">
            <a:extLst xmlns:a="http://schemas.openxmlformats.org/drawingml/2006/main">
              <a:ext uri="{FF2B5EF4-FFF2-40B4-BE49-F238E27FC236}">
                <a16:creationId xmlns:a16="http://schemas.microsoft.com/office/drawing/2014/main" id="{7848B106-4D37-41A7-AF53-64411C74B66D}"/>
              </a:ext>
            </a:extLst>
          </p:cNvPr>
          <p:cNvSpPr>
            <a:spLocks xmlns:a="http://schemas.openxmlformats.org/drawingml/2006/main" noGrp="1"/>
          </p:cNvSpPr>
          <p:nvPr/>
        </p:nvSpPr>
        <p:spPr>
          <a:xfrm xmlns:a="http://schemas.openxmlformats.org/drawingml/2006/main">
            <a:off x="6238875" y="2286000"/>
            <a:ext cx="2471738" cy="1257300"/>
          </a:xfrm>
          <a:prstGeom xmlns:a="http://schemas.openxmlformats.org/drawingml/2006/main" prst="roundRect">
            <a:avLst>
              <a:gd name="adj" fmla="val 10606"/>
            </a:avLst>
          </a:prstGeom>
          <a:solidFill xmlns:a="http://schemas.openxmlformats.org/drawingml/2006/main">
            <a:srgbClr val="FFF6E9"/>
          </a:solidFill>
          <a:ln xmlns:a="http://schemas.openxmlformats.org/drawingml/2006/main" w="9525">
            <a:solidFill>
              <a:srgbClr val="D7DEE8"/>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5" name="Rectangle 14">
            <a:extLst xmlns:a="http://schemas.openxmlformats.org/drawingml/2006/main">
              <a:ext uri="{FF2B5EF4-FFF2-40B4-BE49-F238E27FC236}">
                <a16:creationId xmlns:a16="http://schemas.microsoft.com/office/drawing/2014/main" id="{9D90CCDC-DC4A-499F-B998-2366CCB468AF}"/>
              </a:ext>
            </a:extLst>
          </p:cNvPr>
          <p:cNvSpPr>
            <a:spLocks xmlns:a="http://schemas.openxmlformats.org/drawingml/2006/main" noGrp="1"/>
          </p:cNvSpPr>
          <p:nvPr/>
        </p:nvSpPr>
        <p:spPr>
          <a:xfrm xmlns:a="http://schemas.openxmlformats.org/drawingml/2006/main">
            <a:off x="6381750" y="2400300"/>
            <a:ext cx="2185988" cy="180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97018"/>
          </a:bodyPr>
          <a:lstStyle xmlns:a="http://schemas.openxmlformats.org/drawingml/2006/main"/>
          <a:p xmlns:a="http://schemas.openxmlformats.org/drawingml/2006/main">
            <a:pPr algn="l">
              <a:lnSpc>
                <a:spcPct val="102000"/>
              </a:lnSpc>
              <a:buNone/>
              <a:defRPr sz="975" b="1">
                <a:solidFill>
                  <a:srgbClr val="B86A09"/>
                </a:solidFill>
                <a:latin typeface="Aptos"/>
                <a:ea typeface="Aptos"/>
                <a:cs typeface="Aptos"/>
              </a:defRPr>
            </a:pPr>
            <a:r>
              <a:rPr sz="1200" b="1">
                <a:solidFill>
                  <a:srgbClr val="B86A09"/>
                </a:solidFill>
                <a:latin typeface="Aptos"/>
                <a:ea typeface="Aptos"/>
                <a:cs typeface="Aptos"/>
              </a:rPr>
              <a:t>03</a:t>
            </a:r>
          </a:p>
        </p:txBody>
      </p:sp>
      <p:sp>
        <p:nvSpPr>
          <p:cNvPr id="16" name="Rectangle 15">
            <a:extLst xmlns:a="http://schemas.openxmlformats.org/drawingml/2006/main">
              <a:ext uri="{FF2B5EF4-FFF2-40B4-BE49-F238E27FC236}">
                <a16:creationId xmlns:a16="http://schemas.microsoft.com/office/drawing/2014/main" id="{D0D2E6FE-4746-4B99-91CD-FDB1D8693A0B}"/>
              </a:ext>
            </a:extLst>
          </p:cNvPr>
          <p:cNvSpPr>
            <a:spLocks xmlns:a="http://schemas.openxmlformats.org/drawingml/2006/main" noGrp="1"/>
          </p:cNvSpPr>
          <p:nvPr/>
        </p:nvSpPr>
        <p:spPr>
          <a:xfrm xmlns:a="http://schemas.openxmlformats.org/drawingml/2006/main">
            <a:off x="6372225" y="2686050"/>
            <a:ext cx="2205038"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ctr">
              <a:lnSpc>
                <a:spcPct val="102000"/>
              </a:lnSpc>
              <a:buNone/>
              <a:defRPr sz="1500" b="1">
                <a:solidFill>
                  <a:srgbClr val="1A202C"/>
                </a:solidFill>
                <a:latin typeface="Aptos"/>
                <a:ea typeface="Aptos"/>
                <a:cs typeface="Aptos"/>
              </a:defRPr>
            </a:pPr>
            <a:r>
              <a:rPr sz="1500" b="1">
                <a:solidFill>
                  <a:srgbClr val="1A202C"/>
                </a:solidFill>
                <a:latin typeface="Aptos"/>
                <a:ea typeface="Aptos"/>
                <a:cs typeface="Aptos"/>
              </a:rPr>
              <a:t>Ризик</a:t>
            </a:r>
          </a:p>
        </p:txBody>
      </p:sp>
      <p:sp>
        <p:nvSpPr>
          <p:cNvPr id="17" name="Rectangle 16">
            <a:extLst xmlns:a="http://schemas.openxmlformats.org/drawingml/2006/main">
              <a:ext uri="{FF2B5EF4-FFF2-40B4-BE49-F238E27FC236}">
                <a16:creationId xmlns:a16="http://schemas.microsoft.com/office/drawing/2014/main" id="{8FF8B211-4887-456F-A798-DF0D04E7961B}"/>
              </a:ext>
            </a:extLst>
          </p:cNvPr>
          <p:cNvSpPr>
            <a:spLocks xmlns:a="http://schemas.openxmlformats.org/drawingml/2006/main" noGrp="1"/>
          </p:cNvSpPr>
          <p:nvPr/>
        </p:nvSpPr>
        <p:spPr>
          <a:xfrm xmlns:a="http://schemas.openxmlformats.org/drawingml/2006/main">
            <a:off x="6381750" y="3076575"/>
            <a:ext cx="2185988"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ctr">
              <a:lnSpc>
                <a:spcPct val="102000"/>
              </a:lnSpc>
              <a:buNone/>
              <a:defRPr sz="1125" b="0">
                <a:solidFill>
                  <a:srgbClr val="657184"/>
                </a:solidFill>
                <a:latin typeface="Aptos"/>
                <a:ea typeface="Aptos"/>
                <a:cs typeface="Aptos"/>
              </a:defRPr>
            </a:pPr>
            <a:r>
              <a:rPr sz="1275" b="0">
                <a:solidFill>
                  <a:srgbClr val="657184"/>
                </a:solidFill>
                <a:latin typeface="Aptos"/>
                <a:ea typeface="Aptos"/>
                <a:cs typeface="Aptos"/>
              </a:rPr>
              <a:t>утицај и вероватноћа</a:t>
            </a:r>
          </a:p>
        </p:txBody>
      </p:sp>
      <p:sp>
        <p:nvSpPr>
          <p:cNvPr id="18" name="Rounded Rectangle 17">
            <a:extLst xmlns:a="http://schemas.openxmlformats.org/drawingml/2006/main">
              <a:ext uri="{FF2B5EF4-FFF2-40B4-BE49-F238E27FC236}">
                <a16:creationId xmlns:a16="http://schemas.microsoft.com/office/drawing/2014/main" id="{44508DBB-5B19-4CFC-A258-5685D3E60C1E}"/>
              </a:ext>
            </a:extLst>
          </p:cNvPr>
          <p:cNvSpPr>
            <a:spLocks xmlns:a="http://schemas.openxmlformats.org/drawingml/2006/main" noGrp="1"/>
          </p:cNvSpPr>
          <p:nvPr/>
        </p:nvSpPr>
        <p:spPr>
          <a:xfrm xmlns:a="http://schemas.openxmlformats.org/drawingml/2006/main">
            <a:off x="8996363" y="2286000"/>
            <a:ext cx="2471738" cy="1257300"/>
          </a:xfrm>
          <a:prstGeom xmlns:a="http://schemas.openxmlformats.org/drawingml/2006/main" prst="roundRect">
            <a:avLst>
              <a:gd name="adj" fmla="val 10606"/>
            </a:avLst>
          </a:prstGeom>
          <a:solidFill xmlns:a="http://schemas.openxmlformats.org/drawingml/2006/main">
            <a:srgbClr val="EDF8F2"/>
          </a:solidFill>
          <a:ln xmlns:a="http://schemas.openxmlformats.org/drawingml/2006/main" w="9525">
            <a:solidFill>
              <a:srgbClr val="D7DEE8"/>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9" name="Rectangle 18">
            <a:extLst xmlns:a="http://schemas.openxmlformats.org/drawingml/2006/main">
              <a:ext uri="{FF2B5EF4-FFF2-40B4-BE49-F238E27FC236}">
                <a16:creationId xmlns:a16="http://schemas.microsoft.com/office/drawing/2014/main" id="{CEE5A16A-4475-408D-9D4D-F4483731BF4B}"/>
              </a:ext>
            </a:extLst>
          </p:cNvPr>
          <p:cNvSpPr>
            <a:spLocks xmlns:a="http://schemas.openxmlformats.org/drawingml/2006/main" noGrp="1"/>
          </p:cNvSpPr>
          <p:nvPr/>
        </p:nvSpPr>
        <p:spPr>
          <a:xfrm xmlns:a="http://schemas.openxmlformats.org/drawingml/2006/main">
            <a:off x="9139238" y="2400300"/>
            <a:ext cx="2185988" cy="180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97018"/>
          </a:bodyPr>
          <a:lstStyle xmlns:a="http://schemas.openxmlformats.org/drawingml/2006/main"/>
          <a:p xmlns:a="http://schemas.openxmlformats.org/drawingml/2006/main">
            <a:pPr algn="l">
              <a:lnSpc>
                <a:spcPct val="102000"/>
              </a:lnSpc>
              <a:buNone/>
              <a:defRPr sz="975" b="1">
                <a:solidFill>
                  <a:srgbClr val="138A5B"/>
                </a:solidFill>
                <a:latin typeface="Aptos"/>
                <a:ea typeface="Aptos"/>
                <a:cs typeface="Aptos"/>
              </a:defRPr>
            </a:pPr>
            <a:r>
              <a:rPr sz="1200" b="1">
                <a:solidFill>
                  <a:srgbClr val="138A5B"/>
                </a:solidFill>
                <a:latin typeface="Aptos"/>
                <a:ea typeface="Aptos"/>
                <a:cs typeface="Aptos"/>
              </a:rPr>
              <a:t>04</a:t>
            </a:r>
          </a:p>
        </p:txBody>
      </p:sp>
      <p:sp>
        <p:nvSpPr>
          <p:cNvPr id="20" name="Rectangle 19">
            <a:extLst xmlns:a="http://schemas.openxmlformats.org/drawingml/2006/main">
              <a:ext uri="{FF2B5EF4-FFF2-40B4-BE49-F238E27FC236}">
                <a16:creationId xmlns:a16="http://schemas.microsoft.com/office/drawing/2014/main" id="{54F86656-1FC6-4A3E-8C84-09241A18FB2C}"/>
              </a:ext>
            </a:extLst>
          </p:cNvPr>
          <p:cNvSpPr>
            <a:spLocks xmlns:a="http://schemas.openxmlformats.org/drawingml/2006/main" noGrp="1"/>
          </p:cNvSpPr>
          <p:nvPr/>
        </p:nvSpPr>
        <p:spPr>
          <a:xfrm xmlns:a="http://schemas.openxmlformats.org/drawingml/2006/main">
            <a:off x="9129713" y="2686050"/>
            <a:ext cx="2205038"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ctr">
              <a:lnSpc>
                <a:spcPct val="102000"/>
              </a:lnSpc>
              <a:buNone/>
              <a:defRPr sz="1500" b="1">
                <a:solidFill>
                  <a:srgbClr val="1A202C"/>
                </a:solidFill>
                <a:latin typeface="Aptos"/>
                <a:ea typeface="Aptos"/>
                <a:cs typeface="Aptos"/>
              </a:defRPr>
            </a:pPr>
            <a:r>
              <a:rPr sz="1500" b="1">
                <a:solidFill>
                  <a:srgbClr val="1A202C"/>
                </a:solidFill>
                <a:latin typeface="Aptos"/>
                <a:ea typeface="Aptos"/>
                <a:cs typeface="Aptos"/>
              </a:rPr>
              <a:t>Преглед</a:t>
            </a:r>
          </a:p>
        </p:txBody>
      </p:sp>
      <p:sp>
        <p:nvSpPr>
          <p:cNvPr id="21" name="Rectangle 20">
            <a:extLst xmlns:a="http://schemas.openxmlformats.org/drawingml/2006/main">
              <a:ext uri="{FF2B5EF4-FFF2-40B4-BE49-F238E27FC236}">
                <a16:creationId xmlns:a16="http://schemas.microsoft.com/office/drawing/2014/main" id="{E89ED948-FA06-449F-9987-501CD50748B1}"/>
              </a:ext>
            </a:extLst>
          </p:cNvPr>
          <p:cNvSpPr>
            <a:spLocks xmlns:a="http://schemas.openxmlformats.org/drawingml/2006/main" noGrp="1"/>
          </p:cNvSpPr>
          <p:nvPr/>
        </p:nvSpPr>
        <p:spPr>
          <a:xfrm xmlns:a="http://schemas.openxmlformats.org/drawingml/2006/main">
            <a:off x="9139238" y="3076575"/>
            <a:ext cx="2185988"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ctr">
              <a:lnSpc>
                <a:spcPct val="102000"/>
              </a:lnSpc>
              <a:buNone/>
              <a:defRPr sz="1125" b="0">
                <a:solidFill>
                  <a:srgbClr val="657184"/>
                </a:solidFill>
                <a:latin typeface="Aptos"/>
                <a:ea typeface="Aptos"/>
                <a:cs typeface="Aptos"/>
              </a:defRPr>
            </a:pPr>
            <a:r>
              <a:rPr sz="1275" b="0">
                <a:solidFill>
                  <a:srgbClr val="657184"/>
                </a:solidFill>
                <a:latin typeface="Aptos"/>
                <a:ea typeface="Aptos"/>
                <a:cs typeface="Aptos"/>
              </a:rPr>
              <a:t>потврда да одлука још важи</a:t>
            </a:r>
          </a:p>
        </p:txBody>
      </p:sp>
      <p:cxnSp>
        <p:nvCxnSpPr>
          <p:cNvPr id="223" name="Straight Arrow Connector 126"/>
          <p:cNvCxnSpPr>
            <a:stCxn xmlns:a="http://schemas.openxmlformats.org/drawingml/2006/main" id="6" idx="3"/>
            <a:endCxn xmlns:a="http://schemas.openxmlformats.org/drawingml/2006/main" id="10" idx="1"/>
          </p:cNvCxnSpPr>
          <p:nvPr/>
        </p:nvCxnSpPr>
        <p:spPr>
          <a:xfrm xmlns:a="http://schemas.openxmlformats.org/drawingml/2006/main">
            <a:off x="3195638" y="2914650"/>
            <a:ext cx="285750" cy="0"/>
          </a:xfrm>
          <a:prstGeom xmlns:a="http://schemas.openxmlformats.org/drawingml/2006/main" prst="straightConnector1">
            <a:avLst/>
          </a:prstGeom>
          <a:ln xmlns:a="http://schemas.openxmlformats.org/drawingml/2006/main" w="13335">
            <a:solidFill>
              <a:srgbClr val="748092"/>
            </a:solidFill>
            <a:prstDash val="solid"/>
            <a:tailEnd type="arrow" w="sm" len="sm"/>
          </a:ln>
        </p:spPr>
      </p:cxnSp>
      <p:cxnSp>
        <p:nvCxnSpPr>
          <p:cNvPr id="224" name="Straight Arrow Connector 127"/>
          <p:cNvCxnSpPr>
            <a:stCxn xmlns:a="http://schemas.openxmlformats.org/drawingml/2006/main" id="10" idx="3"/>
            <a:endCxn xmlns:a="http://schemas.openxmlformats.org/drawingml/2006/main" id="14" idx="1"/>
          </p:cNvCxnSpPr>
          <p:nvPr/>
        </p:nvCxnSpPr>
        <p:spPr>
          <a:xfrm xmlns:a="http://schemas.openxmlformats.org/drawingml/2006/main">
            <a:off x="5953126" y="2914650"/>
            <a:ext cx="285749" cy="0"/>
          </a:xfrm>
          <a:prstGeom xmlns:a="http://schemas.openxmlformats.org/drawingml/2006/main" prst="straightConnector1">
            <a:avLst/>
          </a:prstGeom>
          <a:ln xmlns:a="http://schemas.openxmlformats.org/drawingml/2006/main" w="13335">
            <a:solidFill>
              <a:srgbClr val="748092"/>
            </a:solidFill>
            <a:prstDash val="solid"/>
            <a:tailEnd type="arrow" w="sm" len="sm"/>
          </a:ln>
        </p:spPr>
      </p:cxnSp>
      <p:cxnSp>
        <p:nvCxnSpPr>
          <p:cNvPr id="225" name="Straight Arrow Connector 128"/>
          <p:cNvCxnSpPr>
            <a:stCxn xmlns:a="http://schemas.openxmlformats.org/drawingml/2006/main" id="14" idx="3"/>
            <a:endCxn xmlns:a="http://schemas.openxmlformats.org/drawingml/2006/main" id="18" idx="1"/>
          </p:cNvCxnSpPr>
          <p:nvPr/>
        </p:nvCxnSpPr>
        <p:spPr>
          <a:xfrm xmlns:a="http://schemas.openxmlformats.org/drawingml/2006/main">
            <a:off x="8710613" y="2914650"/>
            <a:ext cx="285750" cy="0"/>
          </a:xfrm>
          <a:prstGeom xmlns:a="http://schemas.openxmlformats.org/drawingml/2006/main" prst="straightConnector1">
            <a:avLst/>
          </a:prstGeom>
          <a:ln xmlns:a="http://schemas.openxmlformats.org/drawingml/2006/main" w="13335">
            <a:solidFill>
              <a:srgbClr val="748092"/>
            </a:solidFill>
            <a:prstDash val="solid"/>
            <a:tailEnd type="arrow" w="sm" len="sm"/>
          </a:ln>
        </p:spPr>
      </p:cxnSp>
      <p:sp>
        <p:nvSpPr>
          <p:cNvPr id="25" name="Rounded Rectangle 24">
            <a:extLst xmlns:a="http://schemas.openxmlformats.org/drawingml/2006/main">
              <a:ext uri="{FF2B5EF4-FFF2-40B4-BE49-F238E27FC236}">
                <a16:creationId xmlns:a16="http://schemas.microsoft.com/office/drawing/2014/main" id="{B375E0F0-04D9-4DE7-A641-FFA9208C6C1D}"/>
              </a:ext>
            </a:extLst>
          </p:cNvPr>
          <p:cNvSpPr>
            <a:spLocks xmlns:a="http://schemas.openxmlformats.org/drawingml/2006/main" noGrp="1"/>
          </p:cNvSpPr>
          <p:nvPr/>
        </p:nvSpPr>
        <p:spPr>
          <a:xfrm xmlns:a="http://schemas.openxmlformats.org/drawingml/2006/main">
            <a:off x="1428750" y="4114800"/>
            <a:ext cx="9334500" cy="895350"/>
          </a:xfrm>
          <a:prstGeom xmlns:a="http://schemas.openxmlformats.org/drawingml/2006/main" prst="roundRect">
            <a:avLst>
              <a:gd name="adj" fmla="val 13830"/>
            </a:avLst>
          </a:prstGeom>
          <a:solidFill xmlns:a="http://schemas.openxmlformats.org/drawingml/2006/main">
            <a:srgbClr val="F7EFF1"/>
          </a:solidFill>
          <a:ln xmlns:a="http://schemas.openxmlformats.org/drawingml/2006/main" w="9525">
            <a:solidFill>
              <a:srgbClr val="D7DEE8"/>
            </a:solidFill>
            <a:prstDash val="solid"/>
          </a:ln>
        </p:spPr>
      </p:sp>
      <p:sp>
        <p:nvSpPr>
          <p:cNvPr id="26" name="Rounded Rectangle 25">
            <a:extLst xmlns:a="http://schemas.openxmlformats.org/drawingml/2006/main">
              <a:ext uri="{FF2B5EF4-FFF2-40B4-BE49-F238E27FC236}">
                <a16:creationId xmlns:a16="http://schemas.microsoft.com/office/drawing/2014/main" id="{0BFF049F-A569-4643-A234-42053E8605E4}"/>
              </a:ext>
            </a:extLst>
          </p:cNvPr>
          <p:cNvSpPr>
            <a:spLocks xmlns:a="http://schemas.openxmlformats.org/drawingml/2006/main" noGrp="1"/>
          </p:cNvSpPr>
          <p:nvPr/>
        </p:nvSpPr>
        <p:spPr>
          <a:xfrm xmlns:a="http://schemas.openxmlformats.org/drawingml/2006/main">
            <a:off x="1562100" y="4257675"/>
            <a:ext cx="57150" cy="609600"/>
          </a:xfrm>
          <a:prstGeom xmlns:a="http://schemas.openxmlformats.org/drawingml/2006/main" prst="roundRect">
            <a:avLst>
              <a:gd name="adj" fmla="val 50000"/>
            </a:avLst>
          </a:prstGeom>
          <a:solidFill xmlns:a="http://schemas.openxmlformats.org/drawingml/2006/main">
            <a:srgbClr val="7A2636"/>
          </a:solidFill>
          <a:ln xmlns:a="http://schemas.openxmlformats.org/drawingml/2006/main" w="0">
            <a:noFill/>
          </a:ln>
        </p:spPr>
      </p:sp>
      <p:sp>
        <p:nvSpPr>
          <p:cNvPr id="77" name="Rounded Rectangle 76">
            <a:extLst xmlns:a="http://schemas.openxmlformats.org/drawingml/2006/main">
              <a:ext uri="{FF2B5EF4-FFF2-40B4-BE49-F238E27FC236}">
                <a16:creationId xmlns:a16="http://schemas.microsoft.com/office/drawing/2014/main" id="{9FA7CD20-E19E-400A-85AC-AF252F71BD70}"/>
              </a:ext>
            </a:extLst>
          </p:cNvPr>
          <p:cNvSpPr>
            <a:spLocks xmlns:a="http://schemas.openxmlformats.org/drawingml/2006/main" noGrp="1"/>
          </p:cNvSpPr>
          <p:nvPr/>
        </p:nvSpPr>
        <p:spPr>
          <a:xfrm xmlns:a="http://schemas.openxmlformats.org/drawingml/2006/main">
            <a:off x="914400" y="4095750"/>
            <a:ext cx="10363200" cy="1257300"/>
          </a:xfrm>
          <a:prstGeom xmlns:a="http://schemas.openxmlformats.org/drawingml/2006/main" prst="roundRect">
            <a:avLst>
              <a:gd name="adj" fmla="val 8046"/>
            </a:avLst>
          </a:prstGeom>
          <a:solidFill xmlns:a="http://schemas.openxmlformats.org/drawingml/2006/main">
            <a:srgbClr val="F7EFF1"/>
          </a:solidFill>
          <a:ln xmlns:a="http://schemas.openxmlformats.org/drawingml/2006/main" w="8573">
            <a:solidFill>
              <a:srgbClr val="DBC7CC"/>
            </a:solidFill>
            <a:prstDash val="solid"/>
          </a:ln>
        </p:spPr>
      </p:sp>
      <p:sp>
        <p:nvSpPr>
          <p:cNvPr id="78" name="Rounded Rectangle 77">
            <a:extLst xmlns:a="http://schemas.openxmlformats.org/drawingml/2006/main">
              <a:ext uri="{FF2B5EF4-FFF2-40B4-BE49-F238E27FC236}">
                <a16:creationId xmlns:a16="http://schemas.microsoft.com/office/drawing/2014/main" id="{50BB9DE1-8DDB-4BB2-9A24-B683DD826791}"/>
              </a:ext>
            </a:extLst>
          </p:cNvPr>
          <p:cNvSpPr>
            <a:spLocks xmlns:a="http://schemas.openxmlformats.org/drawingml/2006/main" noGrp="1"/>
          </p:cNvSpPr>
          <p:nvPr/>
        </p:nvSpPr>
        <p:spPr>
          <a:xfrm xmlns:a="http://schemas.openxmlformats.org/drawingml/2006/main">
            <a:off x="1085850" y="4248150"/>
            <a:ext cx="45719" cy="895350"/>
          </a:xfrm>
          <a:prstGeom xmlns:a="http://schemas.openxmlformats.org/drawingml/2006/main" prst="roundRect">
            <a:avLst>
              <a:gd name="adj" fmla="val 50000"/>
            </a:avLst>
          </a:prstGeom>
          <a:solidFill xmlns:a="http://schemas.openxmlformats.org/drawingml/2006/main">
            <a:srgbClr val="7A2636"/>
          </a:solidFill>
          <a:ln xmlns:a="http://schemas.openxmlformats.org/drawingml/2006/main" w="0">
            <a:noFill/>
          </a:ln>
        </p:spPr>
      </p:sp>
      <p:sp>
        <p:nvSpPr>
          <p:cNvPr id="79" name="Rectangle 78">
            <a:extLst xmlns:a="http://schemas.openxmlformats.org/drawingml/2006/main">
              <a:ext uri="{FF2B5EF4-FFF2-40B4-BE49-F238E27FC236}">
                <a16:creationId xmlns:a16="http://schemas.microsoft.com/office/drawing/2014/main" id="{604D988A-FA2B-4BDA-A1C9-D131DA8F2945}"/>
              </a:ext>
            </a:extLst>
          </p:cNvPr>
          <p:cNvSpPr>
            <a:spLocks xmlns:a="http://schemas.openxmlformats.org/drawingml/2006/main" noGrp="1"/>
          </p:cNvSpPr>
          <p:nvPr/>
        </p:nvSpPr>
        <p:spPr>
          <a:xfrm xmlns:a="http://schemas.openxmlformats.org/drawingml/2006/main">
            <a:off x="1333500" y="4200525"/>
            <a:ext cx="96393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buNone/>
              <a:defRPr sz="1013" b="1">
                <a:solidFill>
                  <a:srgbClr val="2854D7"/>
                </a:solidFill>
                <a:latin typeface="Aptos"/>
                <a:ea typeface="Aptos"/>
                <a:cs typeface="Aptos"/>
              </a:defRPr>
            </a:pPr>
            <a:r>
              <a:rPr sz="1200" b="1">
                <a:solidFill>
                  <a:srgbClr val="7A2636"/>
                </a:solidFill>
                <a:latin typeface="Aptos"/>
                <a:ea typeface="Aptos"/>
                <a:cs typeface="Aptos"/>
              </a:rPr>
              <a:t>ПИТАЊЕ ЗА ПРОВЕРУ</a:t>
            </a:r>
          </a:p>
        </p:txBody>
      </p:sp>
      <p:sp>
        <p:nvSpPr>
          <p:cNvPr id="80" name="Rectangle 79">
            <a:extLst xmlns:a="http://schemas.openxmlformats.org/drawingml/2006/main">
              <a:ext uri="{FF2B5EF4-FFF2-40B4-BE49-F238E27FC236}">
                <a16:creationId xmlns:a16="http://schemas.microsoft.com/office/drawing/2014/main" id="{4F7723F5-97B4-45AE-9E49-6E760596DA80}"/>
              </a:ext>
            </a:extLst>
          </p:cNvPr>
          <p:cNvSpPr>
            <a:spLocks xmlns:a="http://schemas.openxmlformats.org/drawingml/2006/main" noGrp="1"/>
          </p:cNvSpPr>
          <p:nvPr/>
        </p:nvSpPr>
        <p:spPr>
          <a:xfrm xmlns:a="http://schemas.openxmlformats.org/drawingml/2006/main">
            <a:off x="1333500" y="4429125"/>
            <a:ext cx="96393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buNone/>
              <a:defRPr sz="1388" b="1">
                <a:solidFill>
                  <a:srgbClr val="1B2432"/>
                </a:solidFill>
                <a:latin typeface="Aptos"/>
                <a:ea typeface="Aptos"/>
                <a:cs typeface="Aptos"/>
              </a:defRPr>
            </a:pPr>
            <a:r>
              <a:rPr sz="1388" b="1">
                <a:solidFill>
                  <a:srgbClr val="1B2432"/>
                </a:solidFill>
                <a:latin typeface="Aptos"/>
                <a:ea typeface="Aptos"/>
                <a:cs typeface="Aptos"/>
              </a:rPr>
              <a:t>Коју одлуку не бисте смели да заснивате само на улози и који додатни атрибут јој даје смисао?</a:t>
            </a:r>
          </a:p>
        </p:txBody>
      </p:sp>
      <p:sp>
        <p:nvSpPr>
          <p:cNvPr id="81" name="Rectangle 80">
            <a:extLst xmlns:a="http://schemas.openxmlformats.org/drawingml/2006/main">
              <a:ext uri="{FF2B5EF4-FFF2-40B4-BE49-F238E27FC236}">
                <a16:creationId xmlns:a16="http://schemas.microsoft.com/office/drawing/2014/main" id="{5C4B5681-9A54-46E9-A2A2-04DB980C66CC}"/>
              </a:ext>
            </a:extLst>
          </p:cNvPr>
          <p:cNvSpPr>
            <a:spLocks xmlns:a="http://schemas.openxmlformats.org/drawingml/2006/main" noGrp="1"/>
          </p:cNvSpPr>
          <p:nvPr/>
        </p:nvSpPr>
        <p:spPr>
          <a:xfrm xmlns:a="http://schemas.openxmlformats.org/drawingml/2006/main">
            <a:off x="1314450" y="4848225"/>
            <a:ext cx="96393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buNone/>
              <a:defRPr sz="1275" b="0">
                <a:solidFill>
                  <a:srgbClr val="52637B"/>
                </a:solidFill>
                <a:latin typeface="Aptos"/>
                <a:ea typeface="Aptos"/>
                <a:cs typeface="Aptos"/>
              </a:defRPr>
            </a:pPr>
            <a:r>
              <a:rPr sz="1275" b="0">
                <a:solidFill>
                  <a:srgbClr val="52637B"/>
                </a:solidFill>
                <a:latin typeface="Aptos"/>
                <a:ea typeface="Aptos"/>
                <a:cs typeface="Aptos"/>
              </a:rPr>
              <a:t>Пројектна примена: применити исти модел на једну реалну границу у сопственом пројекту.</a:t>
            </a:r>
          </a:p>
        </p:txBody>
      </p:sp>
    </p:spTree>
    <p:extLst>
      <p:ext uri="{BB962C8B-B14F-4D97-AF65-F5344CB8AC3E}">
        <p14:creationId xmlns:p14="http://schemas.microsoft.com/office/powerpoint/2010/main" val="2021219186"/>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
          <a:effectLst>
            <a:outerShdw blurRad="19050" dist="9525" dir="5400000">
              <a:srgbClr val="000000">
                <a:alpha val="8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2026-09-29T19:08:40.7740000Z</dcterms:created>
  <dcterms:modified xsi:type="dcterms:W3CDTF">2026-09-29T19:08:40.7740000Z</dcterms:modified>
</coreProperties>
</file>