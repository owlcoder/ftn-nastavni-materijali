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66295bd2e69c465d" /><Relationship Type="http://schemas.openxmlformats.org/officeDocument/2006/relationships/extended-properties" Target="/docProps/app.xml" Id="R534ca80397c44b5a" /><Relationship Type="http://schemas.openxmlformats.org/officeDocument/2006/relationships/officeDocument" Target="/ppt/presentation.xml" Id="R244d8f0f752a4b28" /></Relationships>
</file>

<file path=ppt/presentation.xml><?xml version="1.0" encoding="utf-8"?>
<p:presentation xmlns:p="http://schemas.openxmlformats.org/presentationml/2006/main">
  <p:sldMasterIdLst>
    <p:sldMasterId xmlns:r="http://schemas.openxmlformats.org/officeDocument/2006/relationships" id="2147483648" r:id="Rf1ceff2a462844a8"/>
  </p:sldMasterIdLst>
  <p:notesMasterIdLst>
    <p:notesMasterId xmlns:r="http://schemas.openxmlformats.org/officeDocument/2006/relationships" r:id="Rfa7b4802bf6c4f67"/>
  </p:notesMasterIdLst>
  <p:sldIdLst>
    <p:sldId xmlns:r="http://schemas.openxmlformats.org/officeDocument/2006/relationships" id="256" r:id="R1a48c272e7924d6d"/>
    <p:sldId xmlns:r="http://schemas.openxmlformats.org/officeDocument/2006/relationships" id="257" r:id="R5225b9e576674cd4"/>
    <p:sldId xmlns:r="http://schemas.openxmlformats.org/officeDocument/2006/relationships" id="258" r:id="R6c7c7a5de2124d3a"/>
    <p:sldId xmlns:r="http://schemas.openxmlformats.org/officeDocument/2006/relationships" id="259" r:id="R0e7715d9769f4a07"/>
    <p:sldId xmlns:r="http://schemas.openxmlformats.org/officeDocument/2006/relationships" id="260" r:id="R8e0be0cc5d9141b0"/>
    <p:sldId xmlns:r="http://schemas.openxmlformats.org/officeDocument/2006/relationships" id="261" r:id="R6eb0c63257994efd"/>
    <p:sldId xmlns:r="http://schemas.openxmlformats.org/officeDocument/2006/relationships" id="262" r:id="Rff384db658614983"/>
    <p:sldId xmlns:r="http://schemas.openxmlformats.org/officeDocument/2006/relationships" id="263" r:id="R6eab3ee0977f4d18"/>
    <p:sldId xmlns:r="http://schemas.openxmlformats.org/officeDocument/2006/relationships" id="264" r:id="R31fe072253384aaf"/>
    <p:sldId xmlns:r="http://schemas.openxmlformats.org/officeDocument/2006/relationships" id="265" r:id="R3fc0e34b5b294240"/>
    <p:sldId xmlns:r="http://schemas.openxmlformats.org/officeDocument/2006/relationships" id="266" r:id="Rbec2651a2fb042ba"/>
    <p:sldId xmlns:r="http://schemas.openxmlformats.org/officeDocument/2006/relationships" id="267" r:id="R0dcedd0fc5e84475"/>
    <p:sldId xmlns:r="http://schemas.openxmlformats.org/officeDocument/2006/relationships" id="268" r:id="R622d00ff553a491a"/>
    <p:sldId xmlns:r="http://schemas.openxmlformats.org/officeDocument/2006/relationships" id="269" r:id="R2a0068a2debc4add"/>
    <p:sldId xmlns:r="http://schemas.openxmlformats.org/officeDocument/2006/relationships" id="270" r:id="R093569675706457c"/>
    <p:sldId xmlns:r="http://schemas.openxmlformats.org/officeDocument/2006/relationships" id="271" r:id="R01d3dd31baa1460f"/>
    <p:sldId xmlns:r="http://schemas.openxmlformats.org/officeDocument/2006/relationships" id="272" r:id="R2599e765eb0a44f8"/>
    <p:sldId xmlns:r="http://schemas.openxmlformats.org/officeDocument/2006/relationships" id="273" r:id="R741788537f7f4b27"/>
    <p:sldId xmlns:r="http://schemas.openxmlformats.org/officeDocument/2006/relationships" id="274" r:id="R74b6eb6c1a7243c0"/>
    <p:sldId xmlns:r="http://schemas.openxmlformats.org/officeDocument/2006/relationships" id="275" r:id="Rbac067b5c61b447b"/>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2008" cy="72008"/>
</p:viewPr>
</file>

<file path=ppt/_rels/presentation.xml.rels>&#65279;<?xml version="1.0" encoding="utf-8"?><Relationships xmlns="http://schemas.openxmlformats.org/package/2006/relationships"><Relationship Type="http://schemas.openxmlformats.org/officeDocument/2006/relationships/theme" Target="/ppt/theme/theme1.xml" Id="Rf81de01f97e249de" /><Relationship Type="http://schemas.openxmlformats.org/officeDocument/2006/relationships/slideMaster" Target="/ppt/slideMasters/slideMaster1.xml" Id="Rf1ceff2a462844a8" /><Relationship Type="http://schemas.openxmlformats.org/officeDocument/2006/relationships/notesMaster" Target="/ppt/notesMasters/notesMaster1.xml" Id="Rfa7b4802bf6c4f67" /><Relationship Type="http://schemas.openxmlformats.org/officeDocument/2006/relationships/presProps" Target="/ppt/presProps.xml" Id="R90a53cd26d814672" /><Relationship Type="http://schemas.openxmlformats.org/officeDocument/2006/relationships/viewProps" Target="/ppt/viewProps.xml" Id="R3989007264ba4f66" /><Relationship Type="http://schemas.openxmlformats.org/officeDocument/2006/relationships/tableStyles" Target="/ppt/tableStyles.xml" Id="R15f2c18895314114" /><Relationship Type="http://schemas.openxmlformats.org/officeDocument/2006/relationships/slide" Target="/ppt/slides/slide1.xml" Id="R1a48c272e7924d6d" /><Relationship Type="http://schemas.openxmlformats.org/officeDocument/2006/relationships/slide" Target="/ppt/slides/slide2.xml" Id="R5225b9e576674cd4" /><Relationship Type="http://schemas.openxmlformats.org/officeDocument/2006/relationships/slide" Target="/ppt/slides/slide3.xml" Id="R6c7c7a5de2124d3a" /><Relationship Type="http://schemas.openxmlformats.org/officeDocument/2006/relationships/slide" Target="/ppt/slides/slide4.xml" Id="R0e7715d9769f4a07" /><Relationship Type="http://schemas.openxmlformats.org/officeDocument/2006/relationships/slide" Target="/ppt/slides/slide5.xml" Id="R8e0be0cc5d9141b0" /><Relationship Type="http://schemas.openxmlformats.org/officeDocument/2006/relationships/slide" Target="/ppt/slides/slide6.xml" Id="R6eb0c63257994efd" /><Relationship Type="http://schemas.openxmlformats.org/officeDocument/2006/relationships/slide" Target="/ppt/slides/slide7.xml" Id="Rff384db658614983" /><Relationship Type="http://schemas.openxmlformats.org/officeDocument/2006/relationships/slide" Target="/ppt/slides/slide8.xml" Id="R6eab3ee0977f4d18" /><Relationship Type="http://schemas.openxmlformats.org/officeDocument/2006/relationships/slide" Target="/ppt/slides/slide9.xml" Id="R31fe072253384aaf" /><Relationship Type="http://schemas.openxmlformats.org/officeDocument/2006/relationships/slide" Target="/ppt/slides/slide10.xml" Id="R3fc0e34b5b294240" /><Relationship Type="http://schemas.openxmlformats.org/officeDocument/2006/relationships/slide" Target="/ppt/slides/slide11.xml" Id="Rbec2651a2fb042ba" /><Relationship Type="http://schemas.openxmlformats.org/officeDocument/2006/relationships/slide" Target="/ppt/slides/slide12.xml" Id="R0dcedd0fc5e84475" /><Relationship Type="http://schemas.openxmlformats.org/officeDocument/2006/relationships/slide" Target="/ppt/slides/slide13.xml" Id="R622d00ff553a491a" /><Relationship Type="http://schemas.openxmlformats.org/officeDocument/2006/relationships/slide" Target="/ppt/slides/slide14.xml" Id="R2a0068a2debc4add" /><Relationship Type="http://schemas.openxmlformats.org/officeDocument/2006/relationships/slide" Target="/ppt/slides/slide15.xml" Id="R093569675706457c" /><Relationship Type="http://schemas.openxmlformats.org/officeDocument/2006/relationships/slide" Target="/ppt/slides/slide16.xml" Id="R01d3dd31baa1460f" /><Relationship Type="http://schemas.openxmlformats.org/officeDocument/2006/relationships/slide" Target="/ppt/slides/slide17.xml" Id="R2599e765eb0a44f8" /><Relationship Type="http://schemas.openxmlformats.org/officeDocument/2006/relationships/slide" Target="/ppt/slides/slide18.xml" Id="R741788537f7f4b27" /><Relationship Type="http://schemas.openxmlformats.org/officeDocument/2006/relationships/slide" Target="/ppt/slides/slide19.xml" Id="R74b6eb6c1a7243c0" /><Relationship Type="http://schemas.openxmlformats.org/officeDocument/2006/relationships/slide" Target="/ppt/slides/slide20.xml" Id="Rbac067b5c61b447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b9e9b6f5b724489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
          <a:effectLst>
            <a:outerShdw blurRad="19050" dist="9525" dir="5400000">
              <a:srgbClr val="000000">
                <a:alpha val="8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a9f12764fde4066" /><Relationship Type="http://schemas.openxmlformats.org/officeDocument/2006/relationships/notesMaster" Target="/ppt/notesMasters/notesMaster1.xml" Id="Reff0ed4ee50741e3" /></Relationships>
</file>

<file path=ppt/notesSlides/_rels/notesSlide2.xml.rels>&#65279;<?xml version="1.0" encoding="utf-8"?><Relationships xmlns="http://schemas.openxmlformats.org/package/2006/relationships"><Relationship Type="http://schemas.openxmlformats.org/officeDocument/2006/relationships/slide" Target="/ppt/slides/slide2.xml" Id="R1cf4c8e98f674268" /><Relationship Type="http://schemas.openxmlformats.org/officeDocument/2006/relationships/notesMaster" Target="/ppt/notesMasters/notesMaster1.xml" Id="R0323835ec1e64833" /></Relationships>
</file>

<file path=ppt/notesSlides/_rels/notesSlide3.xml.rels>&#65279;<?xml version="1.0" encoding="utf-8"?><Relationships xmlns="http://schemas.openxmlformats.org/package/2006/relationships"><Relationship Type="http://schemas.openxmlformats.org/officeDocument/2006/relationships/slide" Target="/ppt/slides/slide3.xml" Id="Re0a859970e344530" /><Relationship Type="http://schemas.openxmlformats.org/officeDocument/2006/relationships/notesMaster" Target="/ppt/notesMasters/notesMaster1.xml" Id="R3510f17635e6483c" /></Relationships>
</file>

<file path=ppt/notesSlides/_rels/notesSlide4.xml.rels>&#65279;<?xml version="1.0" encoding="utf-8"?><Relationships xmlns="http://schemas.openxmlformats.org/package/2006/relationships"><Relationship Type="http://schemas.openxmlformats.org/officeDocument/2006/relationships/slide" Target="/ppt/slides/slide4.xml" Id="R55c2a06e95844168" /><Relationship Type="http://schemas.openxmlformats.org/officeDocument/2006/relationships/notesMaster" Target="/ppt/notesMasters/notesMaster1.xml" Id="R9a2e2d90256947a1" /></Relationships>
</file>

<file path=ppt/notesSlides/_rels/notesSlide5.xml.rels>&#65279;<?xml version="1.0" encoding="utf-8"?><Relationships xmlns="http://schemas.openxmlformats.org/package/2006/relationships"><Relationship Type="http://schemas.openxmlformats.org/officeDocument/2006/relationships/slide" Target="/ppt/slides/slide5.xml" Id="R1c2344d71b53436c" /><Relationship Type="http://schemas.openxmlformats.org/officeDocument/2006/relationships/notesMaster" Target="/ppt/notesMasters/notesMaster1.xml" Id="R8a68c916914045be" /></Relationships>
</file>

<file path=ppt/notesSlides/_rels/notesSlide6.xml.rels>&#65279;<?xml version="1.0" encoding="utf-8"?><Relationships xmlns="http://schemas.openxmlformats.org/package/2006/relationships"><Relationship Type="http://schemas.openxmlformats.org/officeDocument/2006/relationships/slide" Target="/ppt/slides/slide6.xml" Id="R310fb6d324fd40ba" /><Relationship Type="http://schemas.openxmlformats.org/officeDocument/2006/relationships/notesMaster" Target="/ppt/notesMasters/notesMaster1.xml" Id="Rc9e13adda794405c" /></Relationships>
</file>

<file path=ppt/notesSlides/_rels/notesSlide7.xml.rels>&#65279;<?xml version="1.0" encoding="utf-8"?><Relationships xmlns="http://schemas.openxmlformats.org/package/2006/relationships"><Relationship Type="http://schemas.openxmlformats.org/officeDocument/2006/relationships/slide" Target="/ppt/slides/slide7.xml" Id="Rfe7cf56a56b64222" /><Relationship Type="http://schemas.openxmlformats.org/officeDocument/2006/relationships/notesMaster" Target="/ppt/notesMasters/notesMaster1.xml" Id="R6a4921b0d70e4061" /></Relationships>
</file>

<file path=ppt/notesSlides/_rels/notesSlide8.xml.rels>&#65279;<?xml version="1.0" encoding="utf-8"?><Relationships xmlns="http://schemas.openxmlformats.org/package/2006/relationships"><Relationship Type="http://schemas.openxmlformats.org/officeDocument/2006/relationships/slide" Target="/ppt/slides/slide8.xml" Id="R8a60431ed0374809" /><Relationship Type="http://schemas.openxmlformats.org/officeDocument/2006/relationships/notesMaster" Target="/ppt/notesMasters/notesMaster1.xml" Id="Rd92c42cb85944a94" /></Relationships>
</file>

<file path=ppt/notesSlides/_rels/notesSlide9.xml.rels>&#65279;<?xml version="1.0" encoding="utf-8"?><Relationships xmlns="http://schemas.openxmlformats.org/package/2006/relationships"><Relationship Type="http://schemas.openxmlformats.org/officeDocument/2006/relationships/slide" Target="/ppt/slides/slide9.xml" Id="Ra00c884d93df4640" /><Relationship Type="http://schemas.openxmlformats.org/officeDocument/2006/relationships/notesMaster" Target="/ppt/notesMasters/notesMaster1.xml" Id="Rf1c478fa75e74485"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5ee140b60c9e42a8" /><Relationship Type="http://schemas.openxmlformats.org/officeDocument/2006/relationships/notesMaster" Target="/ppt/notesMasters/notesMaster1.xml" Id="R2a3b56d347bc4cb6"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c82c40a47f104fdf" /><Relationship Type="http://schemas.openxmlformats.org/officeDocument/2006/relationships/notesMaster" Target="/ppt/notesMasters/notesMaster1.xml" Id="R7966328a3eca4c80"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a3630b56ed5844c0" /><Relationship Type="http://schemas.openxmlformats.org/officeDocument/2006/relationships/notesMaster" Target="/ppt/notesMasters/notesMaster1.xml" Id="R01eac224dc554c30"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bc9877bfba47482d" /><Relationship Type="http://schemas.openxmlformats.org/officeDocument/2006/relationships/notesMaster" Target="/ppt/notesMasters/notesMaster1.xml" Id="Re907fd26c4b04666"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2cefeb705a594ca7" /><Relationship Type="http://schemas.openxmlformats.org/officeDocument/2006/relationships/notesMaster" Target="/ppt/notesMasters/notesMaster1.xml" Id="R5a7c20c96c5f4cb3"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360fa8888220416c" /><Relationship Type="http://schemas.openxmlformats.org/officeDocument/2006/relationships/notesMaster" Target="/ppt/notesMasters/notesMaster1.xml" Id="R0848592cecdf4046"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734224351dc64874" /><Relationship Type="http://schemas.openxmlformats.org/officeDocument/2006/relationships/notesMaster" Target="/ppt/notesMasters/notesMaster1.xml" Id="R24baaf0b83054963"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56be16dce4104de9" /><Relationship Type="http://schemas.openxmlformats.org/officeDocument/2006/relationships/notesMaster" Target="/ppt/notesMasters/notesMaster1.xml" Id="R8c9384af1d7b40a2"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33fa9e438b3c4ced" /><Relationship Type="http://schemas.openxmlformats.org/officeDocument/2006/relationships/notesMaster" Target="/ppt/notesMasters/notesMaster1.xml" Id="Rc2f80ea03968492a"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a179f607c0bb48c7" /><Relationship Type="http://schemas.openxmlformats.org/officeDocument/2006/relationships/notesMaster" Target="/ppt/notesMasters/notesMaster1.xml" Id="R08fb43b862ea4e27"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c7990393ba5c4c80" /><Relationship Type="http://schemas.openxmlformats.org/officeDocument/2006/relationships/notesMaster" Target="/ppt/notesMasters/notesMaster1.xml" Id="Rb1a2fffe6c3b488b"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Извор: oibThematicExercises.ts и oibThematicPresentations.ts.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73d65f32ed84d3d"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58ccd72889a499d" /><Relationship Type="http://schemas.openxmlformats.org/officeDocument/2006/relationships/slideLayout" Target="/ppt/slideLayouts/slideLayout1.xml" Id="Rba1e548d7bd44c45"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ba1e548d7bd44c45"/>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
          <a:effectLst>
            <a:outerShdw blurRad="19050" dist="9525" dir="5400000">
              <a:srgbClr val="000000">
                <a:alpha val="8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720c407af68d41cc" /><Relationship Type="http://schemas.openxmlformats.org/officeDocument/2006/relationships/notesSlide" Target="/ppt/notesSlides/notesSlide1.xml" Id="Rac7bcdece4d44571"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bc071bfa2e6c4b45" /><Relationship Type="http://schemas.openxmlformats.org/officeDocument/2006/relationships/notesSlide" Target="/ppt/notesSlides/notesSlide2.xml" Id="Rf33b8e3d5298478a"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da6b8d91ceca4ae2" /><Relationship Type="http://schemas.openxmlformats.org/officeDocument/2006/relationships/notesSlide" Target="/ppt/notesSlides/notesSlide3.xml" Id="R1bb86879278940f4"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4fc89ff054e3449e" /><Relationship Type="http://schemas.openxmlformats.org/officeDocument/2006/relationships/notesSlide" Target="/ppt/notesSlides/notesSlide4.xml" Id="Rd7a0888f72b44857"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b645bafaa7e74de5" /><Relationship Type="http://schemas.openxmlformats.org/officeDocument/2006/relationships/notesSlide" Target="/ppt/notesSlides/notesSlide5.xml" Id="R0e7a5dbe595e4817"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2e8ca236fe774d39" /><Relationship Type="http://schemas.openxmlformats.org/officeDocument/2006/relationships/notesSlide" Target="/ppt/notesSlides/notesSlide6.xml" Id="R8985831561af4293"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f83fcce9887f4464" /><Relationship Type="http://schemas.openxmlformats.org/officeDocument/2006/relationships/notesSlide" Target="/ppt/notesSlides/notesSlide7.xml" Id="R0098dbf2feb7474a"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33e87e1ee6f248a7" /><Relationship Type="http://schemas.openxmlformats.org/officeDocument/2006/relationships/notesSlide" Target="/ppt/notesSlides/notesSlide8.xml" Id="Rf35a0304c8fa4753"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639f673bdb2c4874" /><Relationship Type="http://schemas.openxmlformats.org/officeDocument/2006/relationships/notesSlide" Target="/ppt/notesSlides/notesSlide9.xml" Id="Rebe69b6b156d42c5"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ee122344d05343b3" /><Relationship Type="http://schemas.openxmlformats.org/officeDocument/2006/relationships/notesSlide" Target="/ppt/notesSlides/notesSlide10.xml" Id="R2785aa3f78a942a6"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799ff576caa9492b" /><Relationship Type="http://schemas.openxmlformats.org/officeDocument/2006/relationships/notesSlide" Target="/ppt/notesSlides/notesSlide11.xml" Id="R0f200d8aca2f4396"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72c457c51abe43c4" /><Relationship Type="http://schemas.openxmlformats.org/officeDocument/2006/relationships/notesSlide" Target="/ppt/notesSlides/notesSlide12.xml" Id="R7bbcf96cfa3645f1"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c1560713d66d4494" /><Relationship Type="http://schemas.openxmlformats.org/officeDocument/2006/relationships/notesSlide" Target="/ppt/notesSlides/notesSlide13.xml" Id="Re05b0babd1f94669"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9b32481290ab46ed" /><Relationship Type="http://schemas.openxmlformats.org/officeDocument/2006/relationships/notesSlide" Target="/ppt/notesSlides/notesSlide14.xml" Id="Rb9b229c117cb4877"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8895df178d9b4dce" /><Relationship Type="http://schemas.openxmlformats.org/officeDocument/2006/relationships/notesSlide" Target="/ppt/notesSlides/notesSlide15.xml" Id="Ra7e110722e214ed0"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81b01f0304994990" /><Relationship Type="http://schemas.openxmlformats.org/officeDocument/2006/relationships/notesSlide" Target="/ppt/notesSlides/notesSlide16.xml" Id="R6151e0e3ba4f4083"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3b0f12b29db24f64" /><Relationship Type="http://schemas.openxmlformats.org/officeDocument/2006/relationships/notesSlide" Target="/ppt/notesSlides/notesSlide17.xml" Id="R9df05c0ba5b340ca"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6552089089124d7a" /><Relationship Type="http://schemas.openxmlformats.org/officeDocument/2006/relationships/notesSlide" Target="/ppt/notesSlides/notesSlide18.xml" Id="Re85d8e8afe5d46b1"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4f9ac91833a945da" /><Relationship Type="http://schemas.openxmlformats.org/officeDocument/2006/relationships/notesSlide" Target="/ppt/notesSlides/notesSlide19.xml" Id="Ra2a231ae85b945de"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68b1ebb58d1a4633" /><Relationship Type="http://schemas.openxmlformats.org/officeDocument/2006/relationships/notesSlide" Target="/ppt/notesSlides/notesSlide20.xml" Id="R1bbac6de30f747f7"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Rectangle 8">
            <a:extLst xmlns:a="http://schemas.openxmlformats.org/drawingml/2006/main">
              <a:ext uri="{FF2B5EF4-FFF2-40B4-BE49-F238E27FC236}">
                <a16:creationId xmlns:a16="http://schemas.microsoft.com/office/drawing/2014/main" id="{082FFEB4-0DA1-442F-8307-A10D1A023186}"/>
              </a:ext>
            </a:extLst>
          </p:cNvPr>
          <p:cNvSpPr>
            <a:spLocks xmlns:a="http://schemas.openxmlformats.org/drawingml/2006/main" noGrp="1"/>
          </p:cNvSpPr>
          <p:nvPr/>
        </p:nvSpPr>
        <p:spPr>
          <a:xfrm xmlns:a="http://schemas.openxmlformats.org/drawingml/2006/main">
            <a:off x="914400" y="590550"/>
            <a:ext cx="7810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0000"/>
              </a:lnSpc>
              <a:buNone/>
              <a:defRPr sz="1050" b="1">
                <a:solidFill>
                  <a:srgbClr val="647084"/>
                </a:solidFill>
                <a:latin typeface="Aptos"/>
                <a:ea typeface="Aptos"/>
                <a:cs typeface="Aptos"/>
              </a:defRPr>
            </a:pPr>
            <a:r>
              <a:rPr sz="1050" b="1">
                <a:solidFill>
                  <a:srgbClr val="647084"/>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307FF414-C477-49DA-BF85-E300E2AE14A7}"/>
              </a:ext>
            </a:extLst>
          </p:cNvPr>
          <p:cNvSpPr>
            <a:spLocks xmlns:a="http://schemas.openxmlformats.org/drawingml/2006/main" noGrp="1"/>
          </p:cNvSpPr>
          <p:nvPr/>
        </p:nvSpPr>
        <p:spPr>
          <a:xfrm xmlns:a="http://schemas.openxmlformats.org/drawingml/2006/main">
            <a:off x="914400" y="1009650"/>
            <a:ext cx="10363200" cy="9525"/>
          </a:xfrm>
          <a:prstGeom xmlns:a="http://schemas.openxmlformats.org/drawingml/2006/main" prst="line">
            <a:avLst/>
          </a:prstGeom>
          <a:noFill xmlns:a="http://schemas.openxmlformats.org/drawingml/2006/main"/>
          <a:ln xmlns:a="http://schemas.openxmlformats.org/drawingml/2006/main" w="8573">
            <a:solidFill>
              <a:srgbClr val="8D5560"/>
            </a:solidFill>
            <a:prstDash val="solid"/>
          </a:ln>
        </p:spPr>
      </p:sp>
      <p:sp>
        <p:nvSpPr>
          <p:cNvPr id="3" name="Rounded Rectangle 2">
            <a:extLst xmlns:a="http://schemas.openxmlformats.org/drawingml/2006/main">
              <a:ext uri="{FF2B5EF4-FFF2-40B4-BE49-F238E27FC236}">
                <a16:creationId xmlns:a16="http://schemas.microsoft.com/office/drawing/2014/main" id="{E95D7C6A-BB54-46E0-BAF2-7E7BBB4583C1}"/>
              </a:ext>
            </a:extLst>
          </p:cNvPr>
          <p:cNvSpPr>
            <a:spLocks xmlns:a="http://schemas.openxmlformats.org/drawingml/2006/main" noGrp="1"/>
          </p:cNvSpPr>
          <p:nvPr/>
        </p:nvSpPr>
        <p:spPr>
          <a:xfrm xmlns:a="http://schemas.openxmlformats.org/drawingml/2006/main">
            <a:off x="914400" y="1438275"/>
            <a:ext cx="647700" cy="66675"/>
          </a:xfrm>
          <a:prstGeom xmlns:a="http://schemas.openxmlformats.org/drawingml/2006/main" prst="roundRect">
            <a:avLst>
              <a:gd name="adj" fmla="val 50000"/>
            </a:avLst>
          </a:prstGeom>
          <a:solidFill xmlns:a="http://schemas.openxmlformats.org/drawingml/2006/main">
            <a:srgbClr val="7A2636"/>
          </a:solidFill>
          <a:ln xmlns:a="http://schemas.openxmlformats.org/drawingml/2006/main" w="0">
            <a:noFill/>
          </a:ln>
        </p:spPr>
      </p:sp>
      <p:sp>
        <p:nvSpPr>
          <p:cNvPr id="4" name="Rectangle 3">
            <a:extLst xmlns:a="http://schemas.openxmlformats.org/drawingml/2006/main">
              <a:ext uri="{FF2B5EF4-FFF2-40B4-BE49-F238E27FC236}">
                <a16:creationId xmlns:a16="http://schemas.microsoft.com/office/drawing/2014/main" id="{068DB570-79A1-4C2A-AB57-F3A339535717}"/>
              </a:ext>
            </a:extLst>
          </p:cNvPr>
          <p:cNvSpPr>
            <a:spLocks xmlns:a="http://schemas.openxmlformats.org/drawingml/2006/main" noGrp="1"/>
          </p:cNvSpPr>
          <p:nvPr/>
        </p:nvSpPr>
        <p:spPr>
          <a:xfrm xmlns:a="http://schemas.openxmlformats.org/drawingml/2006/main">
            <a:off x="914400" y="1771650"/>
            <a:ext cx="10363200" cy="1562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94000"/>
              </a:lnSpc>
              <a:buNone/>
              <a:defRPr sz="3450" b="1">
                <a:solidFill>
                  <a:srgbClr val="1A202C"/>
                </a:solidFill>
                <a:latin typeface="Aptos Display"/>
                <a:ea typeface="Aptos Display"/>
                <a:cs typeface="Aptos Display"/>
              </a:defRPr>
            </a:pPr>
            <a:r>
              <a:rPr sz="3450" b="1">
                <a:solidFill>
                  <a:srgbClr val="1A202C"/>
                </a:solidFill>
                <a:latin typeface="Aptos Display"/>
                <a:ea typeface="Aptos Display"/>
                <a:cs typeface="Aptos Display"/>
              </a:rPr>
              <a:t>MFA, сесије, сервиси и тајне</a:t>
            </a:r>
          </a:p>
        </p:txBody>
      </p:sp>
      <p:sp>
        <p:nvSpPr>
          <p:cNvPr id="5" name="Rectangle 4">
            <a:extLst xmlns:a="http://schemas.openxmlformats.org/drawingml/2006/main">
              <a:ext uri="{FF2B5EF4-FFF2-40B4-BE49-F238E27FC236}">
                <a16:creationId xmlns:a16="http://schemas.microsoft.com/office/drawing/2014/main" id="{F005D106-CE27-46FB-98C9-6BA428B6977C}"/>
              </a:ext>
            </a:extLst>
          </p:cNvPr>
          <p:cNvSpPr>
            <a:spLocks xmlns:a="http://schemas.openxmlformats.org/drawingml/2006/main" noGrp="1"/>
          </p:cNvSpPr>
          <p:nvPr/>
        </p:nvSpPr>
        <p:spPr>
          <a:xfrm xmlns:a="http://schemas.openxmlformats.org/drawingml/2006/main">
            <a:off x="933450" y="3600450"/>
            <a:ext cx="962025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4000"/>
              </a:lnSpc>
              <a:buNone/>
              <a:defRPr sz="1725" b="0">
                <a:solidFill>
                  <a:srgbClr val="647084"/>
                </a:solidFill>
                <a:latin typeface="Aptos"/>
                <a:ea typeface="Aptos"/>
                <a:cs typeface="Aptos"/>
              </a:defRPr>
            </a:pPr>
            <a:r>
              <a:rPr sz="1725" b="0">
                <a:solidFill>
                  <a:srgbClr val="647084"/>
                </a:solidFill>
                <a:latin typeface="Aptos"/>
                <a:ea typeface="Aptos"/>
                <a:cs typeface="Aptos"/>
              </a:rPr>
              <a:t>Вишефакторска аутентикација, животни циклус сесије и управљање тајнама</a:t>
            </a:r>
          </a:p>
        </p:txBody>
      </p:sp>
      <p:sp>
        <p:nvSpPr>
          <p:cNvPr id="6" name="Straight Connector 5">
            <a:extLst xmlns:a="http://schemas.openxmlformats.org/drawingml/2006/main">
              <a:ext uri="{FF2B5EF4-FFF2-40B4-BE49-F238E27FC236}">
                <a16:creationId xmlns:a16="http://schemas.microsoft.com/office/drawing/2014/main" id="{5CDB1E20-D85A-47BE-A43C-2FEBA2866CCF}"/>
              </a:ext>
            </a:extLst>
          </p:cNvPr>
          <p:cNvSpPr>
            <a:spLocks xmlns:a="http://schemas.openxmlformats.org/drawingml/2006/main" noGrp="1"/>
          </p:cNvSpPr>
          <p:nvPr/>
        </p:nvSpPr>
        <p:spPr>
          <a:xfrm xmlns:a="http://schemas.openxmlformats.org/drawingml/2006/main">
            <a:off x="914400" y="5286375"/>
            <a:ext cx="10363200" cy="9525"/>
          </a:xfrm>
          <a:prstGeom xmlns:a="http://schemas.openxmlformats.org/drawingml/2006/main" prst="line">
            <a:avLst/>
          </a:prstGeom>
          <a:noFill xmlns:a="http://schemas.openxmlformats.org/drawingml/2006/main"/>
          <a:ln xmlns:a="http://schemas.openxmlformats.org/drawingml/2006/main" w="8573">
            <a:solidFill>
              <a:srgbClr val="8D5560"/>
            </a:solidFill>
            <a:prstDash val="solid"/>
          </a:ln>
        </p:spPr>
      </p:sp>
      <p:sp>
        <p:nvSpPr>
          <p:cNvPr id="7" name="Rectangle 6">
            <a:extLst xmlns:a="http://schemas.openxmlformats.org/drawingml/2006/main">
              <a:ext uri="{FF2B5EF4-FFF2-40B4-BE49-F238E27FC236}">
                <a16:creationId xmlns:a16="http://schemas.microsoft.com/office/drawing/2014/main" id="{9A62416F-6C92-4260-A3AC-A2EAC7782872}"/>
              </a:ext>
            </a:extLst>
          </p:cNvPr>
          <p:cNvSpPr>
            <a:spLocks xmlns:a="http://schemas.openxmlformats.org/drawingml/2006/main" noGrp="1"/>
          </p:cNvSpPr>
          <p:nvPr/>
        </p:nvSpPr>
        <p:spPr>
          <a:xfrm xmlns:a="http://schemas.openxmlformats.org/drawingml/2006/main">
            <a:off x="914400" y="5581650"/>
            <a:ext cx="61912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0000"/>
              </a:lnSpc>
              <a:buNone/>
              <a:defRPr sz="1200" b="1">
                <a:solidFill>
                  <a:srgbClr val="1A202C"/>
                </a:solidFill>
                <a:latin typeface="Aptos"/>
                <a:ea typeface="Aptos"/>
                <a:cs typeface="Aptos"/>
              </a:defRPr>
            </a:pPr>
            <a:r>
              <a:rPr sz="1125" b="0">
                <a:solidFill>
                  <a:srgbClr val="1A202C"/>
                </a:solidFill>
                <a:latin typeface="Aptos"/>
                <a:ea typeface="Aptos"/>
                <a:cs typeface="Aptos"/>
              </a:rPr>
              <a:t>Факултет техничких наука · Универзитет у Новом Саду</a:t>
            </a:r>
          </a:p>
        </p:txBody>
      </p:sp>
      <p:sp>
        <p:nvSpPr>
          <p:cNvPr id="8" name="Rectangle 7">
            <a:extLst xmlns:a="http://schemas.openxmlformats.org/drawingml/2006/main">
              <a:ext uri="{FF2B5EF4-FFF2-40B4-BE49-F238E27FC236}">
                <a16:creationId xmlns:a16="http://schemas.microsoft.com/office/drawing/2014/main" id="{B6B532CC-9DEF-414C-B26F-DE1B3B5060E1}"/>
              </a:ext>
            </a:extLst>
          </p:cNvPr>
          <p:cNvSpPr>
            <a:spLocks xmlns:a="http://schemas.openxmlformats.org/drawingml/2006/main" noGrp="1"/>
          </p:cNvSpPr>
          <p:nvPr/>
        </p:nvSpPr>
        <p:spPr>
          <a:xfrm xmlns:a="http://schemas.openxmlformats.org/drawingml/2006/main">
            <a:off x="8096250" y="5581650"/>
            <a:ext cx="31813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r">
              <a:lnSpc>
                <a:spcPct val="100000"/>
              </a:lnSpc>
              <a:buNone/>
              <a:defRPr sz="1200" b="0">
                <a:solidFill>
                  <a:srgbClr val="647084"/>
                </a:solidFill>
                <a:latin typeface="Aptos"/>
                <a:ea typeface="Aptos"/>
                <a:cs typeface="Aptos"/>
              </a:defRPr>
            </a:pPr>
            <a:r>
              <a:rPr sz="1200" b="0">
                <a:solidFill>
                  <a:srgbClr val="647084"/>
                </a:solidFill>
                <a:latin typeface="Aptos"/>
                <a:ea typeface="Aptos"/>
                <a:cs typeface="Aptos"/>
              </a:rPr>
              <a:t>Академска 2026/27.</a:t>
            </a:r>
          </a:p>
        </p:txBody>
      </p:sp>
    </p:spTree>
    <p:extLst>
      <p:ext uri="{BB962C8B-B14F-4D97-AF65-F5344CB8AC3E}">
        <p14:creationId xmlns:p14="http://schemas.microsoft.com/office/powerpoint/2010/main" val="1375300189"/>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Rectangle 17">
            <a:extLst xmlns:a="http://schemas.openxmlformats.org/drawingml/2006/main">
              <a:ext uri="{FF2B5EF4-FFF2-40B4-BE49-F238E27FC236}">
                <a16:creationId xmlns:a16="http://schemas.microsoft.com/office/drawing/2014/main" id="{79607E6C-7F2F-4379-8F1F-1D24ABF0EB74}"/>
              </a:ext>
            </a:extLst>
          </p:cNvPr>
          <p:cNvSpPr>
            <a:spLocks xmlns:a="http://schemas.openxmlformats.org/drawingml/2006/main" noGrp="1"/>
          </p:cNvSpPr>
          <p:nvPr/>
        </p:nvSpPr>
        <p:spPr>
          <a:xfrm xmlns:a="http://schemas.openxmlformats.org/drawingml/2006/main">
            <a:off x="495300" y="238125"/>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57184"/>
                </a:solidFill>
                <a:latin typeface="Aptos"/>
                <a:ea typeface="Aptos"/>
                <a:cs typeface="Aptos"/>
              </a:defRPr>
            </a:pPr>
            <a:r>
              <a:rPr sz="825" b="0">
                <a:solidFill>
                  <a:srgbClr val="5E6B7D"/>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387EB4AD-501D-4BB5-B7FB-B47C9C193DF0}"/>
              </a:ext>
            </a:extLst>
          </p:cNvPr>
          <p:cNvSpPr>
            <a:spLocks xmlns:a="http://schemas.openxmlformats.org/drawingml/2006/main" noGrp="1"/>
          </p:cNvSpPr>
          <p:nvPr/>
        </p:nvSpPr>
        <p:spPr>
          <a:xfrm xmlns:a="http://schemas.openxmlformats.org/drawingml/2006/main">
            <a:off x="495300" y="476250"/>
            <a:ext cx="11201400" cy="9525"/>
          </a:xfrm>
          <a:prstGeom xmlns:a="http://schemas.openxmlformats.org/drawingml/2006/main" prst="line">
            <a:avLst/>
          </a:prstGeom>
          <a:solidFill xmlns:a="http://schemas.openxmlformats.org/drawingml/2006/main">
            <a:srgbClr val="8D5560"/>
          </a:solidFill>
          <a:ln xmlns:a="http://schemas.openxmlformats.org/drawingml/2006/main" w="7144">
            <a:solidFill>
              <a:srgbClr val="8D5560"/>
            </a:solidFill>
            <a:prstDash val="solid"/>
          </a:ln>
        </p:spPr>
      </p:sp>
      <p:sp>
        <p:nvSpPr>
          <p:cNvPr id="3" name="Rectangle 2">
            <a:extLst xmlns:a="http://schemas.openxmlformats.org/drawingml/2006/main">
              <a:ext uri="{FF2B5EF4-FFF2-40B4-BE49-F238E27FC236}">
                <a16:creationId xmlns:a16="http://schemas.microsoft.com/office/drawing/2014/main" id="{E793F233-9176-48A8-BE91-738349663DA2}"/>
              </a:ext>
            </a:extLst>
          </p:cNvPr>
          <p:cNvSpPr>
            <a:spLocks xmlns:a="http://schemas.openxmlformats.org/drawingml/2006/main" noGrp="1"/>
          </p:cNvSpPr>
          <p:nvPr/>
        </p:nvSpPr>
        <p:spPr>
          <a:xfrm xmlns:a="http://schemas.openxmlformats.org/drawingml/2006/main">
            <a:off x="11372850" y="6477000"/>
            <a:ext cx="323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2</a:t>
            </a:r>
          </a:p>
        </p:txBody>
      </p:sp>
      <p:sp>
        <p:nvSpPr>
          <p:cNvPr id="4" name="Rectangle 3">
            <a:extLst xmlns:a="http://schemas.openxmlformats.org/drawingml/2006/main">
              <a:ext uri="{FF2B5EF4-FFF2-40B4-BE49-F238E27FC236}">
                <a16:creationId xmlns:a16="http://schemas.microsoft.com/office/drawing/2014/main" id="{2B4F9907-5CB9-4216-868B-D545796A0476}"/>
              </a:ext>
            </a:extLst>
          </p:cNvPr>
          <p:cNvSpPr>
            <a:spLocks xmlns:a="http://schemas.openxmlformats.org/drawingml/2006/main" noGrp="1"/>
          </p:cNvSpPr>
          <p:nvPr/>
        </p:nvSpPr>
        <p:spPr>
          <a:xfrm xmlns:a="http://schemas.openxmlformats.org/drawingml/2006/main">
            <a:off x="685800" y="781050"/>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Континуирана провера идентитета</a:t>
            </a:r>
          </a:p>
        </p:txBody>
      </p:sp>
      <p:sp>
        <p:nvSpPr>
          <p:cNvPr id="5" name="Rectangle 4">
            <a:extLst xmlns:a="http://schemas.openxmlformats.org/drawingml/2006/main">
              <a:ext uri="{FF2B5EF4-FFF2-40B4-BE49-F238E27FC236}">
                <a16:creationId xmlns:a16="http://schemas.microsoft.com/office/drawing/2014/main" id="{67829924-B510-424B-AE4C-61F9CBE360F8}"/>
              </a:ext>
            </a:extLst>
          </p:cNvPr>
          <p:cNvSpPr>
            <a:spLocks xmlns:a="http://schemas.openxmlformats.org/drawingml/2006/main" noGrp="1"/>
          </p:cNvSpPr>
          <p:nvPr/>
        </p:nvSpPr>
        <p:spPr>
          <a:xfrm xmlns:a="http://schemas.openxmlformats.org/drawingml/2006/main">
            <a:off x="685800" y="1428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Ризик радње, трајање сесије, врста уређаја и промена привилегија одређују потребан ниво додатне потврде.</a:t>
            </a:r>
          </a:p>
        </p:txBody>
      </p:sp>
      <p:sp>
        <p:nvSpPr>
          <p:cNvPr id="6" name="Rounded Rectangle 5">
            <a:extLst xmlns:a="http://schemas.openxmlformats.org/drawingml/2006/main">
              <a:ext uri="{FF2B5EF4-FFF2-40B4-BE49-F238E27FC236}">
                <a16:creationId xmlns:a16="http://schemas.microsoft.com/office/drawing/2014/main" id="{5880703B-8615-4D8F-BF29-0771741D1198}"/>
              </a:ext>
            </a:extLst>
          </p:cNvPr>
          <p:cNvSpPr>
            <a:spLocks xmlns:a="http://schemas.openxmlformats.org/drawingml/2006/main" noGrp="1"/>
          </p:cNvSpPr>
          <p:nvPr/>
        </p:nvSpPr>
        <p:spPr>
          <a:xfrm xmlns:a="http://schemas.openxmlformats.org/drawingml/2006/main">
            <a:off x="819150" y="2571750"/>
            <a:ext cx="3257550" cy="2228850"/>
          </a:xfrm>
          <a:prstGeom xmlns:a="http://schemas.openxmlformats.org/drawingml/2006/main" prst="roundRect">
            <a:avLst>
              <a:gd name="adj" fmla="val 5983"/>
            </a:avLst>
          </a:prstGeom>
          <a:solidFill xmlns:a="http://schemas.openxmlformats.org/drawingml/2006/main">
            <a:srgbClr val="FFF0F0"/>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Rectangle 6">
            <a:extLst xmlns:a="http://schemas.openxmlformats.org/drawingml/2006/main">
              <a:ext uri="{FF2B5EF4-FFF2-40B4-BE49-F238E27FC236}">
                <a16:creationId xmlns:a16="http://schemas.microsoft.com/office/drawing/2014/main" id="{D96EB243-FFFA-4739-AC4E-248A0689DC10}"/>
              </a:ext>
            </a:extLst>
          </p:cNvPr>
          <p:cNvSpPr>
            <a:spLocks xmlns:a="http://schemas.openxmlformats.org/drawingml/2006/main" noGrp="1"/>
          </p:cNvSpPr>
          <p:nvPr/>
        </p:nvSpPr>
        <p:spPr>
          <a:xfrm xmlns:a="http://schemas.openxmlformats.org/drawingml/2006/main">
            <a:off x="971550" y="2695575"/>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C34747"/>
                </a:solidFill>
                <a:latin typeface="Aptos"/>
                <a:ea typeface="Aptos"/>
                <a:cs typeface="Aptos"/>
              </a:defRPr>
            </a:pPr>
            <a:r>
              <a:rPr sz="1200" b="1">
                <a:solidFill>
                  <a:srgbClr val="C34747"/>
                </a:solidFill>
                <a:latin typeface="Aptos"/>
                <a:ea typeface="Aptos"/>
                <a:cs typeface="Aptos"/>
              </a:rPr>
              <a:t>ПРЕДМЕТ АНАЛИЗЕ</a:t>
            </a:r>
          </a:p>
        </p:txBody>
      </p:sp>
      <p:sp>
        <p:nvSpPr>
          <p:cNvPr id="8" name="Rectangle 7">
            <a:extLst xmlns:a="http://schemas.openxmlformats.org/drawingml/2006/main">
              <a:ext uri="{FF2B5EF4-FFF2-40B4-BE49-F238E27FC236}">
                <a16:creationId xmlns:a16="http://schemas.microsoft.com/office/drawing/2014/main" id="{710CF5B5-6558-4B7D-9C04-92F718D4CC54}"/>
              </a:ext>
            </a:extLst>
          </p:cNvPr>
          <p:cNvSpPr>
            <a:spLocks xmlns:a="http://schemas.openxmlformats.org/drawingml/2006/main" noGrp="1"/>
          </p:cNvSpPr>
          <p:nvPr/>
        </p:nvSpPr>
        <p:spPr>
          <a:xfrm xmlns:a="http://schemas.openxmlformats.org/drawingml/2006/main">
            <a:off x="971550" y="2943225"/>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Ризик који се анализира</a:t>
            </a:r>
          </a:p>
        </p:txBody>
      </p:sp>
      <p:sp>
        <p:nvSpPr>
          <p:cNvPr id="9" name="Rectangle 8">
            <a:extLst xmlns:a="http://schemas.openxmlformats.org/drawingml/2006/main">
              <a:ext uri="{FF2B5EF4-FFF2-40B4-BE49-F238E27FC236}">
                <a16:creationId xmlns:a16="http://schemas.microsoft.com/office/drawing/2014/main" id="{A658BA8F-C270-4889-BB0F-6ECBAAA434F0}"/>
              </a:ext>
            </a:extLst>
          </p:cNvPr>
          <p:cNvSpPr>
            <a:spLocks xmlns:a="http://schemas.openxmlformats.org/drawingml/2006/main" noGrp="1"/>
          </p:cNvSpPr>
          <p:nvPr/>
        </p:nvSpPr>
        <p:spPr>
          <a:xfrm xmlns:a="http://schemas.openxmlformats.org/drawingml/2006/main">
            <a:off x="971550" y="3352800"/>
            <a:ext cx="295275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87975"/>
          </a:bodyPr>
          <a:lstStyle xmlns:a="http://schemas.openxmlformats.org/drawingml/2006/main"/>
          <a:p xmlns:a="http://schemas.openxmlformats.org/drawingml/2006/main">
            <a:pPr algn="l">
              <a:lnSpc>
                <a:spcPct val="106000"/>
              </a:lnSpc>
              <a:buNone/>
              <a:defRPr sz="1200" b="0">
                <a:solidFill>
                  <a:srgbClr val="657184"/>
                </a:solidFill>
                <a:latin typeface="Aptos"/>
                <a:ea typeface="Aptos"/>
                <a:cs typeface="Aptos"/>
              </a:defRPr>
            </a:pPr>
            <a:r>
              <a:rPr sz="1350" b="0">
                <a:solidFill>
                  <a:srgbClr val="657184"/>
                </a:solidFill>
                <a:latin typeface="Aptos"/>
                <a:ea typeface="Aptos"/>
                <a:cs typeface="Aptos"/>
              </a:rPr>
              <a:t>Идентитет није трајно доказан једном пријавом. Ризик радње, трајање сесије, врста уређаја и промена привилегија утичу на то колико је додатна потврда потребна. Оперативна безбедност зато прати приступ и након почетне аутентикације.</a:t>
            </a:r>
          </a:p>
        </p:txBody>
      </p:sp>
      <p:sp>
        <p:nvSpPr>
          <p:cNvPr id="10" name="Rounded Rectangle 9">
            <a:extLst xmlns:a="http://schemas.openxmlformats.org/drawingml/2006/main">
              <a:ext uri="{FF2B5EF4-FFF2-40B4-BE49-F238E27FC236}">
                <a16:creationId xmlns:a16="http://schemas.microsoft.com/office/drawing/2014/main" id="{C225B3E7-3B9B-46BB-A473-B4E91CCA1FA7}"/>
              </a:ext>
            </a:extLst>
          </p:cNvPr>
          <p:cNvSpPr>
            <a:spLocks xmlns:a="http://schemas.openxmlformats.org/drawingml/2006/main" noGrp="1"/>
          </p:cNvSpPr>
          <p:nvPr/>
        </p:nvSpPr>
        <p:spPr>
          <a:xfrm xmlns:a="http://schemas.openxmlformats.org/drawingml/2006/main">
            <a:off x="4467225" y="2571750"/>
            <a:ext cx="3257550" cy="2228850"/>
          </a:xfrm>
          <a:prstGeom xmlns:a="http://schemas.openxmlformats.org/drawingml/2006/main" prst="roundRect">
            <a:avLst>
              <a:gd name="adj" fmla="val 5983"/>
            </a:avLst>
          </a:prstGeom>
          <a:solidFill xmlns:a="http://schemas.openxmlformats.org/drawingml/2006/main">
            <a:srgbClr val="FFF6E9"/>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1" name="Rectangle 10">
            <a:extLst xmlns:a="http://schemas.openxmlformats.org/drawingml/2006/main">
              <a:ext uri="{FF2B5EF4-FFF2-40B4-BE49-F238E27FC236}">
                <a16:creationId xmlns:a16="http://schemas.microsoft.com/office/drawing/2014/main" id="{48846AE0-1333-402B-8497-AAA65F40DDA7}"/>
              </a:ext>
            </a:extLst>
          </p:cNvPr>
          <p:cNvSpPr>
            <a:spLocks xmlns:a="http://schemas.openxmlformats.org/drawingml/2006/main" noGrp="1"/>
          </p:cNvSpPr>
          <p:nvPr/>
        </p:nvSpPr>
        <p:spPr>
          <a:xfrm xmlns:a="http://schemas.openxmlformats.org/drawingml/2006/main">
            <a:off x="4619625" y="2695575"/>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B86A09"/>
                </a:solidFill>
                <a:latin typeface="Aptos"/>
                <a:ea typeface="Aptos"/>
                <a:cs typeface="Aptos"/>
              </a:defRPr>
            </a:pPr>
            <a:r>
              <a:rPr sz="1200" b="1">
                <a:solidFill>
                  <a:srgbClr val="B86A09"/>
                </a:solidFill>
                <a:latin typeface="Aptos"/>
                <a:ea typeface="Aptos"/>
                <a:cs typeface="Aptos"/>
              </a:rPr>
              <a:t>ЗНАЧАЈ</a:t>
            </a:r>
          </a:p>
        </p:txBody>
      </p:sp>
      <p:sp>
        <p:nvSpPr>
          <p:cNvPr id="12" name="Rectangle 11">
            <a:extLst xmlns:a="http://schemas.openxmlformats.org/drawingml/2006/main">
              <a:ext uri="{FF2B5EF4-FFF2-40B4-BE49-F238E27FC236}">
                <a16:creationId xmlns:a16="http://schemas.microsoft.com/office/drawing/2014/main" id="{8CE1DC05-11D2-4121-B350-59C17340965C}"/>
              </a:ext>
            </a:extLst>
          </p:cNvPr>
          <p:cNvSpPr>
            <a:spLocks xmlns:a="http://schemas.openxmlformats.org/drawingml/2006/main" noGrp="1"/>
          </p:cNvSpPr>
          <p:nvPr/>
        </p:nvSpPr>
        <p:spPr>
          <a:xfrm xmlns:a="http://schemas.openxmlformats.org/drawingml/2006/main">
            <a:off x="4619625" y="2943225"/>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Значај за безбедност система</a:t>
            </a:r>
          </a:p>
        </p:txBody>
      </p:sp>
      <p:sp>
        <p:nvSpPr>
          <p:cNvPr id="13" name="Rectangle 12">
            <a:extLst xmlns:a="http://schemas.openxmlformats.org/drawingml/2006/main">
              <a:ext uri="{FF2B5EF4-FFF2-40B4-BE49-F238E27FC236}">
                <a16:creationId xmlns:a16="http://schemas.microsoft.com/office/drawing/2014/main" id="{3ABC001B-0789-46A1-BEF7-6B28CE071DEC}"/>
              </a:ext>
            </a:extLst>
          </p:cNvPr>
          <p:cNvSpPr>
            <a:spLocks xmlns:a="http://schemas.openxmlformats.org/drawingml/2006/main" noGrp="1"/>
          </p:cNvSpPr>
          <p:nvPr/>
        </p:nvSpPr>
        <p:spPr>
          <a:xfrm xmlns:a="http://schemas.openxmlformats.org/drawingml/2006/main">
            <a:off x="4619625" y="3352800"/>
            <a:ext cx="295275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2219"/>
          </a:bodyPr>
          <a:lstStyle xmlns:a="http://schemas.openxmlformats.org/drawingml/2006/main"/>
          <a:p xmlns:a="http://schemas.openxmlformats.org/drawingml/2006/main">
            <a:pPr algn="l">
              <a:lnSpc>
                <a:spcPct val="106000"/>
              </a:lnSpc>
              <a:buNone/>
              <a:defRPr sz="1200" b="0">
                <a:solidFill>
                  <a:srgbClr val="657184"/>
                </a:solidFill>
                <a:latin typeface="Aptos"/>
                <a:ea typeface="Aptos"/>
                <a:cs typeface="Aptos"/>
              </a:defRPr>
            </a:pPr>
            <a:r>
              <a:rPr sz="1350" b="0">
                <a:solidFill>
                  <a:srgbClr val="657184"/>
                </a:solidFill>
                <a:latin typeface="Aptos"/>
                <a:ea typeface="Aptos"/>
                <a:cs typeface="Aptos"/>
              </a:rPr>
              <a:t>Вишефакторска потврда и временски ограничене привилегије смањују последице украденог креденцијала. Управљање тајнама штити везе међу сервисима, где непажња често остане скривена јер нема корисничког екрана.</a:t>
            </a:r>
          </a:p>
        </p:txBody>
      </p:sp>
      <p:sp>
        <p:nvSpPr>
          <p:cNvPr id="14" name="Rounded Rectangle 13">
            <a:extLst xmlns:a="http://schemas.openxmlformats.org/drawingml/2006/main">
              <a:ext uri="{FF2B5EF4-FFF2-40B4-BE49-F238E27FC236}">
                <a16:creationId xmlns:a16="http://schemas.microsoft.com/office/drawing/2014/main" id="{BECB7932-AEE1-4531-B12B-ED59073033BB}"/>
              </a:ext>
            </a:extLst>
          </p:cNvPr>
          <p:cNvSpPr>
            <a:spLocks xmlns:a="http://schemas.openxmlformats.org/drawingml/2006/main" noGrp="1"/>
          </p:cNvSpPr>
          <p:nvPr/>
        </p:nvSpPr>
        <p:spPr>
          <a:xfrm xmlns:a="http://schemas.openxmlformats.org/drawingml/2006/main">
            <a:off x="8115300" y="2571750"/>
            <a:ext cx="3257550" cy="2228850"/>
          </a:xfrm>
          <a:prstGeom xmlns:a="http://schemas.openxmlformats.org/drawingml/2006/main" prst="roundRect">
            <a:avLst>
              <a:gd name="adj" fmla="val 5983"/>
            </a:avLst>
          </a:prstGeom>
          <a:solidFill xmlns:a="http://schemas.openxmlformats.org/drawingml/2006/main">
            <a:srgbClr val="EDF8F2"/>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5" name="Rectangle 14">
            <a:extLst xmlns:a="http://schemas.openxmlformats.org/drawingml/2006/main">
              <a:ext uri="{FF2B5EF4-FFF2-40B4-BE49-F238E27FC236}">
                <a16:creationId xmlns:a16="http://schemas.microsoft.com/office/drawing/2014/main" id="{AF8EFB0C-DF26-437D-932E-2CCA18A08591}"/>
              </a:ext>
            </a:extLst>
          </p:cNvPr>
          <p:cNvSpPr>
            <a:spLocks xmlns:a="http://schemas.openxmlformats.org/drawingml/2006/main" noGrp="1"/>
          </p:cNvSpPr>
          <p:nvPr/>
        </p:nvSpPr>
        <p:spPr>
          <a:xfrm xmlns:a="http://schemas.openxmlformats.org/drawingml/2006/main">
            <a:off x="8267700" y="2695575"/>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КРИТЕРИЈУМ ПРОВЕРЕ</a:t>
            </a:r>
          </a:p>
        </p:txBody>
      </p:sp>
      <p:sp>
        <p:nvSpPr>
          <p:cNvPr id="16" name="Rectangle 15">
            <a:extLst xmlns:a="http://schemas.openxmlformats.org/drawingml/2006/main">
              <a:ext uri="{FF2B5EF4-FFF2-40B4-BE49-F238E27FC236}">
                <a16:creationId xmlns:a16="http://schemas.microsoft.com/office/drawing/2014/main" id="{C0A0541A-7E89-4FEA-BF15-52E4E25C046E}"/>
              </a:ext>
            </a:extLst>
          </p:cNvPr>
          <p:cNvSpPr>
            <a:spLocks xmlns:a="http://schemas.openxmlformats.org/drawingml/2006/main" noGrp="1"/>
          </p:cNvSpPr>
          <p:nvPr/>
        </p:nvSpPr>
        <p:spPr>
          <a:xfrm xmlns:a="http://schemas.openxmlformats.org/drawingml/2006/main">
            <a:off x="8267700" y="2943225"/>
            <a:ext cx="29527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Проверљив резултат</a:t>
            </a:r>
          </a:p>
        </p:txBody>
      </p:sp>
      <p:sp>
        <p:nvSpPr>
          <p:cNvPr id="17" name="Rectangle 16">
            <a:extLst xmlns:a="http://schemas.openxmlformats.org/drawingml/2006/main">
              <a:ext uri="{FF2B5EF4-FFF2-40B4-BE49-F238E27FC236}">
                <a16:creationId xmlns:a16="http://schemas.microsoft.com/office/drawing/2014/main" id="{F630C273-044E-4A99-B589-79766B95E3AA}"/>
              </a:ext>
            </a:extLst>
          </p:cNvPr>
          <p:cNvSpPr>
            <a:spLocks xmlns:a="http://schemas.openxmlformats.org/drawingml/2006/main" noGrp="1"/>
          </p:cNvSpPr>
          <p:nvPr/>
        </p:nvSpPr>
        <p:spPr>
          <a:xfrm xmlns:a="http://schemas.openxmlformats.org/drawingml/2006/main">
            <a:off x="8267700" y="3352800"/>
            <a:ext cx="2952750" cy="1343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200" b="0">
                <a:solidFill>
                  <a:srgbClr val="657184"/>
                </a:solidFill>
                <a:latin typeface="Aptos"/>
                <a:ea typeface="Aptos"/>
                <a:cs typeface="Aptos"/>
              </a:defRPr>
            </a:pPr>
            <a:r>
              <a:rPr sz="1350" b="0">
                <a:solidFill>
                  <a:srgbClr val="657184"/>
                </a:solidFill>
                <a:latin typeface="Aptos"/>
                <a:ea typeface="Aptos"/>
                <a:cs typeface="Aptos"/>
              </a:rPr>
              <a:t>Одлука је јасна, примењује се на серверу и оставља поновљив доказ успешног и одбијеног исхода.</a:t>
            </a:r>
          </a:p>
        </p:txBody>
      </p:sp>
    </p:spTree>
    <p:extLst>
      <p:ext uri="{BB962C8B-B14F-4D97-AF65-F5344CB8AC3E}">
        <p14:creationId xmlns:p14="http://schemas.microsoft.com/office/powerpoint/2010/main" val="918861640"/>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8" name="Rectangle 27">
            <a:extLst xmlns:a="http://schemas.openxmlformats.org/drawingml/2006/main">
              <a:ext uri="{FF2B5EF4-FFF2-40B4-BE49-F238E27FC236}">
                <a16:creationId xmlns:a16="http://schemas.microsoft.com/office/drawing/2014/main" id="{E20E0CE3-8B18-4ACC-9AE8-1B5BF3275B6D}"/>
              </a:ext>
            </a:extLst>
          </p:cNvPr>
          <p:cNvSpPr>
            <a:spLocks xmlns:a="http://schemas.openxmlformats.org/drawingml/2006/main" noGrp="1"/>
          </p:cNvSpPr>
          <p:nvPr/>
        </p:nvSpPr>
        <p:spPr>
          <a:xfrm xmlns:a="http://schemas.openxmlformats.org/drawingml/2006/main">
            <a:off x="495300" y="238125"/>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57184"/>
                </a:solidFill>
                <a:latin typeface="Aptos"/>
                <a:ea typeface="Aptos"/>
                <a:cs typeface="Aptos"/>
              </a:defRPr>
            </a:pPr>
            <a:r>
              <a:rPr sz="825" b="0">
                <a:solidFill>
                  <a:srgbClr val="5E6B7D"/>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EC1B38DB-9495-4BE6-ADE8-6707F5836957}"/>
              </a:ext>
            </a:extLst>
          </p:cNvPr>
          <p:cNvSpPr>
            <a:spLocks xmlns:a="http://schemas.openxmlformats.org/drawingml/2006/main" noGrp="1"/>
          </p:cNvSpPr>
          <p:nvPr/>
        </p:nvSpPr>
        <p:spPr>
          <a:xfrm xmlns:a="http://schemas.openxmlformats.org/drawingml/2006/main">
            <a:off x="495300" y="476250"/>
            <a:ext cx="11201400" cy="9525"/>
          </a:xfrm>
          <a:prstGeom xmlns:a="http://schemas.openxmlformats.org/drawingml/2006/main" prst="line">
            <a:avLst/>
          </a:prstGeom>
          <a:solidFill xmlns:a="http://schemas.openxmlformats.org/drawingml/2006/main">
            <a:srgbClr val="8D5560"/>
          </a:solidFill>
          <a:ln xmlns:a="http://schemas.openxmlformats.org/drawingml/2006/main" w="7144">
            <a:solidFill>
              <a:srgbClr val="8D5560"/>
            </a:solidFill>
            <a:prstDash val="solid"/>
          </a:ln>
        </p:spPr>
      </p:sp>
      <p:sp>
        <p:nvSpPr>
          <p:cNvPr id="3" name="Rectangle 2">
            <a:extLst xmlns:a="http://schemas.openxmlformats.org/drawingml/2006/main">
              <a:ext uri="{FF2B5EF4-FFF2-40B4-BE49-F238E27FC236}">
                <a16:creationId xmlns:a16="http://schemas.microsoft.com/office/drawing/2014/main" id="{79E39B6A-0167-4D45-A68D-E35E6A496811}"/>
              </a:ext>
            </a:extLst>
          </p:cNvPr>
          <p:cNvSpPr>
            <a:spLocks xmlns:a="http://schemas.openxmlformats.org/drawingml/2006/main" noGrp="1"/>
          </p:cNvSpPr>
          <p:nvPr/>
        </p:nvSpPr>
        <p:spPr>
          <a:xfrm xmlns:a="http://schemas.openxmlformats.org/drawingml/2006/main">
            <a:off x="11372850" y="6477000"/>
            <a:ext cx="323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3</a:t>
            </a:r>
          </a:p>
        </p:txBody>
      </p:sp>
      <p:sp>
        <p:nvSpPr>
          <p:cNvPr id="4" name="Rectangle 3">
            <a:extLst xmlns:a="http://schemas.openxmlformats.org/drawingml/2006/main">
              <a:ext uri="{FF2B5EF4-FFF2-40B4-BE49-F238E27FC236}">
                <a16:creationId xmlns:a16="http://schemas.microsoft.com/office/drawing/2014/main" id="{D2EA0458-6802-4DF6-B2DD-292BDE776505}"/>
              </a:ext>
            </a:extLst>
          </p:cNvPr>
          <p:cNvSpPr>
            <a:spLocks xmlns:a="http://schemas.openxmlformats.org/drawingml/2006/main" noGrp="1"/>
          </p:cNvSpPr>
          <p:nvPr/>
        </p:nvSpPr>
        <p:spPr>
          <a:xfrm xmlns:a="http://schemas.openxmlformats.org/drawingml/2006/main">
            <a:off x="685800" y="781050"/>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Основни појмови</a:t>
            </a:r>
          </a:p>
        </p:txBody>
      </p:sp>
      <p:sp>
        <p:nvSpPr>
          <p:cNvPr id="5" name="Rectangle 4">
            <a:extLst xmlns:a="http://schemas.openxmlformats.org/drawingml/2006/main">
              <a:ext uri="{FF2B5EF4-FFF2-40B4-BE49-F238E27FC236}">
                <a16:creationId xmlns:a16="http://schemas.microsoft.com/office/drawing/2014/main" id="{BE47684F-84B2-4288-A90E-42DB207D31A6}"/>
              </a:ext>
            </a:extLst>
          </p:cNvPr>
          <p:cNvSpPr>
            <a:spLocks xmlns:a="http://schemas.openxmlformats.org/drawingml/2006/main" noGrp="1"/>
          </p:cNvSpPr>
          <p:nvPr/>
        </p:nvSpPr>
        <p:spPr>
          <a:xfrm xmlns:a="http://schemas.openxmlformats.org/drawingml/2006/main">
            <a:off x="685800" y="1428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Пријава, сесија, додатна потврда и опозив описују животни циклус приступа.</a:t>
            </a:r>
          </a:p>
        </p:txBody>
      </p:sp>
      <p:sp>
        <p:nvSpPr>
          <p:cNvPr id="6" name="Rounded Rectangle 5">
            <a:extLst xmlns:a="http://schemas.openxmlformats.org/drawingml/2006/main">
              <a:ext uri="{FF2B5EF4-FFF2-40B4-BE49-F238E27FC236}">
                <a16:creationId xmlns:a16="http://schemas.microsoft.com/office/drawing/2014/main" id="{9E7C6089-3612-462B-8A56-4B5E68EFCF3D}"/>
              </a:ext>
            </a:extLst>
          </p:cNvPr>
          <p:cNvSpPr>
            <a:spLocks xmlns:a="http://schemas.openxmlformats.org/drawingml/2006/main" noGrp="1"/>
          </p:cNvSpPr>
          <p:nvPr/>
        </p:nvSpPr>
        <p:spPr>
          <a:xfrm xmlns:a="http://schemas.openxmlformats.org/drawingml/2006/main">
            <a:off x="723900" y="2419350"/>
            <a:ext cx="2471738" cy="1257300"/>
          </a:xfrm>
          <a:prstGeom xmlns:a="http://schemas.openxmlformats.org/drawingml/2006/main" prst="roundRect">
            <a:avLst>
              <a:gd name="adj" fmla="val 10606"/>
            </a:avLst>
          </a:prstGeom>
          <a:solidFill xmlns:a="http://schemas.openxmlformats.org/drawingml/2006/main">
            <a:srgbClr val="F4F6F9"/>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Rectangle 6">
            <a:extLst xmlns:a="http://schemas.openxmlformats.org/drawingml/2006/main">
              <a:ext uri="{FF2B5EF4-FFF2-40B4-BE49-F238E27FC236}">
                <a16:creationId xmlns:a16="http://schemas.microsoft.com/office/drawing/2014/main" id="{BC2C9D03-9A1E-41E7-A453-5A0624BB3A09}"/>
              </a:ext>
            </a:extLst>
          </p:cNvPr>
          <p:cNvSpPr>
            <a:spLocks xmlns:a="http://schemas.openxmlformats.org/drawingml/2006/main" noGrp="1"/>
          </p:cNvSpPr>
          <p:nvPr/>
        </p:nvSpPr>
        <p:spPr>
          <a:xfrm xmlns:a="http://schemas.openxmlformats.org/drawingml/2006/main">
            <a:off x="866775" y="2533650"/>
            <a:ext cx="2185988"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7018"/>
          </a:bodyPr>
          <a:lstStyle xmlns:a="http://schemas.openxmlformats.org/drawingml/2006/main"/>
          <a:p xmlns:a="http://schemas.openxmlformats.org/drawingml/2006/main">
            <a:pPr algn="l">
              <a:lnSpc>
                <a:spcPct val="102000"/>
              </a:lnSpc>
              <a:buNone/>
              <a:defRPr sz="975" b="1">
                <a:solidFill>
                  <a:srgbClr val="748092"/>
                </a:solidFill>
                <a:latin typeface="Aptos"/>
                <a:ea typeface="Aptos"/>
                <a:cs typeface="Aptos"/>
              </a:defRPr>
            </a:pPr>
            <a:r>
              <a:rPr sz="1200" b="1">
                <a:solidFill>
                  <a:srgbClr val="748092"/>
                </a:solidFill>
                <a:latin typeface="Aptos"/>
                <a:ea typeface="Aptos"/>
                <a:cs typeface="Aptos"/>
              </a:rPr>
              <a:t>01</a:t>
            </a:r>
          </a:p>
        </p:txBody>
      </p:sp>
      <p:sp>
        <p:nvSpPr>
          <p:cNvPr id="8" name="Rectangle 7">
            <a:extLst xmlns:a="http://schemas.openxmlformats.org/drawingml/2006/main">
              <a:ext uri="{FF2B5EF4-FFF2-40B4-BE49-F238E27FC236}">
                <a16:creationId xmlns:a16="http://schemas.microsoft.com/office/drawing/2014/main" id="{78317759-C18E-4549-886F-B1AEA58CC635}"/>
              </a:ext>
            </a:extLst>
          </p:cNvPr>
          <p:cNvSpPr>
            <a:spLocks xmlns:a="http://schemas.openxmlformats.org/drawingml/2006/main" noGrp="1"/>
          </p:cNvSpPr>
          <p:nvPr/>
        </p:nvSpPr>
        <p:spPr>
          <a:xfrm xmlns:a="http://schemas.openxmlformats.org/drawingml/2006/main">
            <a:off x="857250" y="2819400"/>
            <a:ext cx="220503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Пријава</a:t>
            </a:r>
          </a:p>
        </p:txBody>
      </p:sp>
      <p:sp>
        <p:nvSpPr>
          <p:cNvPr id="9" name="Rectangle 8">
            <a:extLst xmlns:a="http://schemas.openxmlformats.org/drawingml/2006/main">
              <a:ext uri="{FF2B5EF4-FFF2-40B4-BE49-F238E27FC236}">
                <a16:creationId xmlns:a16="http://schemas.microsoft.com/office/drawing/2014/main" id="{DD2DBFF6-747F-426F-ABE3-CDFE206644FD}"/>
              </a:ext>
            </a:extLst>
          </p:cNvPr>
          <p:cNvSpPr>
            <a:spLocks xmlns:a="http://schemas.openxmlformats.org/drawingml/2006/main" noGrp="1"/>
          </p:cNvSpPr>
          <p:nvPr/>
        </p:nvSpPr>
        <p:spPr>
          <a:xfrm xmlns:a="http://schemas.openxmlformats.org/drawingml/2006/main">
            <a:off x="866775" y="3209925"/>
            <a:ext cx="218598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почетна потврда идентитета</a:t>
            </a:r>
          </a:p>
        </p:txBody>
      </p:sp>
      <p:sp>
        <p:nvSpPr>
          <p:cNvPr id="10" name="Rounded Rectangle 9">
            <a:extLst xmlns:a="http://schemas.openxmlformats.org/drawingml/2006/main">
              <a:ext uri="{FF2B5EF4-FFF2-40B4-BE49-F238E27FC236}">
                <a16:creationId xmlns:a16="http://schemas.microsoft.com/office/drawing/2014/main" id="{49F2075A-65C3-4994-A066-0C5CE20C016E}"/>
              </a:ext>
            </a:extLst>
          </p:cNvPr>
          <p:cNvSpPr>
            <a:spLocks xmlns:a="http://schemas.openxmlformats.org/drawingml/2006/main" noGrp="1"/>
          </p:cNvSpPr>
          <p:nvPr/>
        </p:nvSpPr>
        <p:spPr>
          <a:xfrm xmlns:a="http://schemas.openxmlformats.org/drawingml/2006/main">
            <a:off x="3481388" y="2419350"/>
            <a:ext cx="2471738" cy="1257300"/>
          </a:xfrm>
          <a:prstGeom xmlns:a="http://schemas.openxmlformats.org/drawingml/2006/main" prst="roundRect">
            <a:avLst>
              <a:gd name="adj" fmla="val 10606"/>
            </a:avLst>
          </a:prstGeom>
          <a:solidFill xmlns:a="http://schemas.openxmlformats.org/drawingml/2006/main">
            <a:srgbClr val="EDF8FA"/>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1" name="Rectangle 10">
            <a:extLst xmlns:a="http://schemas.openxmlformats.org/drawingml/2006/main">
              <a:ext uri="{FF2B5EF4-FFF2-40B4-BE49-F238E27FC236}">
                <a16:creationId xmlns:a16="http://schemas.microsoft.com/office/drawing/2014/main" id="{32E3CFAB-D2EF-4B62-A160-09E34496026D}"/>
              </a:ext>
            </a:extLst>
          </p:cNvPr>
          <p:cNvSpPr>
            <a:spLocks xmlns:a="http://schemas.openxmlformats.org/drawingml/2006/main" noGrp="1"/>
          </p:cNvSpPr>
          <p:nvPr/>
        </p:nvSpPr>
        <p:spPr>
          <a:xfrm xmlns:a="http://schemas.openxmlformats.org/drawingml/2006/main">
            <a:off x="3624263" y="2533650"/>
            <a:ext cx="2185988"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7018"/>
          </a:bodyPr>
          <a:lstStyle xmlns:a="http://schemas.openxmlformats.org/drawingml/2006/main"/>
          <a:p xmlns:a="http://schemas.openxmlformats.org/drawingml/2006/main">
            <a:pPr algn="l">
              <a:lnSpc>
                <a:spcPct val="102000"/>
              </a:lnSpc>
              <a:buNone/>
              <a:defRPr sz="975" b="1">
                <a:solidFill>
                  <a:srgbClr val="168496"/>
                </a:solidFill>
                <a:latin typeface="Aptos"/>
                <a:ea typeface="Aptos"/>
                <a:cs typeface="Aptos"/>
              </a:defRPr>
            </a:pPr>
            <a:r>
              <a:rPr sz="1200" b="1">
                <a:solidFill>
                  <a:srgbClr val="168496"/>
                </a:solidFill>
                <a:latin typeface="Aptos"/>
                <a:ea typeface="Aptos"/>
                <a:cs typeface="Aptos"/>
              </a:rPr>
              <a:t>02</a:t>
            </a:r>
          </a:p>
        </p:txBody>
      </p:sp>
      <p:sp>
        <p:nvSpPr>
          <p:cNvPr id="12" name="Rectangle 11">
            <a:extLst xmlns:a="http://schemas.openxmlformats.org/drawingml/2006/main">
              <a:ext uri="{FF2B5EF4-FFF2-40B4-BE49-F238E27FC236}">
                <a16:creationId xmlns:a16="http://schemas.microsoft.com/office/drawing/2014/main" id="{F06DA52E-25D1-4812-A259-946EB9A4D586}"/>
              </a:ext>
            </a:extLst>
          </p:cNvPr>
          <p:cNvSpPr>
            <a:spLocks xmlns:a="http://schemas.openxmlformats.org/drawingml/2006/main" noGrp="1"/>
          </p:cNvSpPr>
          <p:nvPr/>
        </p:nvSpPr>
        <p:spPr>
          <a:xfrm xmlns:a="http://schemas.openxmlformats.org/drawingml/2006/main">
            <a:off x="3614738" y="2819400"/>
            <a:ext cx="220503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Сесија</a:t>
            </a:r>
          </a:p>
        </p:txBody>
      </p:sp>
      <p:sp>
        <p:nvSpPr>
          <p:cNvPr id="13" name="Rectangle 12">
            <a:extLst xmlns:a="http://schemas.openxmlformats.org/drawingml/2006/main">
              <a:ext uri="{FF2B5EF4-FFF2-40B4-BE49-F238E27FC236}">
                <a16:creationId xmlns:a16="http://schemas.microsoft.com/office/drawing/2014/main" id="{A194318D-F309-493C-80BA-EEFF5539E959}"/>
              </a:ext>
            </a:extLst>
          </p:cNvPr>
          <p:cNvSpPr>
            <a:spLocks xmlns:a="http://schemas.openxmlformats.org/drawingml/2006/main" noGrp="1"/>
          </p:cNvSpPr>
          <p:nvPr/>
        </p:nvSpPr>
        <p:spPr>
          <a:xfrm xmlns:a="http://schemas.openxmlformats.org/drawingml/2006/main">
            <a:off x="3624263" y="3209925"/>
            <a:ext cx="218598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91685"/>
          </a:bodyPr>
          <a:lstStyle xmlns:a="http://schemas.openxmlformats.org/drawingml/2006/main"/>
          <a:p xmlns:a="http://schemas.openxmlformats.org/drawingml/2006/main">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привремени контекст приступа</a:t>
            </a:r>
          </a:p>
        </p:txBody>
      </p:sp>
      <p:sp>
        <p:nvSpPr>
          <p:cNvPr id="14" name="Rounded Rectangle 13">
            <a:extLst xmlns:a="http://schemas.openxmlformats.org/drawingml/2006/main">
              <a:ext uri="{FF2B5EF4-FFF2-40B4-BE49-F238E27FC236}">
                <a16:creationId xmlns:a16="http://schemas.microsoft.com/office/drawing/2014/main" id="{B91BA9A4-4892-4C3A-B177-1831B82D5C75}"/>
              </a:ext>
            </a:extLst>
          </p:cNvPr>
          <p:cNvSpPr>
            <a:spLocks xmlns:a="http://schemas.openxmlformats.org/drawingml/2006/main" noGrp="1"/>
          </p:cNvSpPr>
          <p:nvPr/>
        </p:nvSpPr>
        <p:spPr>
          <a:xfrm xmlns:a="http://schemas.openxmlformats.org/drawingml/2006/main">
            <a:off x="6238875" y="2419350"/>
            <a:ext cx="2471738" cy="1257300"/>
          </a:xfrm>
          <a:prstGeom xmlns:a="http://schemas.openxmlformats.org/drawingml/2006/main" prst="roundRect">
            <a:avLst>
              <a:gd name="adj" fmla="val 10606"/>
            </a:avLst>
          </a:prstGeom>
          <a:solidFill xmlns:a="http://schemas.openxmlformats.org/drawingml/2006/main">
            <a:srgbClr val="F7F4F5"/>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5" name="Rectangle 14">
            <a:extLst xmlns:a="http://schemas.openxmlformats.org/drawingml/2006/main">
              <a:ext uri="{FF2B5EF4-FFF2-40B4-BE49-F238E27FC236}">
                <a16:creationId xmlns:a16="http://schemas.microsoft.com/office/drawing/2014/main" id="{95CF401A-C169-4A9C-9CC2-33D64E63F80E}"/>
              </a:ext>
            </a:extLst>
          </p:cNvPr>
          <p:cNvSpPr>
            <a:spLocks xmlns:a="http://schemas.openxmlformats.org/drawingml/2006/main" noGrp="1"/>
          </p:cNvSpPr>
          <p:nvPr/>
        </p:nvSpPr>
        <p:spPr>
          <a:xfrm xmlns:a="http://schemas.openxmlformats.org/drawingml/2006/main">
            <a:off x="6381750" y="2533650"/>
            <a:ext cx="2185988"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7018"/>
          </a:bodyPr>
          <a:lstStyle xmlns:a="http://schemas.openxmlformats.org/drawingml/2006/main"/>
          <a:p xmlns:a="http://schemas.openxmlformats.org/drawingml/2006/main">
            <a:pPr algn="l">
              <a:lnSpc>
                <a:spcPct val="102000"/>
              </a:lnSpc>
              <a:buNone/>
              <a:defRPr sz="975" b="1">
                <a:solidFill>
                  <a:srgbClr val="7651D4"/>
                </a:solidFill>
                <a:latin typeface="Aptos"/>
                <a:ea typeface="Aptos"/>
                <a:cs typeface="Aptos"/>
              </a:defRPr>
            </a:pPr>
            <a:r>
              <a:rPr sz="1200" b="1">
                <a:solidFill>
                  <a:srgbClr val="7A2636"/>
                </a:solidFill>
                <a:latin typeface="Aptos"/>
                <a:ea typeface="Aptos"/>
                <a:cs typeface="Aptos"/>
              </a:rPr>
              <a:t>03</a:t>
            </a:r>
          </a:p>
        </p:txBody>
      </p:sp>
      <p:sp>
        <p:nvSpPr>
          <p:cNvPr id="16" name="Rectangle 15">
            <a:extLst xmlns:a="http://schemas.openxmlformats.org/drawingml/2006/main">
              <a:ext uri="{FF2B5EF4-FFF2-40B4-BE49-F238E27FC236}">
                <a16:creationId xmlns:a16="http://schemas.microsoft.com/office/drawing/2014/main" id="{062180E4-2101-46CF-8562-387188095F76}"/>
              </a:ext>
            </a:extLst>
          </p:cNvPr>
          <p:cNvSpPr>
            <a:spLocks xmlns:a="http://schemas.openxmlformats.org/drawingml/2006/main" noGrp="1"/>
          </p:cNvSpPr>
          <p:nvPr/>
        </p:nvSpPr>
        <p:spPr>
          <a:xfrm xmlns:a="http://schemas.openxmlformats.org/drawingml/2006/main">
            <a:off x="6372225" y="2819400"/>
            <a:ext cx="220503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Додатна потврда</a:t>
            </a:r>
          </a:p>
        </p:txBody>
      </p:sp>
      <p:sp>
        <p:nvSpPr>
          <p:cNvPr id="17" name="Rectangle 16">
            <a:extLst xmlns:a="http://schemas.openxmlformats.org/drawingml/2006/main">
              <a:ext uri="{FF2B5EF4-FFF2-40B4-BE49-F238E27FC236}">
                <a16:creationId xmlns:a16="http://schemas.microsoft.com/office/drawing/2014/main" id="{E3414439-9172-4BB4-A6E2-12DEC931ABDF}"/>
              </a:ext>
            </a:extLst>
          </p:cNvPr>
          <p:cNvSpPr>
            <a:spLocks xmlns:a="http://schemas.openxmlformats.org/drawingml/2006/main" noGrp="1"/>
          </p:cNvSpPr>
          <p:nvPr/>
        </p:nvSpPr>
        <p:spPr>
          <a:xfrm xmlns:a="http://schemas.openxmlformats.org/drawingml/2006/main">
            <a:off x="6381750" y="3209925"/>
            <a:ext cx="218598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за ризичну радњу</a:t>
            </a:r>
          </a:p>
        </p:txBody>
      </p:sp>
      <p:sp>
        <p:nvSpPr>
          <p:cNvPr id="18" name="Rounded Rectangle 17">
            <a:extLst xmlns:a="http://schemas.openxmlformats.org/drawingml/2006/main">
              <a:ext uri="{FF2B5EF4-FFF2-40B4-BE49-F238E27FC236}">
                <a16:creationId xmlns:a16="http://schemas.microsoft.com/office/drawing/2014/main" id="{EBBD0E8F-B7A7-4782-9E6F-ECB748A30EE1}"/>
              </a:ext>
            </a:extLst>
          </p:cNvPr>
          <p:cNvSpPr>
            <a:spLocks xmlns:a="http://schemas.openxmlformats.org/drawingml/2006/main" noGrp="1"/>
          </p:cNvSpPr>
          <p:nvPr/>
        </p:nvSpPr>
        <p:spPr>
          <a:xfrm xmlns:a="http://schemas.openxmlformats.org/drawingml/2006/main">
            <a:off x="8996363" y="2419350"/>
            <a:ext cx="2471738" cy="1257300"/>
          </a:xfrm>
          <a:prstGeom xmlns:a="http://schemas.openxmlformats.org/drawingml/2006/main" prst="roundRect">
            <a:avLst>
              <a:gd name="adj" fmla="val 10606"/>
            </a:avLst>
          </a:prstGeom>
          <a:solidFill xmlns:a="http://schemas.openxmlformats.org/drawingml/2006/main">
            <a:srgbClr val="EDF8F2"/>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9" name="Rectangle 18">
            <a:extLst xmlns:a="http://schemas.openxmlformats.org/drawingml/2006/main">
              <a:ext uri="{FF2B5EF4-FFF2-40B4-BE49-F238E27FC236}">
                <a16:creationId xmlns:a16="http://schemas.microsoft.com/office/drawing/2014/main" id="{2284364E-068A-43A9-B38D-98EDE86318DB}"/>
              </a:ext>
            </a:extLst>
          </p:cNvPr>
          <p:cNvSpPr>
            <a:spLocks xmlns:a="http://schemas.openxmlformats.org/drawingml/2006/main" noGrp="1"/>
          </p:cNvSpPr>
          <p:nvPr/>
        </p:nvSpPr>
        <p:spPr>
          <a:xfrm xmlns:a="http://schemas.openxmlformats.org/drawingml/2006/main">
            <a:off x="9139238" y="2533650"/>
            <a:ext cx="2185988"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7018"/>
          </a:bodyPr>
          <a:lstStyle xmlns:a="http://schemas.openxmlformats.org/drawingml/2006/main"/>
          <a:p xmlns:a="http://schemas.openxmlformats.org/drawingml/2006/main">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04</a:t>
            </a:r>
          </a:p>
        </p:txBody>
      </p:sp>
      <p:sp>
        <p:nvSpPr>
          <p:cNvPr id="20" name="Rectangle 19">
            <a:extLst xmlns:a="http://schemas.openxmlformats.org/drawingml/2006/main">
              <a:ext uri="{FF2B5EF4-FFF2-40B4-BE49-F238E27FC236}">
                <a16:creationId xmlns:a16="http://schemas.microsoft.com/office/drawing/2014/main" id="{71D3880A-679B-4098-8D8F-C181A938C378}"/>
              </a:ext>
            </a:extLst>
          </p:cNvPr>
          <p:cNvSpPr>
            <a:spLocks xmlns:a="http://schemas.openxmlformats.org/drawingml/2006/main" noGrp="1"/>
          </p:cNvSpPr>
          <p:nvPr/>
        </p:nvSpPr>
        <p:spPr>
          <a:xfrm xmlns:a="http://schemas.openxmlformats.org/drawingml/2006/main">
            <a:off x="9129713" y="2819400"/>
            <a:ext cx="220503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Истек или опозив</a:t>
            </a:r>
          </a:p>
        </p:txBody>
      </p:sp>
      <p:sp>
        <p:nvSpPr>
          <p:cNvPr id="21" name="Rectangle 20">
            <a:extLst xmlns:a="http://schemas.openxmlformats.org/drawingml/2006/main">
              <a:ext uri="{FF2B5EF4-FFF2-40B4-BE49-F238E27FC236}">
                <a16:creationId xmlns:a16="http://schemas.microsoft.com/office/drawing/2014/main" id="{3EA08F9C-86A7-46EA-AE6B-9A05808E8F22}"/>
              </a:ext>
            </a:extLst>
          </p:cNvPr>
          <p:cNvSpPr>
            <a:spLocks xmlns:a="http://schemas.openxmlformats.org/drawingml/2006/main" noGrp="1"/>
          </p:cNvSpPr>
          <p:nvPr/>
        </p:nvSpPr>
        <p:spPr>
          <a:xfrm xmlns:a="http://schemas.openxmlformats.org/drawingml/2006/main">
            <a:off x="9139238" y="3209925"/>
            <a:ext cx="218598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прекид важења приступа</a:t>
            </a:r>
          </a:p>
        </p:txBody>
      </p:sp>
      <p:cxnSp>
        <p:nvCxnSpPr>
          <p:cNvPr id="221" name="Straight Arrow Connector 124"/>
          <p:cNvCxnSpPr>
            <a:stCxn xmlns:a="http://schemas.openxmlformats.org/drawingml/2006/main" id="6" idx="3"/>
            <a:endCxn xmlns:a="http://schemas.openxmlformats.org/drawingml/2006/main" id="10" idx="1"/>
          </p:cNvCxnSpPr>
          <p:nvPr/>
        </p:nvCxnSpPr>
        <p:spPr>
          <a:xfrm xmlns:a="http://schemas.openxmlformats.org/drawingml/2006/main">
            <a:off x="3195638" y="3048000"/>
            <a:ext cx="285750" cy="0"/>
          </a:xfrm>
          <a:prstGeom xmlns:a="http://schemas.openxmlformats.org/drawingml/2006/main" prst="straightConnector1">
            <a:avLst/>
          </a:prstGeom>
          <a:ln xmlns:a="http://schemas.openxmlformats.org/drawingml/2006/main" w="13335">
            <a:solidFill>
              <a:srgbClr val="748092"/>
            </a:solidFill>
            <a:prstDash val="solid"/>
            <a:tailEnd type="arrow" w="sm" len="sm"/>
          </a:ln>
        </p:spPr>
      </p:cxnSp>
      <p:cxnSp>
        <p:nvCxnSpPr>
          <p:cNvPr id="222" name="Straight Arrow Connector 125"/>
          <p:cNvCxnSpPr>
            <a:stCxn xmlns:a="http://schemas.openxmlformats.org/drawingml/2006/main" id="10" idx="3"/>
            <a:endCxn xmlns:a="http://schemas.openxmlformats.org/drawingml/2006/main" id="14" idx="1"/>
          </p:cNvCxnSpPr>
          <p:nvPr/>
        </p:nvCxnSpPr>
        <p:spPr>
          <a:xfrm xmlns:a="http://schemas.openxmlformats.org/drawingml/2006/main">
            <a:off x="5953126" y="3048000"/>
            <a:ext cx="285749" cy="0"/>
          </a:xfrm>
          <a:prstGeom xmlns:a="http://schemas.openxmlformats.org/drawingml/2006/main" prst="straightConnector1">
            <a:avLst/>
          </a:prstGeom>
          <a:ln xmlns:a="http://schemas.openxmlformats.org/drawingml/2006/main" w="13335">
            <a:solidFill>
              <a:srgbClr val="748092"/>
            </a:solidFill>
            <a:prstDash val="solid"/>
            <a:tailEnd type="arrow" w="sm" len="sm"/>
          </a:ln>
        </p:spPr>
      </p:cxnSp>
      <p:cxnSp>
        <p:nvCxnSpPr>
          <p:cNvPr id="223" name="Straight Arrow Connector 126"/>
          <p:cNvCxnSpPr>
            <a:stCxn xmlns:a="http://schemas.openxmlformats.org/drawingml/2006/main" id="14" idx="3"/>
            <a:endCxn xmlns:a="http://schemas.openxmlformats.org/drawingml/2006/main" id="18" idx="1"/>
          </p:cNvCxnSpPr>
          <p:nvPr/>
        </p:nvCxnSpPr>
        <p:spPr>
          <a:xfrm xmlns:a="http://schemas.openxmlformats.org/drawingml/2006/main">
            <a:off x="8710613" y="3048000"/>
            <a:ext cx="285750" cy="0"/>
          </a:xfrm>
          <a:prstGeom xmlns:a="http://schemas.openxmlformats.org/drawingml/2006/main" prst="straightConnector1">
            <a:avLst/>
          </a:prstGeom>
          <a:ln xmlns:a="http://schemas.openxmlformats.org/drawingml/2006/main" w="13335">
            <a:solidFill>
              <a:srgbClr val="748092"/>
            </a:solidFill>
            <a:prstDash val="solid"/>
            <a:tailEnd type="arrow" w="sm" len="sm"/>
          </a:ln>
        </p:spPr>
      </p:cxnSp>
      <p:sp>
        <p:nvSpPr>
          <p:cNvPr id="26" name="Rounded Rectangle 25">
            <a:extLst xmlns:a="http://schemas.openxmlformats.org/drawingml/2006/main">
              <a:ext uri="{FF2B5EF4-FFF2-40B4-BE49-F238E27FC236}">
                <a16:creationId xmlns:a16="http://schemas.microsoft.com/office/drawing/2014/main" id="{ED45DA28-A05B-4B5B-9BD5-0A898CF6DEE7}"/>
              </a:ext>
            </a:extLst>
          </p:cNvPr>
          <p:cNvSpPr>
            <a:spLocks xmlns:a="http://schemas.openxmlformats.org/drawingml/2006/main" noGrp="1"/>
          </p:cNvSpPr>
          <p:nvPr/>
        </p:nvSpPr>
        <p:spPr>
          <a:xfrm xmlns:a="http://schemas.openxmlformats.org/drawingml/2006/main">
            <a:off x="1752600" y="4429125"/>
            <a:ext cx="57150" cy="514350"/>
          </a:xfrm>
          <a:prstGeom xmlns:a="http://schemas.openxmlformats.org/drawingml/2006/main" prst="roundRect">
            <a:avLst>
              <a:gd name="adj" fmla="val 50000"/>
            </a:avLst>
          </a:prstGeom>
          <a:solidFill xmlns:a="http://schemas.openxmlformats.org/drawingml/2006/main">
            <a:srgbClr val="7A2636"/>
          </a:solidFill>
          <a:ln xmlns:a="http://schemas.openxmlformats.org/drawingml/2006/main" w="0">
            <a:noFill/>
          </a:ln>
        </p:spPr>
      </p:sp>
      <p:sp>
        <p:nvSpPr>
          <p:cNvPr id="76" name="Rounded Rectangle 75">
            <a:extLst xmlns:a="http://schemas.openxmlformats.org/drawingml/2006/main">
              <a:ext uri="{FF2B5EF4-FFF2-40B4-BE49-F238E27FC236}">
                <a16:creationId xmlns:a16="http://schemas.microsoft.com/office/drawing/2014/main" id="{03FC9162-DF55-4285-88A2-1DD7FF6ECEED}"/>
              </a:ext>
            </a:extLst>
          </p:cNvPr>
          <p:cNvSpPr>
            <a:spLocks xmlns:a="http://schemas.openxmlformats.org/drawingml/2006/main" noGrp="1"/>
          </p:cNvSpPr>
          <p:nvPr/>
        </p:nvSpPr>
        <p:spPr>
          <a:xfrm xmlns:a="http://schemas.openxmlformats.org/drawingml/2006/main">
            <a:off x="914400" y="4305300"/>
            <a:ext cx="10363200" cy="800100"/>
          </a:xfrm>
          <a:prstGeom xmlns:a="http://schemas.openxmlformats.org/drawingml/2006/main" prst="roundRect">
            <a:avLst>
              <a:gd name="adj" fmla="val 16667"/>
            </a:avLst>
          </a:prstGeom>
          <a:solidFill xmlns:a="http://schemas.openxmlformats.org/drawingml/2006/main">
            <a:srgbClr val="F7EFF1"/>
          </a:solidFill>
          <a:ln xmlns:a="http://schemas.openxmlformats.org/drawingml/2006/main" w="8573">
            <a:solidFill>
              <a:srgbClr val="DBC7CC"/>
            </a:solidFill>
            <a:prstDash val="solid"/>
          </a:ln>
        </p:spPr>
      </p:sp>
      <p:sp>
        <p:nvSpPr>
          <p:cNvPr id="77" name="Rounded Rectangle 76">
            <a:extLst xmlns:a="http://schemas.openxmlformats.org/drawingml/2006/main">
              <a:ext uri="{FF2B5EF4-FFF2-40B4-BE49-F238E27FC236}">
                <a16:creationId xmlns:a16="http://schemas.microsoft.com/office/drawing/2014/main" id="{0B431171-0C22-4E29-B6DE-DCC79E90E9A5}"/>
              </a:ext>
            </a:extLst>
          </p:cNvPr>
          <p:cNvSpPr>
            <a:spLocks xmlns:a="http://schemas.openxmlformats.org/drawingml/2006/main" noGrp="1"/>
          </p:cNvSpPr>
          <p:nvPr/>
        </p:nvSpPr>
        <p:spPr>
          <a:xfrm xmlns:a="http://schemas.openxmlformats.org/drawingml/2006/main">
            <a:off x="1085850" y="4457700"/>
            <a:ext cx="57150" cy="495300"/>
          </a:xfrm>
          <a:prstGeom xmlns:a="http://schemas.openxmlformats.org/drawingml/2006/main" prst="roundRect">
            <a:avLst>
              <a:gd name="adj" fmla="val 50000"/>
            </a:avLst>
          </a:prstGeom>
          <a:solidFill xmlns:a="http://schemas.openxmlformats.org/drawingml/2006/main">
            <a:srgbClr val="7A2636"/>
          </a:solidFill>
          <a:ln xmlns:a="http://schemas.openxmlformats.org/drawingml/2006/main" w="0">
            <a:noFill/>
          </a:ln>
        </p:spPr>
      </p:sp>
      <p:sp>
        <p:nvSpPr>
          <p:cNvPr id="78" name="Rectangle 77">
            <a:extLst xmlns:a="http://schemas.openxmlformats.org/drawingml/2006/main">
              <a:ext uri="{FF2B5EF4-FFF2-40B4-BE49-F238E27FC236}">
                <a16:creationId xmlns:a16="http://schemas.microsoft.com/office/drawing/2014/main" id="{24CB7F95-D1FF-4CF3-98EE-64BA083300D8}"/>
              </a:ext>
            </a:extLst>
          </p:cNvPr>
          <p:cNvSpPr>
            <a:spLocks xmlns:a="http://schemas.openxmlformats.org/drawingml/2006/main" noGrp="1"/>
          </p:cNvSpPr>
          <p:nvPr/>
        </p:nvSpPr>
        <p:spPr>
          <a:xfrm xmlns:a="http://schemas.openxmlformats.org/drawingml/2006/main">
            <a:off x="1333500" y="4410075"/>
            <a:ext cx="96393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buNone/>
              <a:defRPr sz="1013" b="1">
                <a:solidFill>
                  <a:srgbClr val="2854D7"/>
                </a:solidFill>
                <a:latin typeface="Aptos"/>
                <a:ea typeface="Aptos"/>
                <a:cs typeface="Aptos"/>
              </a:defRPr>
            </a:pPr>
            <a:r>
              <a:rPr sz="1200" b="1">
                <a:solidFill>
                  <a:srgbClr val="7A2636"/>
                </a:solidFill>
                <a:latin typeface="Aptos"/>
                <a:ea typeface="Aptos"/>
                <a:cs typeface="Aptos"/>
              </a:rPr>
              <a:t>ЗАКЉУЧАК</a:t>
            </a:r>
          </a:p>
        </p:txBody>
      </p:sp>
      <p:sp>
        <p:nvSpPr>
          <p:cNvPr id="79" name="Rectangle 78">
            <a:extLst xmlns:a="http://schemas.openxmlformats.org/drawingml/2006/main">
              <a:ext uri="{FF2B5EF4-FFF2-40B4-BE49-F238E27FC236}">
                <a16:creationId xmlns:a16="http://schemas.microsoft.com/office/drawing/2014/main" id="{C4FDCB4E-879D-43F6-BEA0-A3519F139156}"/>
              </a:ext>
            </a:extLst>
          </p:cNvPr>
          <p:cNvSpPr>
            <a:spLocks xmlns:a="http://schemas.openxmlformats.org/drawingml/2006/main" noGrp="1"/>
          </p:cNvSpPr>
          <p:nvPr/>
        </p:nvSpPr>
        <p:spPr>
          <a:xfrm xmlns:a="http://schemas.openxmlformats.org/drawingml/2006/main">
            <a:off x="1333500" y="4638675"/>
            <a:ext cx="96393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buNone/>
              <a:defRPr sz="1388" b="1">
                <a:solidFill>
                  <a:srgbClr val="1B2432"/>
                </a:solidFill>
                <a:latin typeface="Aptos"/>
                <a:ea typeface="Aptos"/>
                <a:cs typeface="Aptos"/>
              </a:defRPr>
            </a:pPr>
            <a:r>
              <a:rPr sz="1388" b="1">
                <a:solidFill>
                  <a:srgbClr val="1B2432"/>
                </a:solidFill>
                <a:latin typeface="Aptos"/>
                <a:ea typeface="Aptos"/>
                <a:cs typeface="Aptos"/>
              </a:rPr>
              <a:t>Поверење се не чува заувек. Систем га обнавља или опозива када се промени ризик.</a:t>
            </a:r>
          </a:p>
        </p:txBody>
      </p:sp>
    </p:spTree>
    <p:extLst>
      <p:ext uri="{BB962C8B-B14F-4D97-AF65-F5344CB8AC3E}">
        <p14:creationId xmlns:p14="http://schemas.microsoft.com/office/powerpoint/2010/main" val="1835028243"/>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Rectangle 20">
            <a:extLst xmlns:a="http://schemas.openxmlformats.org/drawingml/2006/main">
              <a:ext uri="{FF2B5EF4-FFF2-40B4-BE49-F238E27FC236}">
                <a16:creationId xmlns:a16="http://schemas.microsoft.com/office/drawing/2014/main" id="{A750244A-431F-4E7A-AA82-6264A49C1283}"/>
              </a:ext>
            </a:extLst>
          </p:cNvPr>
          <p:cNvSpPr>
            <a:spLocks xmlns:a="http://schemas.openxmlformats.org/drawingml/2006/main" noGrp="1"/>
          </p:cNvSpPr>
          <p:nvPr/>
        </p:nvSpPr>
        <p:spPr>
          <a:xfrm xmlns:a="http://schemas.openxmlformats.org/drawingml/2006/main">
            <a:off x="495300" y="238125"/>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57184"/>
                </a:solidFill>
                <a:latin typeface="Aptos"/>
                <a:ea typeface="Aptos"/>
                <a:cs typeface="Aptos"/>
              </a:defRPr>
            </a:pPr>
            <a:r>
              <a:rPr sz="825" b="0">
                <a:solidFill>
                  <a:srgbClr val="5E6B7D"/>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1D4BF382-5245-41F7-B92B-6AEB53DFC078}"/>
              </a:ext>
            </a:extLst>
          </p:cNvPr>
          <p:cNvSpPr>
            <a:spLocks xmlns:a="http://schemas.openxmlformats.org/drawingml/2006/main" noGrp="1"/>
          </p:cNvSpPr>
          <p:nvPr/>
        </p:nvSpPr>
        <p:spPr>
          <a:xfrm xmlns:a="http://schemas.openxmlformats.org/drawingml/2006/main">
            <a:off x="495300" y="476250"/>
            <a:ext cx="11201400" cy="9525"/>
          </a:xfrm>
          <a:prstGeom xmlns:a="http://schemas.openxmlformats.org/drawingml/2006/main" prst="line">
            <a:avLst/>
          </a:prstGeom>
          <a:solidFill xmlns:a="http://schemas.openxmlformats.org/drawingml/2006/main">
            <a:srgbClr val="8D5560"/>
          </a:solidFill>
          <a:ln xmlns:a="http://schemas.openxmlformats.org/drawingml/2006/main" w="7144">
            <a:solidFill>
              <a:srgbClr val="8D5560"/>
            </a:solidFill>
            <a:prstDash val="solid"/>
          </a:ln>
        </p:spPr>
      </p:sp>
      <p:sp>
        <p:nvSpPr>
          <p:cNvPr id="3" name="Rectangle 2">
            <a:extLst xmlns:a="http://schemas.openxmlformats.org/drawingml/2006/main">
              <a:ext uri="{FF2B5EF4-FFF2-40B4-BE49-F238E27FC236}">
                <a16:creationId xmlns:a16="http://schemas.microsoft.com/office/drawing/2014/main" id="{9DA50FE9-4E7C-4DD9-8F02-1D3857BFACA0}"/>
              </a:ext>
            </a:extLst>
          </p:cNvPr>
          <p:cNvSpPr>
            <a:spLocks xmlns:a="http://schemas.openxmlformats.org/drawingml/2006/main" noGrp="1"/>
          </p:cNvSpPr>
          <p:nvPr/>
        </p:nvSpPr>
        <p:spPr>
          <a:xfrm xmlns:a="http://schemas.openxmlformats.org/drawingml/2006/main">
            <a:off x="11372850" y="6477000"/>
            <a:ext cx="323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4</a:t>
            </a:r>
          </a:p>
        </p:txBody>
      </p:sp>
      <p:sp>
        <p:nvSpPr>
          <p:cNvPr id="4" name="Rectangle 3">
            <a:extLst xmlns:a="http://schemas.openxmlformats.org/drawingml/2006/main">
              <a:ext uri="{FF2B5EF4-FFF2-40B4-BE49-F238E27FC236}">
                <a16:creationId xmlns:a16="http://schemas.microsoft.com/office/drawing/2014/main" id="{BB829B28-5DD4-4C5A-884C-DFB26ECFA3ED}"/>
              </a:ext>
            </a:extLst>
          </p:cNvPr>
          <p:cNvSpPr>
            <a:spLocks xmlns:a="http://schemas.openxmlformats.org/drawingml/2006/main" noGrp="1"/>
          </p:cNvSpPr>
          <p:nvPr/>
        </p:nvSpPr>
        <p:spPr>
          <a:xfrm xmlns:a="http://schemas.openxmlformats.org/drawingml/2006/main">
            <a:off x="685800" y="781050"/>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Пријава</a:t>
            </a:r>
          </a:p>
        </p:txBody>
      </p:sp>
      <p:sp>
        <p:nvSpPr>
          <p:cNvPr id="5" name="Rectangle 4">
            <a:extLst xmlns:a="http://schemas.openxmlformats.org/drawingml/2006/main">
              <a:ext uri="{FF2B5EF4-FFF2-40B4-BE49-F238E27FC236}">
                <a16:creationId xmlns:a16="http://schemas.microsoft.com/office/drawing/2014/main" id="{53FC5127-9976-452F-B294-757161EF0050}"/>
              </a:ext>
            </a:extLst>
          </p:cNvPr>
          <p:cNvSpPr>
            <a:spLocks xmlns:a="http://schemas.openxmlformats.org/drawingml/2006/main" noGrp="1"/>
          </p:cNvSpPr>
          <p:nvPr/>
        </p:nvSpPr>
        <p:spPr>
          <a:xfrm xmlns:a="http://schemas.openxmlformats.org/drawingml/2006/main">
            <a:off x="685800" y="1428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почетна потврда идентитета</a:t>
            </a:r>
          </a:p>
        </p:txBody>
      </p:sp>
      <p:sp>
        <p:nvSpPr>
          <p:cNvPr id="6" name="Rounded Rectangle 5">
            <a:extLst xmlns:a="http://schemas.openxmlformats.org/drawingml/2006/main">
              <a:ext uri="{FF2B5EF4-FFF2-40B4-BE49-F238E27FC236}">
                <a16:creationId xmlns:a16="http://schemas.microsoft.com/office/drawing/2014/main" id="{2767F7EB-2F2F-4796-8CFB-47E0FC1EA982}"/>
              </a:ext>
            </a:extLst>
          </p:cNvPr>
          <p:cNvSpPr>
            <a:spLocks xmlns:a="http://schemas.openxmlformats.org/drawingml/2006/main" noGrp="1"/>
          </p:cNvSpPr>
          <p:nvPr/>
        </p:nvSpPr>
        <p:spPr>
          <a:xfrm xmlns:a="http://schemas.openxmlformats.org/drawingml/2006/main">
            <a:off x="895350" y="2428875"/>
            <a:ext cx="3257550" cy="1952625"/>
          </a:xfrm>
          <a:prstGeom xmlns:a="http://schemas.openxmlformats.org/drawingml/2006/main" prst="roundRect">
            <a:avLst>
              <a:gd name="adj" fmla="val 6829"/>
            </a:avLst>
          </a:prstGeom>
          <a:solidFill xmlns:a="http://schemas.openxmlformats.org/drawingml/2006/main">
            <a:srgbClr val="F4F6F9"/>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Rectangle 6">
            <a:extLst xmlns:a="http://schemas.openxmlformats.org/drawingml/2006/main">
              <a:ext uri="{FF2B5EF4-FFF2-40B4-BE49-F238E27FC236}">
                <a16:creationId xmlns:a16="http://schemas.microsoft.com/office/drawing/2014/main" id="{67E5ED6B-F014-4938-9CAD-EB2B8CB9FDD9}"/>
              </a:ext>
            </a:extLst>
          </p:cNvPr>
          <p:cNvSpPr>
            <a:spLocks xmlns:a="http://schemas.openxmlformats.org/drawingml/2006/main" noGrp="1"/>
          </p:cNvSpPr>
          <p:nvPr/>
        </p:nvSpPr>
        <p:spPr>
          <a:xfrm xmlns:a="http://schemas.openxmlformats.org/drawingml/2006/main">
            <a:off x="1047750" y="2552700"/>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748092"/>
                </a:solidFill>
                <a:latin typeface="Aptos"/>
                <a:ea typeface="Aptos"/>
                <a:cs typeface="Aptos"/>
              </a:defRPr>
            </a:pPr>
            <a:r>
              <a:rPr sz="1200" b="1">
                <a:solidFill>
                  <a:srgbClr val="748092"/>
                </a:solidFill>
                <a:latin typeface="Aptos"/>
                <a:ea typeface="Aptos"/>
                <a:cs typeface="Aptos"/>
              </a:rPr>
              <a:t>01</a:t>
            </a:r>
          </a:p>
        </p:txBody>
      </p:sp>
      <p:sp>
        <p:nvSpPr>
          <p:cNvPr id="8" name="Rectangle 7">
            <a:extLst xmlns:a="http://schemas.openxmlformats.org/drawingml/2006/main">
              <a:ext uri="{FF2B5EF4-FFF2-40B4-BE49-F238E27FC236}">
                <a16:creationId xmlns:a16="http://schemas.microsoft.com/office/drawing/2014/main" id="{D7BEEAFD-8BCD-4947-8223-0E5B4126D998}"/>
              </a:ext>
            </a:extLst>
          </p:cNvPr>
          <p:cNvSpPr>
            <a:spLocks xmlns:a="http://schemas.openxmlformats.org/drawingml/2006/main" noGrp="1"/>
          </p:cNvSpPr>
          <p:nvPr/>
        </p:nvSpPr>
        <p:spPr>
          <a:xfrm xmlns:a="http://schemas.openxmlformats.org/drawingml/2006/main">
            <a:off x="1047750" y="2800350"/>
            <a:ext cx="295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Сесија може изгубити важност пре планираног истека.</a:t>
            </a:r>
          </a:p>
        </p:txBody>
      </p:sp>
      <p:sp>
        <p:nvSpPr>
          <p:cNvPr id="9" name="Rectangle 8">
            <a:extLst xmlns:a="http://schemas.openxmlformats.org/drawingml/2006/main">
              <a:ext uri="{FF2B5EF4-FFF2-40B4-BE49-F238E27FC236}">
                <a16:creationId xmlns:a16="http://schemas.microsoft.com/office/drawing/2014/main" id="{F72BCEF3-6B83-480C-AECA-8EF9E0FC61D6}"/>
              </a:ext>
            </a:extLst>
          </p:cNvPr>
          <p:cNvSpPr>
            <a:spLocks xmlns:a="http://schemas.openxmlformats.org/drawingml/2006/main" noGrp="1"/>
          </p:cNvSpPr>
          <p:nvPr/>
        </p:nvSpPr>
        <p:spPr>
          <a:xfrm xmlns:a="http://schemas.openxmlformats.org/drawingml/2006/main">
            <a:off x="1047750" y="3648075"/>
            <a:ext cx="2952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125" b="0">
                <a:solidFill>
                  <a:srgbClr val="657184"/>
                </a:solidFill>
                <a:latin typeface="Aptos"/>
                <a:ea typeface="Aptos"/>
                <a:cs typeface="Aptos"/>
              </a:defRPr>
            </a:pPr>
            <a:r>
              <a:rPr sz="1275" b="0">
                <a:solidFill>
                  <a:srgbClr val="657184"/>
                </a:solidFill>
                <a:latin typeface="Aptos"/>
                <a:ea typeface="Aptos"/>
                <a:cs typeface="Aptos"/>
              </a:rPr>
              <a:t>Питање: који улаз покреће ову одлуку?</a:t>
            </a:r>
          </a:p>
        </p:txBody>
      </p:sp>
      <p:sp>
        <p:nvSpPr>
          <p:cNvPr id="10" name="Rounded Rectangle 9">
            <a:extLst xmlns:a="http://schemas.openxmlformats.org/drawingml/2006/main">
              <a:ext uri="{FF2B5EF4-FFF2-40B4-BE49-F238E27FC236}">
                <a16:creationId xmlns:a16="http://schemas.microsoft.com/office/drawing/2014/main" id="{4A8885A6-B1E1-4E07-86F7-BE6ED31929C6}"/>
              </a:ext>
            </a:extLst>
          </p:cNvPr>
          <p:cNvSpPr>
            <a:spLocks xmlns:a="http://schemas.openxmlformats.org/drawingml/2006/main" noGrp="1"/>
          </p:cNvSpPr>
          <p:nvPr/>
        </p:nvSpPr>
        <p:spPr>
          <a:xfrm xmlns:a="http://schemas.openxmlformats.org/drawingml/2006/main">
            <a:off x="4457700" y="2428875"/>
            <a:ext cx="3257550" cy="1952625"/>
          </a:xfrm>
          <a:prstGeom xmlns:a="http://schemas.openxmlformats.org/drawingml/2006/main" prst="roundRect">
            <a:avLst>
              <a:gd name="adj" fmla="val 6829"/>
            </a:avLst>
          </a:prstGeom>
          <a:solidFill xmlns:a="http://schemas.openxmlformats.org/drawingml/2006/main">
            <a:srgbClr val="F7EFF1"/>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1" name="Rectangle 10">
            <a:extLst xmlns:a="http://schemas.openxmlformats.org/drawingml/2006/main">
              <a:ext uri="{FF2B5EF4-FFF2-40B4-BE49-F238E27FC236}">
                <a16:creationId xmlns:a16="http://schemas.microsoft.com/office/drawing/2014/main" id="{D5B21458-10E6-47BB-81BA-37EFC6684220}"/>
              </a:ext>
            </a:extLst>
          </p:cNvPr>
          <p:cNvSpPr>
            <a:spLocks xmlns:a="http://schemas.openxmlformats.org/drawingml/2006/main" noGrp="1"/>
          </p:cNvSpPr>
          <p:nvPr/>
        </p:nvSpPr>
        <p:spPr>
          <a:xfrm xmlns:a="http://schemas.openxmlformats.org/drawingml/2006/main">
            <a:off x="4610100" y="2552700"/>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2F5EF5"/>
                </a:solidFill>
                <a:latin typeface="Aptos"/>
                <a:ea typeface="Aptos"/>
                <a:cs typeface="Aptos"/>
              </a:defRPr>
            </a:pPr>
            <a:r>
              <a:rPr sz="1200" b="1">
                <a:solidFill>
                  <a:srgbClr val="7A2636"/>
                </a:solidFill>
                <a:latin typeface="Aptos"/>
                <a:ea typeface="Aptos"/>
                <a:cs typeface="Aptos"/>
              </a:rPr>
              <a:t>02</a:t>
            </a:r>
          </a:p>
        </p:txBody>
      </p:sp>
      <p:sp>
        <p:nvSpPr>
          <p:cNvPr id="12" name="Rectangle 11">
            <a:extLst xmlns:a="http://schemas.openxmlformats.org/drawingml/2006/main">
              <a:ext uri="{FF2B5EF4-FFF2-40B4-BE49-F238E27FC236}">
                <a16:creationId xmlns:a16="http://schemas.microsoft.com/office/drawing/2014/main" id="{65208FCE-23DC-4DAD-819C-EBA9E18C7342}"/>
              </a:ext>
            </a:extLst>
          </p:cNvPr>
          <p:cNvSpPr>
            <a:spLocks xmlns:a="http://schemas.openxmlformats.org/drawingml/2006/main" noGrp="1"/>
          </p:cNvSpPr>
          <p:nvPr/>
        </p:nvSpPr>
        <p:spPr>
          <a:xfrm xmlns:a="http://schemas.openxmlformats.org/drawingml/2006/main">
            <a:off x="4610100" y="2800350"/>
            <a:ext cx="295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Сесија је привремени доказ контекста, не трајна потврда поверења.</a:t>
            </a:r>
          </a:p>
        </p:txBody>
      </p:sp>
      <p:sp>
        <p:nvSpPr>
          <p:cNvPr id="13" name="Rectangle 12">
            <a:extLst xmlns:a="http://schemas.openxmlformats.org/drawingml/2006/main">
              <a:ext uri="{FF2B5EF4-FFF2-40B4-BE49-F238E27FC236}">
                <a16:creationId xmlns:a16="http://schemas.microsoft.com/office/drawing/2014/main" id="{928FED2F-7742-4B11-8362-54A23A6B6A87}"/>
              </a:ext>
            </a:extLst>
          </p:cNvPr>
          <p:cNvSpPr>
            <a:spLocks xmlns:a="http://schemas.openxmlformats.org/drawingml/2006/main" noGrp="1"/>
          </p:cNvSpPr>
          <p:nvPr/>
        </p:nvSpPr>
        <p:spPr>
          <a:xfrm xmlns:a="http://schemas.openxmlformats.org/drawingml/2006/main">
            <a:off x="4610100" y="3648075"/>
            <a:ext cx="2952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125" b="0">
                <a:solidFill>
                  <a:srgbClr val="657184"/>
                </a:solidFill>
                <a:latin typeface="Aptos"/>
                <a:ea typeface="Aptos"/>
                <a:cs typeface="Aptos"/>
              </a:defRPr>
            </a:pPr>
            <a:r>
              <a:rPr sz="1275" b="0">
                <a:solidFill>
                  <a:srgbClr val="657184"/>
                </a:solidFill>
                <a:latin typeface="Aptos"/>
                <a:ea typeface="Aptos"/>
                <a:cs typeface="Aptos"/>
              </a:rPr>
              <a:t>Питање: која граница мора бити видљива?</a:t>
            </a:r>
          </a:p>
        </p:txBody>
      </p:sp>
      <p:sp>
        <p:nvSpPr>
          <p:cNvPr id="14" name="Rounded Rectangle 13">
            <a:extLst xmlns:a="http://schemas.openxmlformats.org/drawingml/2006/main">
              <a:ext uri="{FF2B5EF4-FFF2-40B4-BE49-F238E27FC236}">
                <a16:creationId xmlns:a16="http://schemas.microsoft.com/office/drawing/2014/main" id="{6C9BA3A3-A841-4D25-B939-0365315559E2}"/>
              </a:ext>
            </a:extLst>
          </p:cNvPr>
          <p:cNvSpPr>
            <a:spLocks xmlns:a="http://schemas.openxmlformats.org/drawingml/2006/main" noGrp="1"/>
          </p:cNvSpPr>
          <p:nvPr/>
        </p:nvSpPr>
        <p:spPr>
          <a:xfrm xmlns:a="http://schemas.openxmlformats.org/drawingml/2006/main">
            <a:off x="8020050" y="2428875"/>
            <a:ext cx="3257550" cy="1952625"/>
          </a:xfrm>
          <a:prstGeom xmlns:a="http://schemas.openxmlformats.org/drawingml/2006/main" prst="roundRect">
            <a:avLst>
              <a:gd name="adj" fmla="val 6829"/>
            </a:avLst>
          </a:prstGeom>
          <a:solidFill xmlns:a="http://schemas.openxmlformats.org/drawingml/2006/main">
            <a:srgbClr val="EDF8F2"/>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5" name="Rectangle 14">
            <a:extLst xmlns:a="http://schemas.openxmlformats.org/drawingml/2006/main">
              <a:ext uri="{FF2B5EF4-FFF2-40B4-BE49-F238E27FC236}">
                <a16:creationId xmlns:a16="http://schemas.microsoft.com/office/drawing/2014/main" id="{A5AC6DFA-8048-4DEF-964D-AB3A1ED50077}"/>
              </a:ext>
            </a:extLst>
          </p:cNvPr>
          <p:cNvSpPr>
            <a:spLocks xmlns:a="http://schemas.openxmlformats.org/drawingml/2006/main" noGrp="1"/>
          </p:cNvSpPr>
          <p:nvPr/>
        </p:nvSpPr>
        <p:spPr>
          <a:xfrm xmlns:a="http://schemas.openxmlformats.org/drawingml/2006/main">
            <a:off x="8172450" y="2552700"/>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03</a:t>
            </a:r>
          </a:p>
        </p:txBody>
      </p:sp>
      <p:sp>
        <p:nvSpPr>
          <p:cNvPr id="16" name="Rectangle 15">
            <a:extLst xmlns:a="http://schemas.openxmlformats.org/drawingml/2006/main">
              <a:ext uri="{FF2B5EF4-FFF2-40B4-BE49-F238E27FC236}">
                <a16:creationId xmlns:a16="http://schemas.microsoft.com/office/drawing/2014/main" id="{C0BB79A0-0ECF-4BAE-B04A-5803E2CFAECF}"/>
              </a:ext>
            </a:extLst>
          </p:cNvPr>
          <p:cNvSpPr>
            <a:spLocks xmlns:a="http://schemas.openxmlformats.org/drawingml/2006/main" noGrp="1"/>
          </p:cNvSpPr>
          <p:nvPr/>
        </p:nvSpPr>
        <p:spPr>
          <a:xfrm xmlns:a="http://schemas.openxmlformats.org/drawingml/2006/main">
            <a:off x="8172450" y="2800350"/>
            <a:ext cx="295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Истек ограничава трајање поверења чак и када нема видљивог инцидента.</a:t>
            </a:r>
          </a:p>
        </p:txBody>
      </p:sp>
      <p:sp>
        <p:nvSpPr>
          <p:cNvPr id="17" name="Rectangle 16">
            <a:extLst xmlns:a="http://schemas.openxmlformats.org/drawingml/2006/main">
              <a:ext uri="{FF2B5EF4-FFF2-40B4-BE49-F238E27FC236}">
                <a16:creationId xmlns:a16="http://schemas.microsoft.com/office/drawing/2014/main" id="{E17CBCE1-2A0B-4F8A-AB5C-2A5B0DD7439B}"/>
              </a:ext>
            </a:extLst>
          </p:cNvPr>
          <p:cNvSpPr>
            <a:spLocks xmlns:a="http://schemas.openxmlformats.org/drawingml/2006/main" noGrp="1"/>
          </p:cNvSpPr>
          <p:nvPr/>
        </p:nvSpPr>
        <p:spPr>
          <a:xfrm xmlns:a="http://schemas.openxmlformats.org/drawingml/2006/main">
            <a:off x="8172450" y="3648075"/>
            <a:ext cx="2952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125" b="0">
                <a:solidFill>
                  <a:srgbClr val="657184"/>
                </a:solidFill>
                <a:latin typeface="Aptos"/>
                <a:ea typeface="Aptos"/>
                <a:cs typeface="Aptos"/>
              </a:defRPr>
            </a:pPr>
            <a:r>
              <a:rPr sz="1275" b="0">
                <a:solidFill>
                  <a:srgbClr val="657184"/>
                </a:solidFill>
                <a:latin typeface="Aptos"/>
                <a:ea typeface="Aptos"/>
                <a:cs typeface="Aptos"/>
              </a:rPr>
              <a:t>Питање: који доказ остаје после исхода?</a:t>
            </a:r>
          </a:p>
        </p:txBody>
      </p:sp>
      <p:sp>
        <p:nvSpPr>
          <p:cNvPr id="18" name="Rounded Rectangle 17">
            <a:extLst xmlns:a="http://schemas.openxmlformats.org/drawingml/2006/main">
              <a:ext uri="{FF2B5EF4-FFF2-40B4-BE49-F238E27FC236}">
                <a16:creationId xmlns:a16="http://schemas.microsoft.com/office/drawing/2014/main" id="{3A87456B-1C79-4F83-AB44-66CB4AB81A34}"/>
              </a:ext>
            </a:extLst>
          </p:cNvPr>
          <p:cNvSpPr>
            <a:spLocks xmlns:a="http://schemas.openxmlformats.org/drawingml/2006/main" noGrp="1"/>
          </p:cNvSpPr>
          <p:nvPr/>
        </p:nvSpPr>
        <p:spPr>
          <a:xfrm xmlns:a="http://schemas.openxmlformats.org/drawingml/2006/main">
            <a:off x="1600200" y="4752975"/>
            <a:ext cx="8991600" cy="742950"/>
          </a:xfrm>
          <a:prstGeom xmlns:a="http://schemas.openxmlformats.org/drawingml/2006/main" prst="roundRect">
            <a:avLst>
              <a:gd name="adj" fmla="val 16667"/>
            </a:avLst>
          </a:prstGeom>
          <a:solidFill xmlns:a="http://schemas.openxmlformats.org/drawingml/2006/main">
            <a:srgbClr val="FFF6E9"/>
          </a:solidFill>
          <a:ln xmlns:a="http://schemas.openxmlformats.org/drawingml/2006/main" w="9525">
            <a:solidFill>
              <a:srgbClr val="D7DEE8"/>
            </a:solidFill>
            <a:prstDash val="solid"/>
          </a:ln>
        </p:spPr>
      </p:sp>
      <p:sp>
        <p:nvSpPr>
          <p:cNvPr id="19" name="Rounded Rectangle 18">
            <a:extLst xmlns:a="http://schemas.openxmlformats.org/drawingml/2006/main">
              <a:ext uri="{FF2B5EF4-FFF2-40B4-BE49-F238E27FC236}">
                <a16:creationId xmlns:a16="http://schemas.microsoft.com/office/drawing/2014/main" id="{3173750C-4A76-4488-9379-892AC8BEF48B}"/>
              </a:ext>
            </a:extLst>
          </p:cNvPr>
          <p:cNvSpPr>
            <a:spLocks xmlns:a="http://schemas.openxmlformats.org/drawingml/2006/main" noGrp="1"/>
          </p:cNvSpPr>
          <p:nvPr/>
        </p:nvSpPr>
        <p:spPr>
          <a:xfrm xmlns:a="http://schemas.openxmlformats.org/drawingml/2006/main">
            <a:off x="1733550" y="4895850"/>
            <a:ext cx="57150" cy="457200"/>
          </a:xfrm>
          <a:prstGeom xmlns:a="http://schemas.openxmlformats.org/drawingml/2006/main" prst="roundRect">
            <a:avLst>
              <a:gd name="adj" fmla="val 50000"/>
            </a:avLst>
          </a:prstGeom>
          <a:solidFill xmlns:a="http://schemas.openxmlformats.org/drawingml/2006/main">
            <a:srgbClr val="7A2636"/>
          </a:solidFill>
          <a:ln xmlns:a="http://schemas.openxmlformats.org/drawingml/2006/main" w="0">
            <a:noFill/>
          </a:ln>
        </p:spPr>
      </p:sp>
      <p:sp>
        <p:nvSpPr>
          <p:cNvPr id="22" name="Rounded Rectangle 21">
            <a:extLst xmlns:a="http://schemas.openxmlformats.org/drawingml/2006/main">
              <a:ext uri="{FF2B5EF4-FFF2-40B4-BE49-F238E27FC236}">
                <a16:creationId xmlns:a16="http://schemas.microsoft.com/office/drawing/2014/main" id="{430295DE-FE17-49AA-8320-D76558FB4D07}"/>
              </a:ext>
            </a:extLst>
          </p:cNvPr>
          <p:cNvSpPr>
            <a:spLocks xmlns:a="http://schemas.openxmlformats.org/drawingml/2006/main" noGrp="1"/>
          </p:cNvSpPr>
          <p:nvPr/>
        </p:nvSpPr>
        <p:spPr>
          <a:xfrm xmlns:a="http://schemas.openxmlformats.org/drawingml/2006/main">
            <a:off x="914400" y="4762500"/>
            <a:ext cx="10363200" cy="781050"/>
          </a:xfrm>
          <a:prstGeom xmlns:a="http://schemas.openxmlformats.org/drawingml/2006/main" prst="roundRect">
            <a:avLst>
              <a:gd name="adj" fmla="val 17073"/>
            </a:avLst>
          </a:prstGeom>
          <a:solidFill xmlns:a="http://schemas.openxmlformats.org/drawingml/2006/main">
            <a:srgbClr val="F7EFF1"/>
          </a:solidFill>
          <a:ln xmlns:a="http://schemas.openxmlformats.org/drawingml/2006/main" w="8573">
            <a:solidFill>
              <a:srgbClr val="DBC7CC"/>
            </a:solidFill>
            <a:prstDash val="solid"/>
          </a:ln>
        </p:spPr>
      </p:sp>
      <p:sp>
        <p:nvSpPr>
          <p:cNvPr id="23" name="Rounded Rectangle 22">
            <a:extLst xmlns:a="http://schemas.openxmlformats.org/drawingml/2006/main">
              <a:ext uri="{FF2B5EF4-FFF2-40B4-BE49-F238E27FC236}">
                <a16:creationId xmlns:a16="http://schemas.microsoft.com/office/drawing/2014/main" id="{849D5D74-7E43-466A-8AA6-9F1F8CB37867}"/>
              </a:ext>
            </a:extLst>
          </p:cNvPr>
          <p:cNvSpPr>
            <a:spLocks xmlns:a="http://schemas.openxmlformats.org/drawingml/2006/main" noGrp="1"/>
          </p:cNvSpPr>
          <p:nvPr/>
        </p:nvSpPr>
        <p:spPr>
          <a:xfrm xmlns:a="http://schemas.openxmlformats.org/drawingml/2006/main">
            <a:off x="1085850" y="4914900"/>
            <a:ext cx="57150" cy="476250"/>
          </a:xfrm>
          <a:prstGeom xmlns:a="http://schemas.openxmlformats.org/drawingml/2006/main" prst="roundRect">
            <a:avLst>
              <a:gd name="adj" fmla="val 50000"/>
            </a:avLst>
          </a:prstGeom>
          <a:solidFill xmlns:a="http://schemas.openxmlformats.org/drawingml/2006/main">
            <a:srgbClr val="7A2636"/>
          </a:solidFill>
          <a:ln xmlns:a="http://schemas.openxmlformats.org/drawingml/2006/main" w="0">
            <a:noFill/>
          </a:ln>
        </p:spPr>
      </p:sp>
      <p:sp>
        <p:nvSpPr>
          <p:cNvPr id="24" name="Rectangle 23">
            <a:extLst xmlns:a="http://schemas.openxmlformats.org/drawingml/2006/main">
              <a:ext uri="{FF2B5EF4-FFF2-40B4-BE49-F238E27FC236}">
                <a16:creationId xmlns:a16="http://schemas.microsoft.com/office/drawing/2014/main" id="{23B7D4D9-16B4-4550-8EA6-69C4C94414C5}"/>
              </a:ext>
            </a:extLst>
          </p:cNvPr>
          <p:cNvSpPr>
            <a:spLocks xmlns:a="http://schemas.openxmlformats.org/drawingml/2006/main" noGrp="1"/>
          </p:cNvSpPr>
          <p:nvPr/>
        </p:nvSpPr>
        <p:spPr>
          <a:xfrm xmlns:a="http://schemas.openxmlformats.org/drawingml/2006/main">
            <a:off x="1333500" y="4867275"/>
            <a:ext cx="96393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buNone/>
              <a:defRPr sz="1013" b="1">
                <a:solidFill>
                  <a:srgbClr val="2854D7"/>
                </a:solidFill>
                <a:latin typeface="Aptos"/>
                <a:ea typeface="Aptos"/>
                <a:cs typeface="Aptos"/>
              </a:defRPr>
            </a:pPr>
            <a:r>
              <a:rPr sz="1200" b="1">
                <a:solidFill>
                  <a:srgbClr val="7A2636"/>
                </a:solidFill>
                <a:latin typeface="Aptos"/>
                <a:ea typeface="Aptos"/>
                <a:cs typeface="Aptos"/>
              </a:rPr>
              <a:t>ПИТАЊЕ ЗА АНАЛИЗУ</a:t>
            </a:r>
          </a:p>
        </p:txBody>
      </p:sp>
      <p:sp>
        <p:nvSpPr>
          <p:cNvPr id="25" name="Rectangle 24">
            <a:extLst xmlns:a="http://schemas.openxmlformats.org/drawingml/2006/main">
              <a:ext uri="{FF2B5EF4-FFF2-40B4-BE49-F238E27FC236}">
                <a16:creationId xmlns:a16="http://schemas.microsoft.com/office/drawing/2014/main" id="{C74A16CE-4466-437D-A0C9-F3503D167B96}"/>
              </a:ext>
            </a:extLst>
          </p:cNvPr>
          <p:cNvSpPr>
            <a:spLocks xmlns:a="http://schemas.openxmlformats.org/drawingml/2006/main" noGrp="1"/>
          </p:cNvSpPr>
          <p:nvPr/>
        </p:nvSpPr>
        <p:spPr>
          <a:xfrm xmlns:a="http://schemas.openxmlformats.org/drawingml/2006/main">
            <a:off x="1333500" y="5095875"/>
            <a:ext cx="9639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buNone/>
              <a:defRPr sz="1388" b="1">
                <a:solidFill>
                  <a:srgbClr val="1B2432"/>
                </a:solidFill>
                <a:latin typeface="Aptos"/>
                <a:ea typeface="Aptos"/>
                <a:cs typeface="Aptos"/>
              </a:defRPr>
            </a:pPr>
            <a:r>
              <a:rPr sz="1388" b="1">
                <a:solidFill>
                  <a:srgbClr val="1B2432"/>
                </a:solidFill>
                <a:latin typeface="Aptos"/>
                <a:ea typeface="Aptos"/>
                <a:cs typeface="Aptos"/>
              </a:rPr>
              <a:t>Која радња заслужује додатну потврду идентитета и који догађај би требало да опозове постојећу сесију?</a:t>
            </a:r>
          </a:p>
        </p:txBody>
      </p:sp>
    </p:spTree>
    <p:extLst>
      <p:ext uri="{BB962C8B-B14F-4D97-AF65-F5344CB8AC3E}">
        <p14:creationId xmlns:p14="http://schemas.microsoft.com/office/powerpoint/2010/main" val="717275874"/>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Rectangle 20">
            <a:extLst xmlns:a="http://schemas.openxmlformats.org/drawingml/2006/main">
              <a:ext uri="{FF2B5EF4-FFF2-40B4-BE49-F238E27FC236}">
                <a16:creationId xmlns:a16="http://schemas.microsoft.com/office/drawing/2014/main" id="{A965FD60-55B8-4B2E-B56C-61DE2F6FD620}"/>
              </a:ext>
            </a:extLst>
          </p:cNvPr>
          <p:cNvSpPr>
            <a:spLocks xmlns:a="http://schemas.openxmlformats.org/drawingml/2006/main" noGrp="1"/>
          </p:cNvSpPr>
          <p:nvPr/>
        </p:nvSpPr>
        <p:spPr>
          <a:xfrm xmlns:a="http://schemas.openxmlformats.org/drawingml/2006/main">
            <a:off x="495300" y="238125"/>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57184"/>
                </a:solidFill>
                <a:latin typeface="Aptos"/>
                <a:ea typeface="Aptos"/>
                <a:cs typeface="Aptos"/>
              </a:defRPr>
            </a:pPr>
            <a:r>
              <a:rPr sz="825" b="0">
                <a:solidFill>
                  <a:srgbClr val="5E6B7D"/>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7FBC1723-69AB-4539-BD6C-3B13A56BEDDC}"/>
              </a:ext>
            </a:extLst>
          </p:cNvPr>
          <p:cNvSpPr>
            <a:spLocks xmlns:a="http://schemas.openxmlformats.org/drawingml/2006/main" noGrp="1"/>
          </p:cNvSpPr>
          <p:nvPr/>
        </p:nvSpPr>
        <p:spPr>
          <a:xfrm xmlns:a="http://schemas.openxmlformats.org/drawingml/2006/main">
            <a:off x="495300" y="476250"/>
            <a:ext cx="11201400" cy="9525"/>
          </a:xfrm>
          <a:prstGeom xmlns:a="http://schemas.openxmlformats.org/drawingml/2006/main" prst="line">
            <a:avLst/>
          </a:prstGeom>
          <a:solidFill xmlns:a="http://schemas.openxmlformats.org/drawingml/2006/main">
            <a:srgbClr val="8D5560"/>
          </a:solidFill>
          <a:ln xmlns:a="http://schemas.openxmlformats.org/drawingml/2006/main" w="7144">
            <a:solidFill>
              <a:srgbClr val="8D5560"/>
            </a:solidFill>
            <a:prstDash val="solid"/>
          </a:ln>
        </p:spPr>
      </p:sp>
      <p:sp>
        <p:nvSpPr>
          <p:cNvPr id="3" name="Rectangle 2">
            <a:extLst xmlns:a="http://schemas.openxmlformats.org/drawingml/2006/main">
              <a:ext uri="{FF2B5EF4-FFF2-40B4-BE49-F238E27FC236}">
                <a16:creationId xmlns:a16="http://schemas.microsoft.com/office/drawing/2014/main" id="{EB976248-7C12-445C-8093-B3D71717F160}"/>
              </a:ext>
            </a:extLst>
          </p:cNvPr>
          <p:cNvSpPr>
            <a:spLocks xmlns:a="http://schemas.openxmlformats.org/drawingml/2006/main" noGrp="1"/>
          </p:cNvSpPr>
          <p:nvPr/>
        </p:nvSpPr>
        <p:spPr>
          <a:xfrm xmlns:a="http://schemas.openxmlformats.org/drawingml/2006/main">
            <a:off x="11372850" y="6477000"/>
            <a:ext cx="323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5</a:t>
            </a:r>
          </a:p>
        </p:txBody>
      </p:sp>
      <p:sp>
        <p:nvSpPr>
          <p:cNvPr id="4" name="Rectangle 3">
            <a:extLst xmlns:a="http://schemas.openxmlformats.org/drawingml/2006/main">
              <a:ext uri="{FF2B5EF4-FFF2-40B4-BE49-F238E27FC236}">
                <a16:creationId xmlns:a16="http://schemas.microsoft.com/office/drawing/2014/main" id="{53104EB2-C59B-4E2E-8614-A784F377B895}"/>
              </a:ext>
            </a:extLst>
          </p:cNvPr>
          <p:cNvSpPr>
            <a:spLocks xmlns:a="http://schemas.openxmlformats.org/drawingml/2006/main" noGrp="1"/>
          </p:cNvSpPr>
          <p:nvPr/>
        </p:nvSpPr>
        <p:spPr>
          <a:xfrm xmlns:a="http://schemas.openxmlformats.org/drawingml/2006/main">
            <a:off x="685800" y="781050"/>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Сесија</a:t>
            </a:r>
          </a:p>
        </p:txBody>
      </p:sp>
      <p:sp>
        <p:nvSpPr>
          <p:cNvPr id="5" name="Rectangle 4">
            <a:extLst xmlns:a="http://schemas.openxmlformats.org/drawingml/2006/main">
              <a:ext uri="{FF2B5EF4-FFF2-40B4-BE49-F238E27FC236}">
                <a16:creationId xmlns:a16="http://schemas.microsoft.com/office/drawing/2014/main" id="{C19B0B5F-21F8-488D-8647-B87B33F34E80}"/>
              </a:ext>
            </a:extLst>
          </p:cNvPr>
          <p:cNvSpPr>
            <a:spLocks xmlns:a="http://schemas.openxmlformats.org/drawingml/2006/main" noGrp="1"/>
          </p:cNvSpPr>
          <p:nvPr/>
        </p:nvSpPr>
        <p:spPr>
          <a:xfrm xmlns:a="http://schemas.openxmlformats.org/drawingml/2006/main">
            <a:off x="685800" y="1428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привремени контекст приступа</a:t>
            </a:r>
          </a:p>
        </p:txBody>
      </p:sp>
      <p:sp>
        <p:nvSpPr>
          <p:cNvPr id="6" name="Rounded Rectangle 5">
            <a:extLst xmlns:a="http://schemas.openxmlformats.org/drawingml/2006/main">
              <a:ext uri="{FF2B5EF4-FFF2-40B4-BE49-F238E27FC236}">
                <a16:creationId xmlns:a16="http://schemas.microsoft.com/office/drawing/2014/main" id="{765FED9C-6C10-4A79-B676-355E1F0FAFFB}"/>
              </a:ext>
            </a:extLst>
          </p:cNvPr>
          <p:cNvSpPr>
            <a:spLocks xmlns:a="http://schemas.openxmlformats.org/drawingml/2006/main" noGrp="1"/>
          </p:cNvSpPr>
          <p:nvPr/>
        </p:nvSpPr>
        <p:spPr>
          <a:xfrm xmlns:a="http://schemas.openxmlformats.org/drawingml/2006/main">
            <a:off x="895350" y="2428875"/>
            <a:ext cx="3257550" cy="1952625"/>
          </a:xfrm>
          <a:prstGeom xmlns:a="http://schemas.openxmlformats.org/drawingml/2006/main" prst="roundRect">
            <a:avLst>
              <a:gd name="adj" fmla="val 6829"/>
            </a:avLst>
          </a:prstGeom>
          <a:solidFill xmlns:a="http://schemas.openxmlformats.org/drawingml/2006/main">
            <a:srgbClr val="F4F6F9"/>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Rectangle 6">
            <a:extLst xmlns:a="http://schemas.openxmlformats.org/drawingml/2006/main">
              <a:ext uri="{FF2B5EF4-FFF2-40B4-BE49-F238E27FC236}">
                <a16:creationId xmlns:a16="http://schemas.microsoft.com/office/drawing/2014/main" id="{B3CD392E-0EED-4C8F-BFF3-23CCF9930661}"/>
              </a:ext>
            </a:extLst>
          </p:cNvPr>
          <p:cNvSpPr>
            <a:spLocks xmlns:a="http://schemas.openxmlformats.org/drawingml/2006/main" noGrp="1"/>
          </p:cNvSpPr>
          <p:nvPr/>
        </p:nvSpPr>
        <p:spPr>
          <a:xfrm xmlns:a="http://schemas.openxmlformats.org/drawingml/2006/main">
            <a:off x="1047750" y="2552700"/>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748092"/>
                </a:solidFill>
                <a:latin typeface="Aptos"/>
                <a:ea typeface="Aptos"/>
                <a:cs typeface="Aptos"/>
              </a:defRPr>
            </a:pPr>
            <a:r>
              <a:rPr sz="1200" b="1">
                <a:solidFill>
                  <a:srgbClr val="748092"/>
                </a:solidFill>
                <a:latin typeface="Aptos"/>
                <a:ea typeface="Aptos"/>
                <a:cs typeface="Aptos"/>
              </a:rPr>
              <a:t>01</a:t>
            </a:r>
          </a:p>
        </p:txBody>
      </p:sp>
      <p:sp>
        <p:nvSpPr>
          <p:cNvPr id="8" name="Rectangle 7">
            <a:extLst xmlns:a="http://schemas.openxmlformats.org/drawingml/2006/main">
              <a:ext uri="{FF2B5EF4-FFF2-40B4-BE49-F238E27FC236}">
                <a16:creationId xmlns:a16="http://schemas.microsoft.com/office/drawing/2014/main" id="{46DEF15E-5534-49B7-AA11-3FBA8182021D}"/>
              </a:ext>
            </a:extLst>
          </p:cNvPr>
          <p:cNvSpPr>
            <a:spLocks xmlns:a="http://schemas.openxmlformats.org/drawingml/2006/main" noGrp="1"/>
          </p:cNvSpPr>
          <p:nvPr/>
        </p:nvSpPr>
        <p:spPr>
          <a:xfrm xmlns:a="http://schemas.openxmlformats.org/drawingml/2006/main">
            <a:off x="1047750" y="2800350"/>
            <a:ext cx="295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Додатна потврда прати ризик радње, не само тип корисника.</a:t>
            </a:r>
          </a:p>
        </p:txBody>
      </p:sp>
      <p:sp>
        <p:nvSpPr>
          <p:cNvPr id="9" name="Rectangle 8">
            <a:extLst xmlns:a="http://schemas.openxmlformats.org/drawingml/2006/main">
              <a:ext uri="{FF2B5EF4-FFF2-40B4-BE49-F238E27FC236}">
                <a16:creationId xmlns:a16="http://schemas.microsoft.com/office/drawing/2014/main" id="{87A75830-836B-4985-99F6-F405656788F9}"/>
              </a:ext>
            </a:extLst>
          </p:cNvPr>
          <p:cNvSpPr>
            <a:spLocks xmlns:a="http://schemas.openxmlformats.org/drawingml/2006/main" noGrp="1"/>
          </p:cNvSpPr>
          <p:nvPr/>
        </p:nvSpPr>
        <p:spPr>
          <a:xfrm xmlns:a="http://schemas.openxmlformats.org/drawingml/2006/main">
            <a:off x="1047750" y="3648075"/>
            <a:ext cx="2952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125" b="0">
                <a:solidFill>
                  <a:srgbClr val="657184"/>
                </a:solidFill>
                <a:latin typeface="Aptos"/>
                <a:ea typeface="Aptos"/>
                <a:cs typeface="Aptos"/>
              </a:defRPr>
            </a:pPr>
            <a:r>
              <a:rPr sz="1275" b="0">
                <a:solidFill>
                  <a:srgbClr val="657184"/>
                </a:solidFill>
                <a:latin typeface="Aptos"/>
                <a:ea typeface="Aptos"/>
                <a:cs typeface="Aptos"/>
              </a:rPr>
              <a:t>Питање: који улаз покреће ову одлуку?</a:t>
            </a:r>
          </a:p>
        </p:txBody>
      </p:sp>
      <p:sp>
        <p:nvSpPr>
          <p:cNvPr id="10" name="Rounded Rectangle 9">
            <a:extLst xmlns:a="http://schemas.openxmlformats.org/drawingml/2006/main">
              <a:ext uri="{FF2B5EF4-FFF2-40B4-BE49-F238E27FC236}">
                <a16:creationId xmlns:a16="http://schemas.microsoft.com/office/drawing/2014/main" id="{C14404D8-890B-4F0C-AD08-EF75155809A3}"/>
              </a:ext>
            </a:extLst>
          </p:cNvPr>
          <p:cNvSpPr>
            <a:spLocks xmlns:a="http://schemas.openxmlformats.org/drawingml/2006/main" noGrp="1"/>
          </p:cNvSpPr>
          <p:nvPr/>
        </p:nvSpPr>
        <p:spPr>
          <a:xfrm xmlns:a="http://schemas.openxmlformats.org/drawingml/2006/main">
            <a:off x="4457700" y="2428875"/>
            <a:ext cx="3257550" cy="1952625"/>
          </a:xfrm>
          <a:prstGeom xmlns:a="http://schemas.openxmlformats.org/drawingml/2006/main" prst="roundRect">
            <a:avLst>
              <a:gd name="adj" fmla="val 6829"/>
            </a:avLst>
          </a:prstGeom>
          <a:solidFill xmlns:a="http://schemas.openxmlformats.org/drawingml/2006/main">
            <a:srgbClr val="F7EFF1"/>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1" name="Rectangle 10">
            <a:extLst xmlns:a="http://schemas.openxmlformats.org/drawingml/2006/main">
              <a:ext uri="{FF2B5EF4-FFF2-40B4-BE49-F238E27FC236}">
                <a16:creationId xmlns:a16="http://schemas.microsoft.com/office/drawing/2014/main" id="{8558877E-EE0A-47C3-8A61-8860B27E006B}"/>
              </a:ext>
            </a:extLst>
          </p:cNvPr>
          <p:cNvSpPr>
            <a:spLocks xmlns:a="http://schemas.openxmlformats.org/drawingml/2006/main" noGrp="1"/>
          </p:cNvSpPr>
          <p:nvPr/>
        </p:nvSpPr>
        <p:spPr>
          <a:xfrm xmlns:a="http://schemas.openxmlformats.org/drawingml/2006/main">
            <a:off x="4610100" y="2552700"/>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2F5EF5"/>
                </a:solidFill>
                <a:latin typeface="Aptos"/>
                <a:ea typeface="Aptos"/>
                <a:cs typeface="Aptos"/>
              </a:defRPr>
            </a:pPr>
            <a:r>
              <a:rPr sz="1200" b="1">
                <a:solidFill>
                  <a:srgbClr val="7A2636"/>
                </a:solidFill>
                <a:latin typeface="Aptos"/>
                <a:ea typeface="Aptos"/>
                <a:cs typeface="Aptos"/>
              </a:rPr>
              <a:t>02</a:t>
            </a:r>
          </a:p>
        </p:txBody>
      </p:sp>
      <p:sp>
        <p:nvSpPr>
          <p:cNvPr id="12" name="Rectangle 11">
            <a:extLst xmlns:a="http://schemas.openxmlformats.org/drawingml/2006/main">
              <a:ext uri="{FF2B5EF4-FFF2-40B4-BE49-F238E27FC236}">
                <a16:creationId xmlns:a16="http://schemas.microsoft.com/office/drawing/2014/main" id="{DDC72BBB-D74A-4F27-ACC8-94AE6EA6C10A}"/>
              </a:ext>
            </a:extLst>
          </p:cNvPr>
          <p:cNvSpPr>
            <a:spLocks xmlns:a="http://schemas.openxmlformats.org/drawingml/2006/main" noGrp="1"/>
          </p:cNvSpPr>
          <p:nvPr/>
        </p:nvSpPr>
        <p:spPr>
          <a:xfrm xmlns:a="http://schemas.openxmlformats.org/drawingml/2006/main">
            <a:off x="4610100" y="2800350"/>
            <a:ext cx="295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93046"/>
          </a:bodyPr>
          <a:lstStyle xmlns:a="http://schemas.openxmlformats.org/drawingml/2006/main"/>
          <a:p xmlns:a="http://schemas.openxmlformats.org/drawingml/2006/main">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Step-up аутентикација има смисла када се ризик радње промени, а не као произвољна препрека за све кориснике.</a:t>
            </a:r>
          </a:p>
        </p:txBody>
      </p:sp>
      <p:sp>
        <p:nvSpPr>
          <p:cNvPr id="13" name="Rectangle 12">
            <a:extLst xmlns:a="http://schemas.openxmlformats.org/drawingml/2006/main">
              <a:ext uri="{FF2B5EF4-FFF2-40B4-BE49-F238E27FC236}">
                <a16:creationId xmlns:a16="http://schemas.microsoft.com/office/drawing/2014/main" id="{99607489-557F-4F85-B87A-641E31BC2EF0}"/>
              </a:ext>
            </a:extLst>
          </p:cNvPr>
          <p:cNvSpPr>
            <a:spLocks xmlns:a="http://schemas.openxmlformats.org/drawingml/2006/main" noGrp="1"/>
          </p:cNvSpPr>
          <p:nvPr/>
        </p:nvSpPr>
        <p:spPr>
          <a:xfrm xmlns:a="http://schemas.openxmlformats.org/drawingml/2006/main">
            <a:off x="4610100" y="3648075"/>
            <a:ext cx="2952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125" b="0">
                <a:solidFill>
                  <a:srgbClr val="657184"/>
                </a:solidFill>
                <a:latin typeface="Aptos"/>
                <a:ea typeface="Aptos"/>
                <a:cs typeface="Aptos"/>
              </a:defRPr>
            </a:pPr>
            <a:r>
              <a:rPr sz="1275" b="0">
                <a:solidFill>
                  <a:srgbClr val="657184"/>
                </a:solidFill>
                <a:latin typeface="Aptos"/>
                <a:ea typeface="Aptos"/>
                <a:cs typeface="Aptos"/>
              </a:rPr>
              <a:t>Питање: која граница мора бити видљива?</a:t>
            </a:r>
          </a:p>
        </p:txBody>
      </p:sp>
      <p:sp>
        <p:nvSpPr>
          <p:cNvPr id="14" name="Rounded Rectangle 13">
            <a:extLst xmlns:a="http://schemas.openxmlformats.org/drawingml/2006/main">
              <a:ext uri="{FF2B5EF4-FFF2-40B4-BE49-F238E27FC236}">
                <a16:creationId xmlns:a16="http://schemas.microsoft.com/office/drawing/2014/main" id="{CA317E77-D4F7-4B92-8687-AB8CC039B02D}"/>
              </a:ext>
            </a:extLst>
          </p:cNvPr>
          <p:cNvSpPr>
            <a:spLocks xmlns:a="http://schemas.openxmlformats.org/drawingml/2006/main" noGrp="1"/>
          </p:cNvSpPr>
          <p:nvPr/>
        </p:nvSpPr>
        <p:spPr>
          <a:xfrm xmlns:a="http://schemas.openxmlformats.org/drawingml/2006/main">
            <a:off x="8020050" y="2428875"/>
            <a:ext cx="3257550" cy="1952625"/>
          </a:xfrm>
          <a:prstGeom xmlns:a="http://schemas.openxmlformats.org/drawingml/2006/main" prst="roundRect">
            <a:avLst>
              <a:gd name="adj" fmla="val 6829"/>
            </a:avLst>
          </a:prstGeom>
          <a:solidFill xmlns:a="http://schemas.openxmlformats.org/drawingml/2006/main">
            <a:srgbClr val="EDF8F2"/>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5" name="Rectangle 14">
            <a:extLst xmlns:a="http://schemas.openxmlformats.org/drawingml/2006/main">
              <a:ext uri="{FF2B5EF4-FFF2-40B4-BE49-F238E27FC236}">
                <a16:creationId xmlns:a16="http://schemas.microsoft.com/office/drawing/2014/main" id="{284DE8BD-5EFC-49A5-A36D-B5BB15B1B1C1}"/>
              </a:ext>
            </a:extLst>
          </p:cNvPr>
          <p:cNvSpPr>
            <a:spLocks xmlns:a="http://schemas.openxmlformats.org/drawingml/2006/main" noGrp="1"/>
          </p:cNvSpPr>
          <p:nvPr/>
        </p:nvSpPr>
        <p:spPr>
          <a:xfrm xmlns:a="http://schemas.openxmlformats.org/drawingml/2006/main">
            <a:off x="8172450" y="2552700"/>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03</a:t>
            </a:r>
          </a:p>
        </p:txBody>
      </p:sp>
      <p:sp>
        <p:nvSpPr>
          <p:cNvPr id="16" name="Rectangle 15">
            <a:extLst xmlns:a="http://schemas.openxmlformats.org/drawingml/2006/main">
              <a:ext uri="{FF2B5EF4-FFF2-40B4-BE49-F238E27FC236}">
                <a16:creationId xmlns:a16="http://schemas.microsoft.com/office/drawing/2014/main" id="{C776E2E8-7E78-4B23-AEBB-CC239706DD48}"/>
              </a:ext>
            </a:extLst>
          </p:cNvPr>
          <p:cNvSpPr>
            <a:spLocks xmlns:a="http://schemas.openxmlformats.org/drawingml/2006/main" noGrp="1"/>
          </p:cNvSpPr>
          <p:nvPr/>
        </p:nvSpPr>
        <p:spPr>
          <a:xfrm xmlns:a="http://schemas.openxmlformats.org/drawingml/2006/main">
            <a:off x="8172450" y="2800350"/>
            <a:ext cx="295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Опозив реагује на конкретну промену ризика и не чека да сесија природно нестане.</a:t>
            </a:r>
          </a:p>
        </p:txBody>
      </p:sp>
      <p:sp>
        <p:nvSpPr>
          <p:cNvPr id="17" name="Rectangle 16">
            <a:extLst xmlns:a="http://schemas.openxmlformats.org/drawingml/2006/main">
              <a:ext uri="{FF2B5EF4-FFF2-40B4-BE49-F238E27FC236}">
                <a16:creationId xmlns:a16="http://schemas.microsoft.com/office/drawing/2014/main" id="{76AFE5A2-4BB8-4972-A0A4-16222C462B11}"/>
              </a:ext>
            </a:extLst>
          </p:cNvPr>
          <p:cNvSpPr>
            <a:spLocks xmlns:a="http://schemas.openxmlformats.org/drawingml/2006/main" noGrp="1"/>
          </p:cNvSpPr>
          <p:nvPr/>
        </p:nvSpPr>
        <p:spPr>
          <a:xfrm xmlns:a="http://schemas.openxmlformats.org/drawingml/2006/main">
            <a:off x="8172450" y="3648075"/>
            <a:ext cx="2952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125" b="0">
                <a:solidFill>
                  <a:srgbClr val="657184"/>
                </a:solidFill>
                <a:latin typeface="Aptos"/>
                <a:ea typeface="Aptos"/>
                <a:cs typeface="Aptos"/>
              </a:defRPr>
            </a:pPr>
            <a:r>
              <a:rPr sz="1275" b="0">
                <a:solidFill>
                  <a:srgbClr val="657184"/>
                </a:solidFill>
                <a:latin typeface="Aptos"/>
                <a:ea typeface="Aptos"/>
                <a:cs typeface="Aptos"/>
              </a:rPr>
              <a:t>Питање: који доказ остаје после исхода?</a:t>
            </a:r>
          </a:p>
        </p:txBody>
      </p:sp>
      <p:sp>
        <p:nvSpPr>
          <p:cNvPr id="18" name="Rounded Rectangle 17">
            <a:extLst xmlns:a="http://schemas.openxmlformats.org/drawingml/2006/main">
              <a:ext uri="{FF2B5EF4-FFF2-40B4-BE49-F238E27FC236}">
                <a16:creationId xmlns:a16="http://schemas.microsoft.com/office/drawing/2014/main" id="{398925E4-2A7B-4D68-B436-B7A2606066D1}"/>
              </a:ext>
            </a:extLst>
          </p:cNvPr>
          <p:cNvSpPr>
            <a:spLocks xmlns:a="http://schemas.openxmlformats.org/drawingml/2006/main" noGrp="1"/>
          </p:cNvSpPr>
          <p:nvPr/>
        </p:nvSpPr>
        <p:spPr>
          <a:xfrm xmlns:a="http://schemas.openxmlformats.org/drawingml/2006/main">
            <a:off x="1600200" y="4752975"/>
            <a:ext cx="8991600" cy="742950"/>
          </a:xfrm>
          <a:prstGeom xmlns:a="http://schemas.openxmlformats.org/drawingml/2006/main" prst="roundRect">
            <a:avLst>
              <a:gd name="adj" fmla="val 16667"/>
            </a:avLst>
          </a:prstGeom>
          <a:solidFill xmlns:a="http://schemas.openxmlformats.org/drawingml/2006/main">
            <a:srgbClr val="FFF6E9"/>
          </a:solidFill>
          <a:ln xmlns:a="http://schemas.openxmlformats.org/drawingml/2006/main" w="9525">
            <a:solidFill>
              <a:srgbClr val="D7DEE8"/>
            </a:solidFill>
            <a:prstDash val="solid"/>
          </a:ln>
        </p:spPr>
      </p:sp>
      <p:sp>
        <p:nvSpPr>
          <p:cNvPr id="19" name="Rounded Rectangle 18">
            <a:extLst xmlns:a="http://schemas.openxmlformats.org/drawingml/2006/main">
              <a:ext uri="{FF2B5EF4-FFF2-40B4-BE49-F238E27FC236}">
                <a16:creationId xmlns:a16="http://schemas.microsoft.com/office/drawing/2014/main" id="{CD937710-E259-4CAD-AFD3-7A75248A8DED}"/>
              </a:ext>
            </a:extLst>
          </p:cNvPr>
          <p:cNvSpPr>
            <a:spLocks xmlns:a="http://schemas.openxmlformats.org/drawingml/2006/main" noGrp="1"/>
          </p:cNvSpPr>
          <p:nvPr/>
        </p:nvSpPr>
        <p:spPr>
          <a:xfrm xmlns:a="http://schemas.openxmlformats.org/drawingml/2006/main">
            <a:off x="1733550" y="4895850"/>
            <a:ext cx="57150" cy="457200"/>
          </a:xfrm>
          <a:prstGeom xmlns:a="http://schemas.openxmlformats.org/drawingml/2006/main" prst="roundRect">
            <a:avLst>
              <a:gd name="adj" fmla="val 50000"/>
            </a:avLst>
          </a:prstGeom>
          <a:solidFill xmlns:a="http://schemas.openxmlformats.org/drawingml/2006/main">
            <a:srgbClr val="7A2636"/>
          </a:solidFill>
          <a:ln xmlns:a="http://schemas.openxmlformats.org/drawingml/2006/main" w="0">
            <a:noFill/>
          </a:ln>
        </p:spPr>
      </p:sp>
      <p:sp>
        <p:nvSpPr>
          <p:cNvPr id="22" name="Rounded Rectangle 21">
            <a:extLst xmlns:a="http://schemas.openxmlformats.org/drawingml/2006/main">
              <a:ext uri="{FF2B5EF4-FFF2-40B4-BE49-F238E27FC236}">
                <a16:creationId xmlns:a16="http://schemas.microsoft.com/office/drawing/2014/main" id="{3EF68F66-56FE-4C89-B50E-B36062E70C60}"/>
              </a:ext>
            </a:extLst>
          </p:cNvPr>
          <p:cNvSpPr>
            <a:spLocks xmlns:a="http://schemas.openxmlformats.org/drawingml/2006/main" noGrp="1"/>
          </p:cNvSpPr>
          <p:nvPr/>
        </p:nvSpPr>
        <p:spPr>
          <a:xfrm xmlns:a="http://schemas.openxmlformats.org/drawingml/2006/main">
            <a:off x="914400" y="4762500"/>
            <a:ext cx="10363200" cy="781050"/>
          </a:xfrm>
          <a:prstGeom xmlns:a="http://schemas.openxmlformats.org/drawingml/2006/main" prst="roundRect">
            <a:avLst>
              <a:gd name="adj" fmla="val 17073"/>
            </a:avLst>
          </a:prstGeom>
          <a:solidFill xmlns:a="http://schemas.openxmlformats.org/drawingml/2006/main">
            <a:srgbClr val="F7EFF1"/>
          </a:solidFill>
          <a:ln xmlns:a="http://schemas.openxmlformats.org/drawingml/2006/main" w="8573">
            <a:solidFill>
              <a:srgbClr val="DBC7CC"/>
            </a:solidFill>
            <a:prstDash val="solid"/>
          </a:ln>
        </p:spPr>
      </p:sp>
      <p:sp>
        <p:nvSpPr>
          <p:cNvPr id="23" name="Rounded Rectangle 22">
            <a:extLst xmlns:a="http://schemas.openxmlformats.org/drawingml/2006/main">
              <a:ext uri="{FF2B5EF4-FFF2-40B4-BE49-F238E27FC236}">
                <a16:creationId xmlns:a16="http://schemas.microsoft.com/office/drawing/2014/main" id="{38366EC8-78C1-4DA1-A251-91291EC66740}"/>
              </a:ext>
            </a:extLst>
          </p:cNvPr>
          <p:cNvSpPr>
            <a:spLocks xmlns:a="http://schemas.openxmlformats.org/drawingml/2006/main" noGrp="1"/>
          </p:cNvSpPr>
          <p:nvPr/>
        </p:nvSpPr>
        <p:spPr>
          <a:xfrm xmlns:a="http://schemas.openxmlformats.org/drawingml/2006/main">
            <a:off x="1085850" y="4914900"/>
            <a:ext cx="57150" cy="476250"/>
          </a:xfrm>
          <a:prstGeom xmlns:a="http://schemas.openxmlformats.org/drawingml/2006/main" prst="roundRect">
            <a:avLst>
              <a:gd name="adj" fmla="val 50000"/>
            </a:avLst>
          </a:prstGeom>
          <a:solidFill xmlns:a="http://schemas.openxmlformats.org/drawingml/2006/main">
            <a:srgbClr val="7A2636"/>
          </a:solidFill>
          <a:ln xmlns:a="http://schemas.openxmlformats.org/drawingml/2006/main" w="0">
            <a:noFill/>
          </a:ln>
        </p:spPr>
      </p:sp>
      <p:sp>
        <p:nvSpPr>
          <p:cNvPr id="24" name="Rectangle 23">
            <a:extLst xmlns:a="http://schemas.openxmlformats.org/drawingml/2006/main">
              <a:ext uri="{FF2B5EF4-FFF2-40B4-BE49-F238E27FC236}">
                <a16:creationId xmlns:a16="http://schemas.microsoft.com/office/drawing/2014/main" id="{7CF05F09-B2D6-4275-9291-EF09701AC6F1}"/>
              </a:ext>
            </a:extLst>
          </p:cNvPr>
          <p:cNvSpPr>
            <a:spLocks xmlns:a="http://schemas.openxmlformats.org/drawingml/2006/main" noGrp="1"/>
          </p:cNvSpPr>
          <p:nvPr/>
        </p:nvSpPr>
        <p:spPr>
          <a:xfrm xmlns:a="http://schemas.openxmlformats.org/drawingml/2006/main">
            <a:off x="1333500" y="4867275"/>
            <a:ext cx="96393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buNone/>
              <a:defRPr sz="1013" b="1">
                <a:solidFill>
                  <a:srgbClr val="2854D7"/>
                </a:solidFill>
                <a:latin typeface="Aptos"/>
                <a:ea typeface="Aptos"/>
                <a:cs typeface="Aptos"/>
              </a:defRPr>
            </a:pPr>
            <a:r>
              <a:rPr sz="1200" b="1">
                <a:solidFill>
                  <a:srgbClr val="7A2636"/>
                </a:solidFill>
                <a:latin typeface="Aptos"/>
                <a:ea typeface="Aptos"/>
                <a:cs typeface="Aptos"/>
              </a:rPr>
              <a:t>ПИТАЊЕ ЗА АНАЛИЗУ</a:t>
            </a:r>
          </a:p>
        </p:txBody>
      </p:sp>
      <p:sp>
        <p:nvSpPr>
          <p:cNvPr id="25" name="Rectangle 24">
            <a:extLst xmlns:a="http://schemas.openxmlformats.org/drawingml/2006/main">
              <a:ext uri="{FF2B5EF4-FFF2-40B4-BE49-F238E27FC236}">
                <a16:creationId xmlns:a16="http://schemas.microsoft.com/office/drawing/2014/main" id="{429C3A30-1D7C-488F-9197-F12B8DCD2353}"/>
              </a:ext>
            </a:extLst>
          </p:cNvPr>
          <p:cNvSpPr>
            <a:spLocks xmlns:a="http://schemas.openxmlformats.org/drawingml/2006/main" noGrp="1"/>
          </p:cNvSpPr>
          <p:nvPr/>
        </p:nvSpPr>
        <p:spPr>
          <a:xfrm xmlns:a="http://schemas.openxmlformats.org/drawingml/2006/main">
            <a:off x="1333500" y="5095875"/>
            <a:ext cx="9639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buNone/>
              <a:defRPr sz="1388" b="1">
                <a:solidFill>
                  <a:srgbClr val="1B2432"/>
                </a:solidFill>
                <a:latin typeface="Aptos"/>
                <a:ea typeface="Aptos"/>
                <a:cs typeface="Aptos"/>
              </a:defRPr>
            </a:pPr>
            <a:r>
              <a:rPr sz="1388" b="1">
                <a:solidFill>
                  <a:srgbClr val="1B2432"/>
                </a:solidFill>
                <a:latin typeface="Aptos"/>
                <a:ea typeface="Aptos"/>
                <a:cs typeface="Aptos"/>
              </a:rPr>
              <a:t>Која радња заслужује додатну потврду идентитета и који догађај би требало да опозове постојећу сесију?</a:t>
            </a:r>
          </a:p>
        </p:txBody>
      </p:sp>
    </p:spTree>
    <p:extLst>
      <p:ext uri="{BB962C8B-B14F-4D97-AF65-F5344CB8AC3E}">
        <p14:creationId xmlns:p14="http://schemas.microsoft.com/office/powerpoint/2010/main" val="506194866"/>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Rectangle 20">
            <a:extLst xmlns:a="http://schemas.openxmlformats.org/drawingml/2006/main">
              <a:ext uri="{FF2B5EF4-FFF2-40B4-BE49-F238E27FC236}">
                <a16:creationId xmlns:a16="http://schemas.microsoft.com/office/drawing/2014/main" id="{6A9C3158-0D45-4DAF-9FCC-0BE4E972FE7D}"/>
              </a:ext>
            </a:extLst>
          </p:cNvPr>
          <p:cNvSpPr>
            <a:spLocks xmlns:a="http://schemas.openxmlformats.org/drawingml/2006/main" noGrp="1"/>
          </p:cNvSpPr>
          <p:nvPr/>
        </p:nvSpPr>
        <p:spPr>
          <a:xfrm xmlns:a="http://schemas.openxmlformats.org/drawingml/2006/main">
            <a:off x="495300" y="238125"/>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57184"/>
                </a:solidFill>
                <a:latin typeface="Aptos"/>
                <a:ea typeface="Aptos"/>
                <a:cs typeface="Aptos"/>
              </a:defRPr>
            </a:pPr>
            <a:r>
              <a:rPr sz="825" b="0">
                <a:solidFill>
                  <a:srgbClr val="5E6B7D"/>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8C1D4E96-115F-4C63-9A01-11F98B2CB673}"/>
              </a:ext>
            </a:extLst>
          </p:cNvPr>
          <p:cNvSpPr>
            <a:spLocks xmlns:a="http://schemas.openxmlformats.org/drawingml/2006/main" noGrp="1"/>
          </p:cNvSpPr>
          <p:nvPr/>
        </p:nvSpPr>
        <p:spPr>
          <a:xfrm xmlns:a="http://schemas.openxmlformats.org/drawingml/2006/main">
            <a:off x="495300" y="476250"/>
            <a:ext cx="11201400" cy="9525"/>
          </a:xfrm>
          <a:prstGeom xmlns:a="http://schemas.openxmlformats.org/drawingml/2006/main" prst="line">
            <a:avLst/>
          </a:prstGeom>
          <a:solidFill xmlns:a="http://schemas.openxmlformats.org/drawingml/2006/main">
            <a:srgbClr val="8D5560"/>
          </a:solidFill>
          <a:ln xmlns:a="http://schemas.openxmlformats.org/drawingml/2006/main" w="7144">
            <a:solidFill>
              <a:srgbClr val="8D5560"/>
            </a:solidFill>
            <a:prstDash val="solid"/>
          </a:ln>
        </p:spPr>
      </p:sp>
      <p:sp>
        <p:nvSpPr>
          <p:cNvPr id="3" name="Rectangle 2">
            <a:extLst xmlns:a="http://schemas.openxmlformats.org/drawingml/2006/main">
              <a:ext uri="{FF2B5EF4-FFF2-40B4-BE49-F238E27FC236}">
                <a16:creationId xmlns:a16="http://schemas.microsoft.com/office/drawing/2014/main" id="{CA328BF8-CF25-4F1E-A15C-2F7135357B17}"/>
              </a:ext>
            </a:extLst>
          </p:cNvPr>
          <p:cNvSpPr>
            <a:spLocks xmlns:a="http://schemas.openxmlformats.org/drawingml/2006/main" noGrp="1"/>
          </p:cNvSpPr>
          <p:nvPr/>
        </p:nvSpPr>
        <p:spPr>
          <a:xfrm xmlns:a="http://schemas.openxmlformats.org/drawingml/2006/main">
            <a:off x="11372850" y="6477000"/>
            <a:ext cx="323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6</a:t>
            </a:r>
          </a:p>
        </p:txBody>
      </p:sp>
      <p:sp>
        <p:nvSpPr>
          <p:cNvPr id="4" name="Rectangle 3">
            <a:extLst xmlns:a="http://schemas.openxmlformats.org/drawingml/2006/main">
              <a:ext uri="{FF2B5EF4-FFF2-40B4-BE49-F238E27FC236}">
                <a16:creationId xmlns:a16="http://schemas.microsoft.com/office/drawing/2014/main" id="{92E6F3B8-C4C3-4D97-8677-BCBD8B4264D7}"/>
              </a:ext>
            </a:extLst>
          </p:cNvPr>
          <p:cNvSpPr>
            <a:spLocks xmlns:a="http://schemas.openxmlformats.org/drawingml/2006/main" noGrp="1"/>
          </p:cNvSpPr>
          <p:nvPr/>
        </p:nvSpPr>
        <p:spPr>
          <a:xfrm xmlns:a="http://schemas.openxmlformats.org/drawingml/2006/main">
            <a:off x="685800" y="781050"/>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Додатна потврда</a:t>
            </a:r>
          </a:p>
        </p:txBody>
      </p:sp>
      <p:sp>
        <p:nvSpPr>
          <p:cNvPr id="5" name="Rectangle 4">
            <a:extLst xmlns:a="http://schemas.openxmlformats.org/drawingml/2006/main">
              <a:ext uri="{FF2B5EF4-FFF2-40B4-BE49-F238E27FC236}">
                <a16:creationId xmlns:a16="http://schemas.microsoft.com/office/drawing/2014/main" id="{545E5071-AA16-4E78-AAF6-F0F33268EF96}"/>
              </a:ext>
            </a:extLst>
          </p:cNvPr>
          <p:cNvSpPr>
            <a:spLocks xmlns:a="http://schemas.openxmlformats.org/drawingml/2006/main" noGrp="1"/>
          </p:cNvSpPr>
          <p:nvPr/>
        </p:nvSpPr>
        <p:spPr>
          <a:xfrm xmlns:a="http://schemas.openxmlformats.org/drawingml/2006/main">
            <a:off x="685800" y="1428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за ризичну радњу</a:t>
            </a:r>
          </a:p>
        </p:txBody>
      </p:sp>
      <p:sp>
        <p:nvSpPr>
          <p:cNvPr id="6" name="Rounded Rectangle 5">
            <a:extLst xmlns:a="http://schemas.openxmlformats.org/drawingml/2006/main">
              <a:ext uri="{FF2B5EF4-FFF2-40B4-BE49-F238E27FC236}">
                <a16:creationId xmlns:a16="http://schemas.microsoft.com/office/drawing/2014/main" id="{828A72ED-8EC1-4C37-AB39-790E4A185420}"/>
              </a:ext>
            </a:extLst>
          </p:cNvPr>
          <p:cNvSpPr>
            <a:spLocks xmlns:a="http://schemas.openxmlformats.org/drawingml/2006/main" noGrp="1"/>
          </p:cNvSpPr>
          <p:nvPr/>
        </p:nvSpPr>
        <p:spPr>
          <a:xfrm xmlns:a="http://schemas.openxmlformats.org/drawingml/2006/main">
            <a:off x="895350" y="2428875"/>
            <a:ext cx="3257550" cy="1952625"/>
          </a:xfrm>
          <a:prstGeom xmlns:a="http://schemas.openxmlformats.org/drawingml/2006/main" prst="roundRect">
            <a:avLst>
              <a:gd name="adj" fmla="val 6829"/>
            </a:avLst>
          </a:prstGeom>
          <a:solidFill xmlns:a="http://schemas.openxmlformats.org/drawingml/2006/main">
            <a:srgbClr val="F4F6F9"/>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Rectangle 6">
            <a:extLst xmlns:a="http://schemas.openxmlformats.org/drawingml/2006/main">
              <a:ext uri="{FF2B5EF4-FFF2-40B4-BE49-F238E27FC236}">
                <a16:creationId xmlns:a16="http://schemas.microsoft.com/office/drawing/2014/main" id="{FCED9A3A-AF48-4190-BD50-916D7CEA774C}"/>
              </a:ext>
            </a:extLst>
          </p:cNvPr>
          <p:cNvSpPr>
            <a:spLocks xmlns:a="http://schemas.openxmlformats.org/drawingml/2006/main" noGrp="1"/>
          </p:cNvSpPr>
          <p:nvPr/>
        </p:nvSpPr>
        <p:spPr>
          <a:xfrm xmlns:a="http://schemas.openxmlformats.org/drawingml/2006/main">
            <a:off x="1047750" y="2552700"/>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748092"/>
                </a:solidFill>
                <a:latin typeface="Aptos"/>
                <a:ea typeface="Aptos"/>
                <a:cs typeface="Aptos"/>
              </a:defRPr>
            </a:pPr>
            <a:r>
              <a:rPr sz="1200" b="1">
                <a:solidFill>
                  <a:srgbClr val="748092"/>
                </a:solidFill>
                <a:latin typeface="Aptos"/>
                <a:ea typeface="Aptos"/>
                <a:cs typeface="Aptos"/>
              </a:rPr>
              <a:t>01</a:t>
            </a:r>
          </a:p>
        </p:txBody>
      </p:sp>
      <p:sp>
        <p:nvSpPr>
          <p:cNvPr id="8" name="Rectangle 7">
            <a:extLst xmlns:a="http://schemas.openxmlformats.org/drawingml/2006/main">
              <a:ext uri="{FF2B5EF4-FFF2-40B4-BE49-F238E27FC236}">
                <a16:creationId xmlns:a16="http://schemas.microsoft.com/office/drawing/2014/main" id="{9F5CB060-CD72-4DEE-B197-AB908C543D28}"/>
              </a:ext>
            </a:extLst>
          </p:cNvPr>
          <p:cNvSpPr>
            <a:spLocks xmlns:a="http://schemas.openxmlformats.org/drawingml/2006/main" noGrp="1"/>
          </p:cNvSpPr>
          <p:nvPr/>
        </p:nvSpPr>
        <p:spPr>
          <a:xfrm xmlns:a="http://schemas.openxmlformats.org/drawingml/2006/main">
            <a:off x="1047750" y="2800350"/>
            <a:ext cx="295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Сервисни идентитет има мали, јасно оправдан опсег, као и људски идентитет.</a:t>
            </a:r>
          </a:p>
        </p:txBody>
      </p:sp>
      <p:sp>
        <p:nvSpPr>
          <p:cNvPr id="9" name="Rectangle 8">
            <a:extLst xmlns:a="http://schemas.openxmlformats.org/drawingml/2006/main">
              <a:ext uri="{FF2B5EF4-FFF2-40B4-BE49-F238E27FC236}">
                <a16:creationId xmlns:a16="http://schemas.microsoft.com/office/drawing/2014/main" id="{DD6A8352-DA65-4E71-B48E-83175154CE23}"/>
              </a:ext>
            </a:extLst>
          </p:cNvPr>
          <p:cNvSpPr>
            <a:spLocks xmlns:a="http://schemas.openxmlformats.org/drawingml/2006/main" noGrp="1"/>
          </p:cNvSpPr>
          <p:nvPr/>
        </p:nvSpPr>
        <p:spPr>
          <a:xfrm xmlns:a="http://schemas.openxmlformats.org/drawingml/2006/main">
            <a:off x="1047750" y="3648075"/>
            <a:ext cx="2952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125" b="0">
                <a:solidFill>
                  <a:srgbClr val="657184"/>
                </a:solidFill>
                <a:latin typeface="Aptos"/>
                <a:ea typeface="Aptos"/>
                <a:cs typeface="Aptos"/>
              </a:defRPr>
            </a:pPr>
            <a:r>
              <a:rPr sz="1275" b="0">
                <a:solidFill>
                  <a:srgbClr val="657184"/>
                </a:solidFill>
                <a:latin typeface="Aptos"/>
                <a:ea typeface="Aptos"/>
                <a:cs typeface="Aptos"/>
              </a:rPr>
              <a:t>Питање: који улаз покреће ову одлуку?</a:t>
            </a:r>
          </a:p>
        </p:txBody>
      </p:sp>
      <p:sp>
        <p:nvSpPr>
          <p:cNvPr id="10" name="Rounded Rectangle 9">
            <a:extLst xmlns:a="http://schemas.openxmlformats.org/drawingml/2006/main">
              <a:ext uri="{FF2B5EF4-FFF2-40B4-BE49-F238E27FC236}">
                <a16:creationId xmlns:a16="http://schemas.microsoft.com/office/drawing/2014/main" id="{88A7777A-E40B-43BF-A629-7AE52F633271}"/>
              </a:ext>
            </a:extLst>
          </p:cNvPr>
          <p:cNvSpPr>
            <a:spLocks xmlns:a="http://schemas.openxmlformats.org/drawingml/2006/main" noGrp="1"/>
          </p:cNvSpPr>
          <p:nvPr/>
        </p:nvSpPr>
        <p:spPr>
          <a:xfrm xmlns:a="http://schemas.openxmlformats.org/drawingml/2006/main">
            <a:off x="4457700" y="2428875"/>
            <a:ext cx="3257550" cy="1952625"/>
          </a:xfrm>
          <a:prstGeom xmlns:a="http://schemas.openxmlformats.org/drawingml/2006/main" prst="roundRect">
            <a:avLst>
              <a:gd name="adj" fmla="val 6829"/>
            </a:avLst>
          </a:prstGeom>
          <a:solidFill xmlns:a="http://schemas.openxmlformats.org/drawingml/2006/main">
            <a:srgbClr val="F7EFF1"/>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1" name="Rectangle 10">
            <a:extLst xmlns:a="http://schemas.openxmlformats.org/drawingml/2006/main">
              <a:ext uri="{FF2B5EF4-FFF2-40B4-BE49-F238E27FC236}">
                <a16:creationId xmlns:a16="http://schemas.microsoft.com/office/drawing/2014/main" id="{2B80460E-5CBF-44CA-8BD1-F2FB3F1A66CA}"/>
              </a:ext>
            </a:extLst>
          </p:cNvPr>
          <p:cNvSpPr>
            <a:spLocks xmlns:a="http://schemas.openxmlformats.org/drawingml/2006/main" noGrp="1"/>
          </p:cNvSpPr>
          <p:nvPr/>
        </p:nvSpPr>
        <p:spPr>
          <a:xfrm xmlns:a="http://schemas.openxmlformats.org/drawingml/2006/main">
            <a:off x="4610100" y="2552700"/>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2F5EF5"/>
                </a:solidFill>
                <a:latin typeface="Aptos"/>
                <a:ea typeface="Aptos"/>
                <a:cs typeface="Aptos"/>
              </a:defRPr>
            </a:pPr>
            <a:r>
              <a:rPr sz="1200" b="1">
                <a:solidFill>
                  <a:srgbClr val="7A2636"/>
                </a:solidFill>
                <a:latin typeface="Aptos"/>
                <a:ea typeface="Aptos"/>
                <a:cs typeface="Aptos"/>
              </a:rPr>
              <a:t>02</a:t>
            </a:r>
          </a:p>
        </p:txBody>
      </p:sp>
      <p:sp>
        <p:nvSpPr>
          <p:cNvPr id="12" name="Rectangle 11">
            <a:extLst xmlns:a="http://schemas.openxmlformats.org/drawingml/2006/main">
              <a:ext uri="{FF2B5EF4-FFF2-40B4-BE49-F238E27FC236}">
                <a16:creationId xmlns:a16="http://schemas.microsoft.com/office/drawing/2014/main" id="{3856EF9B-56B4-44CA-8EA0-130FDC773335}"/>
              </a:ext>
            </a:extLst>
          </p:cNvPr>
          <p:cNvSpPr>
            <a:spLocks xmlns:a="http://schemas.openxmlformats.org/drawingml/2006/main" noGrp="1"/>
          </p:cNvSpPr>
          <p:nvPr/>
        </p:nvSpPr>
        <p:spPr>
          <a:xfrm xmlns:a="http://schemas.openxmlformats.org/drawingml/2006/main">
            <a:off x="4610100" y="2800350"/>
            <a:ext cx="295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93046"/>
          </a:bodyPr>
          <a:lstStyle xmlns:a="http://schemas.openxmlformats.org/drawingml/2006/main"/>
          <a:p xmlns:a="http://schemas.openxmlformats.org/drawingml/2006/main">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Сервисни налог добија исти третман као корисник: најмањи потребан опсег, рок важења и контролисану ротацију тајне.</a:t>
            </a:r>
          </a:p>
        </p:txBody>
      </p:sp>
      <p:sp>
        <p:nvSpPr>
          <p:cNvPr id="13" name="Rectangle 12">
            <a:extLst xmlns:a="http://schemas.openxmlformats.org/drawingml/2006/main">
              <a:ext uri="{FF2B5EF4-FFF2-40B4-BE49-F238E27FC236}">
                <a16:creationId xmlns:a16="http://schemas.microsoft.com/office/drawing/2014/main" id="{8D9CE632-76C9-4BEA-8402-C1FB37149D0C}"/>
              </a:ext>
            </a:extLst>
          </p:cNvPr>
          <p:cNvSpPr>
            <a:spLocks xmlns:a="http://schemas.openxmlformats.org/drawingml/2006/main" noGrp="1"/>
          </p:cNvSpPr>
          <p:nvPr/>
        </p:nvSpPr>
        <p:spPr>
          <a:xfrm xmlns:a="http://schemas.openxmlformats.org/drawingml/2006/main">
            <a:off x="4610100" y="3648075"/>
            <a:ext cx="2952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125" b="0">
                <a:solidFill>
                  <a:srgbClr val="657184"/>
                </a:solidFill>
                <a:latin typeface="Aptos"/>
                <a:ea typeface="Aptos"/>
                <a:cs typeface="Aptos"/>
              </a:defRPr>
            </a:pPr>
            <a:r>
              <a:rPr sz="1275" b="0">
                <a:solidFill>
                  <a:srgbClr val="657184"/>
                </a:solidFill>
                <a:latin typeface="Aptos"/>
                <a:ea typeface="Aptos"/>
                <a:cs typeface="Aptos"/>
              </a:rPr>
              <a:t>Питање: која граница мора бити видљива?</a:t>
            </a:r>
          </a:p>
        </p:txBody>
      </p:sp>
      <p:sp>
        <p:nvSpPr>
          <p:cNvPr id="14" name="Rounded Rectangle 13">
            <a:extLst xmlns:a="http://schemas.openxmlformats.org/drawingml/2006/main">
              <a:ext uri="{FF2B5EF4-FFF2-40B4-BE49-F238E27FC236}">
                <a16:creationId xmlns:a16="http://schemas.microsoft.com/office/drawing/2014/main" id="{2A00DBB0-FC29-4430-9DBA-BB69ADA31785}"/>
              </a:ext>
            </a:extLst>
          </p:cNvPr>
          <p:cNvSpPr>
            <a:spLocks xmlns:a="http://schemas.openxmlformats.org/drawingml/2006/main" noGrp="1"/>
          </p:cNvSpPr>
          <p:nvPr/>
        </p:nvSpPr>
        <p:spPr>
          <a:xfrm xmlns:a="http://schemas.openxmlformats.org/drawingml/2006/main">
            <a:off x="8020050" y="2428875"/>
            <a:ext cx="3257550" cy="1952625"/>
          </a:xfrm>
          <a:prstGeom xmlns:a="http://schemas.openxmlformats.org/drawingml/2006/main" prst="roundRect">
            <a:avLst>
              <a:gd name="adj" fmla="val 6829"/>
            </a:avLst>
          </a:prstGeom>
          <a:solidFill xmlns:a="http://schemas.openxmlformats.org/drawingml/2006/main">
            <a:srgbClr val="EDF8F2"/>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5" name="Rectangle 14">
            <a:extLst xmlns:a="http://schemas.openxmlformats.org/drawingml/2006/main">
              <a:ext uri="{FF2B5EF4-FFF2-40B4-BE49-F238E27FC236}">
                <a16:creationId xmlns:a16="http://schemas.microsoft.com/office/drawing/2014/main" id="{A4B3CC8B-795A-45C0-9DF6-1C45749BFFB8}"/>
              </a:ext>
            </a:extLst>
          </p:cNvPr>
          <p:cNvSpPr>
            <a:spLocks xmlns:a="http://schemas.openxmlformats.org/drawingml/2006/main" noGrp="1"/>
          </p:cNvSpPr>
          <p:nvPr/>
        </p:nvSpPr>
        <p:spPr>
          <a:xfrm xmlns:a="http://schemas.openxmlformats.org/drawingml/2006/main">
            <a:off x="8172450" y="2552700"/>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03</a:t>
            </a:r>
          </a:p>
        </p:txBody>
      </p:sp>
      <p:sp>
        <p:nvSpPr>
          <p:cNvPr id="16" name="Rectangle 15">
            <a:extLst xmlns:a="http://schemas.openxmlformats.org/drawingml/2006/main">
              <a:ext uri="{FF2B5EF4-FFF2-40B4-BE49-F238E27FC236}">
                <a16:creationId xmlns:a16="http://schemas.microsoft.com/office/drawing/2014/main" id="{3053C002-15B3-449E-9371-85BBC893EC98}"/>
              </a:ext>
            </a:extLst>
          </p:cNvPr>
          <p:cNvSpPr>
            <a:spLocks xmlns:a="http://schemas.openxmlformats.org/drawingml/2006/main" noGrp="1"/>
          </p:cNvSpPr>
          <p:nvPr/>
        </p:nvSpPr>
        <p:spPr>
          <a:xfrm xmlns:a="http://schemas.openxmlformats.org/drawingml/2006/main">
            <a:off x="8172450" y="2800350"/>
            <a:ext cx="295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93046"/>
          </a:bodyPr>
          <a:lstStyle xmlns:a="http://schemas.openxmlformats.org/drawingml/2006/main"/>
          <a:p xmlns:a="http://schemas.openxmlformats.org/drawingml/2006/main">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Додатни фактор доказује присуство или поседовање независног средства, а не понавља само исту лозинку.</a:t>
            </a:r>
          </a:p>
        </p:txBody>
      </p:sp>
      <p:sp>
        <p:nvSpPr>
          <p:cNvPr id="17" name="Rectangle 16">
            <a:extLst xmlns:a="http://schemas.openxmlformats.org/drawingml/2006/main">
              <a:ext uri="{FF2B5EF4-FFF2-40B4-BE49-F238E27FC236}">
                <a16:creationId xmlns:a16="http://schemas.microsoft.com/office/drawing/2014/main" id="{2999A37F-2CCA-49A4-9C43-41EAC337C4E3}"/>
              </a:ext>
            </a:extLst>
          </p:cNvPr>
          <p:cNvSpPr>
            <a:spLocks xmlns:a="http://schemas.openxmlformats.org/drawingml/2006/main" noGrp="1"/>
          </p:cNvSpPr>
          <p:nvPr/>
        </p:nvSpPr>
        <p:spPr>
          <a:xfrm xmlns:a="http://schemas.openxmlformats.org/drawingml/2006/main">
            <a:off x="8172450" y="3648075"/>
            <a:ext cx="2952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125" b="0">
                <a:solidFill>
                  <a:srgbClr val="657184"/>
                </a:solidFill>
                <a:latin typeface="Aptos"/>
                <a:ea typeface="Aptos"/>
                <a:cs typeface="Aptos"/>
              </a:defRPr>
            </a:pPr>
            <a:r>
              <a:rPr sz="1275" b="0">
                <a:solidFill>
                  <a:srgbClr val="657184"/>
                </a:solidFill>
                <a:latin typeface="Aptos"/>
                <a:ea typeface="Aptos"/>
                <a:cs typeface="Aptos"/>
              </a:rPr>
              <a:t>Питање: који доказ остаје после исхода?</a:t>
            </a:r>
          </a:p>
        </p:txBody>
      </p:sp>
      <p:sp>
        <p:nvSpPr>
          <p:cNvPr id="18" name="Rounded Rectangle 17">
            <a:extLst xmlns:a="http://schemas.openxmlformats.org/drawingml/2006/main">
              <a:ext uri="{FF2B5EF4-FFF2-40B4-BE49-F238E27FC236}">
                <a16:creationId xmlns:a16="http://schemas.microsoft.com/office/drawing/2014/main" id="{363FEA12-6649-4306-85CE-FF89B754F599}"/>
              </a:ext>
            </a:extLst>
          </p:cNvPr>
          <p:cNvSpPr>
            <a:spLocks xmlns:a="http://schemas.openxmlformats.org/drawingml/2006/main" noGrp="1"/>
          </p:cNvSpPr>
          <p:nvPr/>
        </p:nvSpPr>
        <p:spPr>
          <a:xfrm xmlns:a="http://schemas.openxmlformats.org/drawingml/2006/main">
            <a:off x="1600200" y="4752975"/>
            <a:ext cx="8991600" cy="742950"/>
          </a:xfrm>
          <a:prstGeom xmlns:a="http://schemas.openxmlformats.org/drawingml/2006/main" prst="roundRect">
            <a:avLst>
              <a:gd name="adj" fmla="val 16667"/>
            </a:avLst>
          </a:prstGeom>
          <a:solidFill xmlns:a="http://schemas.openxmlformats.org/drawingml/2006/main">
            <a:srgbClr val="FFF6E9"/>
          </a:solidFill>
          <a:ln xmlns:a="http://schemas.openxmlformats.org/drawingml/2006/main" w="9525">
            <a:solidFill>
              <a:srgbClr val="D7DEE8"/>
            </a:solidFill>
            <a:prstDash val="solid"/>
          </a:ln>
        </p:spPr>
      </p:sp>
      <p:sp>
        <p:nvSpPr>
          <p:cNvPr id="19" name="Rounded Rectangle 18">
            <a:extLst xmlns:a="http://schemas.openxmlformats.org/drawingml/2006/main">
              <a:ext uri="{FF2B5EF4-FFF2-40B4-BE49-F238E27FC236}">
                <a16:creationId xmlns:a16="http://schemas.microsoft.com/office/drawing/2014/main" id="{CD1C8C30-4E87-469B-87AB-B5D5AB4EECBD}"/>
              </a:ext>
            </a:extLst>
          </p:cNvPr>
          <p:cNvSpPr>
            <a:spLocks xmlns:a="http://schemas.openxmlformats.org/drawingml/2006/main" noGrp="1"/>
          </p:cNvSpPr>
          <p:nvPr/>
        </p:nvSpPr>
        <p:spPr>
          <a:xfrm xmlns:a="http://schemas.openxmlformats.org/drawingml/2006/main">
            <a:off x="1733550" y="4895850"/>
            <a:ext cx="57150" cy="457200"/>
          </a:xfrm>
          <a:prstGeom xmlns:a="http://schemas.openxmlformats.org/drawingml/2006/main" prst="roundRect">
            <a:avLst>
              <a:gd name="adj" fmla="val 50000"/>
            </a:avLst>
          </a:prstGeom>
          <a:solidFill xmlns:a="http://schemas.openxmlformats.org/drawingml/2006/main">
            <a:srgbClr val="7A2636"/>
          </a:solidFill>
          <a:ln xmlns:a="http://schemas.openxmlformats.org/drawingml/2006/main" w="0">
            <a:noFill/>
          </a:ln>
        </p:spPr>
      </p:sp>
      <p:sp>
        <p:nvSpPr>
          <p:cNvPr id="22" name="Rounded Rectangle 21">
            <a:extLst xmlns:a="http://schemas.openxmlformats.org/drawingml/2006/main">
              <a:ext uri="{FF2B5EF4-FFF2-40B4-BE49-F238E27FC236}">
                <a16:creationId xmlns:a16="http://schemas.microsoft.com/office/drawing/2014/main" id="{936673FE-5220-4079-B6DD-C0CAB1ED4458}"/>
              </a:ext>
            </a:extLst>
          </p:cNvPr>
          <p:cNvSpPr>
            <a:spLocks xmlns:a="http://schemas.openxmlformats.org/drawingml/2006/main" noGrp="1"/>
          </p:cNvSpPr>
          <p:nvPr/>
        </p:nvSpPr>
        <p:spPr>
          <a:xfrm xmlns:a="http://schemas.openxmlformats.org/drawingml/2006/main">
            <a:off x="914400" y="4762500"/>
            <a:ext cx="10363200" cy="781050"/>
          </a:xfrm>
          <a:prstGeom xmlns:a="http://schemas.openxmlformats.org/drawingml/2006/main" prst="roundRect">
            <a:avLst>
              <a:gd name="adj" fmla="val 17073"/>
            </a:avLst>
          </a:prstGeom>
          <a:solidFill xmlns:a="http://schemas.openxmlformats.org/drawingml/2006/main">
            <a:srgbClr val="F7EFF1"/>
          </a:solidFill>
          <a:ln xmlns:a="http://schemas.openxmlformats.org/drawingml/2006/main" w="8573">
            <a:solidFill>
              <a:srgbClr val="DBC7CC"/>
            </a:solidFill>
            <a:prstDash val="solid"/>
          </a:ln>
        </p:spPr>
      </p:sp>
      <p:sp>
        <p:nvSpPr>
          <p:cNvPr id="23" name="Rounded Rectangle 22">
            <a:extLst xmlns:a="http://schemas.openxmlformats.org/drawingml/2006/main">
              <a:ext uri="{FF2B5EF4-FFF2-40B4-BE49-F238E27FC236}">
                <a16:creationId xmlns:a16="http://schemas.microsoft.com/office/drawing/2014/main" id="{461FD54F-DDAE-41DF-A16C-B4DEED3D8BA6}"/>
              </a:ext>
            </a:extLst>
          </p:cNvPr>
          <p:cNvSpPr>
            <a:spLocks xmlns:a="http://schemas.openxmlformats.org/drawingml/2006/main" noGrp="1"/>
          </p:cNvSpPr>
          <p:nvPr/>
        </p:nvSpPr>
        <p:spPr>
          <a:xfrm xmlns:a="http://schemas.openxmlformats.org/drawingml/2006/main">
            <a:off x="1085850" y="4914900"/>
            <a:ext cx="57150" cy="476250"/>
          </a:xfrm>
          <a:prstGeom xmlns:a="http://schemas.openxmlformats.org/drawingml/2006/main" prst="roundRect">
            <a:avLst>
              <a:gd name="adj" fmla="val 50000"/>
            </a:avLst>
          </a:prstGeom>
          <a:solidFill xmlns:a="http://schemas.openxmlformats.org/drawingml/2006/main">
            <a:srgbClr val="7A2636"/>
          </a:solidFill>
          <a:ln xmlns:a="http://schemas.openxmlformats.org/drawingml/2006/main" w="0">
            <a:noFill/>
          </a:ln>
        </p:spPr>
      </p:sp>
      <p:sp>
        <p:nvSpPr>
          <p:cNvPr id="24" name="Rectangle 23">
            <a:extLst xmlns:a="http://schemas.openxmlformats.org/drawingml/2006/main">
              <a:ext uri="{FF2B5EF4-FFF2-40B4-BE49-F238E27FC236}">
                <a16:creationId xmlns:a16="http://schemas.microsoft.com/office/drawing/2014/main" id="{3C53D655-26D2-488F-BB5E-6AF742F1267C}"/>
              </a:ext>
            </a:extLst>
          </p:cNvPr>
          <p:cNvSpPr>
            <a:spLocks xmlns:a="http://schemas.openxmlformats.org/drawingml/2006/main" noGrp="1"/>
          </p:cNvSpPr>
          <p:nvPr/>
        </p:nvSpPr>
        <p:spPr>
          <a:xfrm xmlns:a="http://schemas.openxmlformats.org/drawingml/2006/main">
            <a:off x="1333500" y="4867275"/>
            <a:ext cx="96393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buNone/>
              <a:defRPr sz="1013" b="1">
                <a:solidFill>
                  <a:srgbClr val="2854D7"/>
                </a:solidFill>
                <a:latin typeface="Aptos"/>
                <a:ea typeface="Aptos"/>
                <a:cs typeface="Aptos"/>
              </a:defRPr>
            </a:pPr>
            <a:r>
              <a:rPr sz="1200" b="1">
                <a:solidFill>
                  <a:srgbClr val="7A2636"/>
                </a:solidFill>
                <a:latin typeface="Aptos"/>
                <a:ea typeface="Aptos"/>
                <a:cs typeface="Aptos"/>
              </a:rPr>
              <a:t>ПИТАЊЕ ЗА АНАЛИЗУ</a:t>
            </a:r>
          </a:p>
        </p:txBody>
      </p:sp>
      <p:sp>
        <p:nvSpPr>
          <p:cNvPr id="25" name="Rectangle 24">
            <a:extLst xmlns:a="http://schemas.openxmlformats.org/drawingml/2006/main">
              <a:ext uri="{FF2B5EF4-FFF2-40B4-BE49-F238E27FC236}">
                <a16:creationId xmlns:a16="http://schemas.microsoft.com/office/drawing/2014/main" id="{A86CC111-EABD-4873-929B-C23E8718C0A6}"/>
              </a:ext>
            </a:extLst>
          </p:cNvPr>
          <p:cNvSpPr>
            <a:spLocks xmlns:a="http://schemas.openxmlformats.org/drawingml/2006/main" noGrp="1"/>
          </p:cNvSpPr>
          <p:nvPr/>
        </p:nvSpPr>
        <p:spPr>
          <a:xfrm xmlns:a="http://schemas.openxmlformats.org/drawingml/2006/main">
            <a:off x="1333500" y="5095875"/>
            <a:ext cx="9639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buNone/>
              <a:defRPr sz="1388" b="1">
                <a:solidFill>
                  <a:srgbClr val="1B2432"/>
                </a:solidFill>
                <a:latin typeface="Aptos"/>
                <a:ea typeface="Aptos"/>
                <a:cs typeface="Aptos"/>
              </a:defRPr>
            </a:pPr>
            <a:r>
              <a:rPr sz="1388" b="1">
                <a:solidFill>
                  <a:srgbClr val="1B2432"/>
                </a:solidFill>
                <a:latin typeface="Aptos"/>
                <a:ea typeface="Aptos"/>
                <a:cs typeface="Aptos"/>
              </a:rPr>
              <a:t>Која радња заслужује додатну потврду идентитета и који догађај би требало да опозове постојећу сесију?</a:t>
            </a:r>
          </a:p>
        </p:txBody>
      </p:sp>
    </p:spTree>
    <p:extLst>
      <p:ext uri="{BB962C8B-B14F-4D97-AF65-F5344CB8AC3E}">
        <p14:creationId xmlns:p14="http://schemas.microsoft.com/office/powerpoint/2010/main" val="330298446"/>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Rectangle 20">
            <a:extLst xmlns:a="http://schemas.openxmlformats.org/drawingml/2006/main">
              <a:ext uri="{FF2B5EF4-FFF2-40B4-BE49-F238E27FC236}">
                <a16:creationId xmlns:a16="http://schemas.microsoft.com/office/drawing/2014/main" id="{659EEF07-3871-4227-9CF8-617931CAE332}"/>
              </a:ext>
            </a:extLst>
          </p:cNvPr>
          <p:cNvSpPr>
            <a:spLocks xmlns:a="http://schemas.openxmlformats.org/drawingml/2006/main" noGrp="1"/>
          </p:cNvSpPr>
          <p:nvPr/>
        </p:nvSpPr>
        <p:spPr>
          <a:xfrm xmlns:a="http://schemas.openxmlformats.org/drawingml/2006/main">
            <a:off x="495300" y="238125"/>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57184"/>
                </a:solidFill>
                <a:latin typeface="Aptos"/>
                <a:ea typeface="Aptos"/>
                <a:cs typeface="Aptos"/>
              </a:defRPr>
            </a:pPr>
            <a:r>
              <a:rPr sz="825" b="0">
                <a:solidFill>
                  <a:srgbClr val="5E6B7D"/>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B21B6EEA-9DC4-437C-90DA-659790547C13}"/>
              </a:ext>
            </a:extLst>
          </p:cNvPr>
          <p:cNvSpPr>
            <a:spLocks xmlns:a="http://schemas.openxmlformats.org/drawingml/2006/main" noGrp="1"/>
          </p:cNvSpPr>
          <p:nvPr/>
        </p:nvSpPr>
        <p:spPr>
          <a:xfrm xmlns:a="http://schemas.openxmlformats.org/drawingml/2006/main">
            <a:off x="495300" y="476250"/>
            <a:ext cx="11201400" cy="9525"/>
          </a:xfrm>
          <a:prstGeom xmlns:a="http://schemas.openxmlformats.org/drawingml/2006/main" prst="line">
            <a:avLst/>
          </a:prstGeom>
          <a:solidFill xmlns:a="http://schemas.openxmlformats.org/drawingml/2006/main">
            <a:srgbClr val="8D5560"/>
          </a:solidFill>
          <a:ln xmlns:a="http://schemas.openxmlformats.org/drawingml/2006/main" w="7144">
            <a:solidFill>
              <a:srgbClr val="8D5560"/>
            </a:solidFill>
            <a:prstDash val="solid"/>
          </a:ln>
        </p:spPr>
      </p:sp>
      <p:sp>
        <p:nvSpPr>
          <p:cNvPr id="3" name="Rectangle 2">
            <a:extLst xmlns:a="http://schemas.openxmlformats.org/drawingml/2006/main">
              <a:ext uri="{FF2B5EF4-FFF2-40B4-BE49-F238E27FC236}">
                <a16:creationId xmlns:a16="http://schemas.microsoft.com/office/drawing/2014/main" id="{B9F361B3-06B5-4423-AE2A-8D3D66EF910D}"/>
              </a:ext>
            </a:extLst>
          </p:cNvPr>
          <p:cNvSpPr>
            <a:spLocks xmlns:a="http://schemas.openxmlformats.org/drawingml/2006/main" noGrp="1"/>
          </p:cNvSpPr>
          <p:nvPr/>
        </p:nvSpPr>
        <p:spPr>
          <a:xfrm xmlns:a="http://schemas.openxmlformats.org/drawingml/2006/main">
            <a:off x="11372850" y="6477000"/>
            <a:ext cx="323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7</a:t>
            </a:r>
          </a:p>
        </p:txBody>
      </p:sp>
      <p:sp>
        <p:nvSpPr>
          <p:cNvPr id="4" name="Rectangle 3">
            <a:extLst xmlns:a="http://schemas.openxmlformats.org/drawingml/2006/main">
              <a:ext uri="{FF2B5EF4-FFF2-40B4-BE49-F238E27FC236}">
                <a16:creationId xmlns:a16="http://schemas.microsoft.com/office/drawing/2014/main" id="{7912666D-3229-43C0-AE3B-B857052328AD}"/>
              </a:ext>
            </a:extLst>
          </p:cNvPr>
          <p:cNvSpPr>
            <a:spLocks xmlns:a="http://schemas.openxmlformats.org/drawingml/2006/main" noGrp="1"/>
          </p:cNvSpPr>
          <p:nvPr/>
        </p:nvSpPr>
        <p:spPr>
          <a:xfrm xmlns:a="http://schemas.openxmlformats.org/drawingml/2006/main">
            <a:off x="685800" y="781050"/>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Истек или опозив</a:t>
            </a:r>
          </a:p>
        </p:txBody>
      </p:sp>
      <p:sp>
        <p:nvSpPr>
          <p:cNvPr id="5" name="Rectangle 4">
            <a:extLst xmlns:a="http://schemas.openxmlformats.org/drawingml/2006/main">
              <a:ext uri="{FF2B5EF4-FFF2-40B4-BE49-F238E27FC236}">
                <a16:creationId xmlns:a16="http://schemas.microsoft.com/office/drawing/2014/main" id="{B3D9BC8D-716B-47C9-890A-57D3F34F9AF7}"/>
              </a:ext>
            </a:extLst>
          </p:cNvPr>
          <p:cNvSpPr>
            <a:spLocks xmlns:a="http://schemas.openxmlformats.org/drawingml/2006/main" noGrp="1"/>
          </p:cNvSpPr>
          <p:nvPr/>
        </p:nvSpPr>
        <p:spPr>
          <a:xfrm xmlns:a="http://schemas.openxmlformats.org/drawingml/2006/main">
            <a:off x="685800" y="1428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прекид важења приступа</a:t>
            </a:r>
          </a:p>
        </p:txBody>
      </p:sp>
      <p:sp>
        <p:nvSpPr>
          <p:cNvPr id="6" name="Rounded Rectangle 5">
            <a:extLst xmlns:a="http://schemas.openxmlformats.org/drawingml/2006/main">
              <a:ext uri="{FF2B5EF4-FFF2-40B4-BE49-F238E27FC236}">
                <a16:creationId xmlns:a16="http://schemas.microsoft.com/office/drawing/2014/main" id="{CECC8628-89EE-463C-982E-D0A63FBFE3B3}"/>
              </a:ext>
            </a:extLst>
          </p:cNvPr>
          <p:cNvSpPr>
            <a:spLocks xmlns:a="http://schemas.openxmlformats.org/drawingml/2006/main" noGrp="1"/>
          </p:cNvSpPr>
          <p:nvPr/>
        </p:nvSpPr>
        <p:spPr>
          <a:xfrm xmlns:a="http://schemas.openxmlformats.org/drawingml/2006/main">
            <a:off x="895350" y="2428875"/>
            <a:ext cx="3257550" cy="1952625"/>
          </a:xfrm>
          <a:prstGeom xmlns:a="http://schemas.openxmlformats.org/drawingml/2006/main" prst="roundRect">
            <a:avLst>
              <a:gd name="adj" fmla="val 6829"/>
            </a:avLst>
          </a:prstGeom>
          <a:solidFill xmlns:a="http://schemas.openxmlformats.org/drawingml/2006/main">
            <a:srgbClr val="F4F6F9"/>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Rectangle 6">
            <a:extLst xmlns:a="http://schemas.openxmlformats.org/drawingml/2006/main">
              <a:ext uri="{FF2B5EF4-FFF2-40B4-BE49-F238E27FC236}">
                <a16:creationId xmlns:a16="http://schemas.microsoft.com/office/drawing/2014/main" id="{8097A794-7EBB-4249-9EB4-F09C6295C98C}"/>
              </a:ext>
            </a:extLst>
          </p:cNvPr>
          <p:cNvSpPr>
            <a:spLocks xmlns:a="http://schemas.openxmlformats.org/drawingml/2006/main" noGrp="1"/>
          </p:cNvSpPr>
          <p:nvPr/>
        </p:nvSpPr>
        <p:spPr>
          <a:xfrm xmlns:a="http://schemas.openxmlformats.org/drawingml/2006/main">
            <a:off x="1047750" y="2552700"/>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748092"/>
                </a:solidFill>
                <a:latin typeface="Aptos"/>
                <a:ea typeface="Aptos"/>
                <a:cs typeface="Aptos"/>
              </a:defRPr>
            </a:pPr>
            <a:r>
              <a:rPr sz="1200" b="1">
                <a:solidFill>
                  <a:srgbClr val="748092"/>
                </a:solidFill>
                <a:latin typeface="Aptos"/>
                <a:ea typeface="Aptos"/>
                <a:cs typeface="Aptos"/>
              </a:rPr>
              <a:t>01</a:t>
            </a:r>
          </a:p>
        </p:txBody>
      </p:sp>
      <p:sp>
        <p:nvSpPr>
          <p:cNvPr id="8" name="Rectangle 7">
            <a:extLst xmlns:a="http://schemas.openxmlformats.org/drawingml/2006/main">
              <a:ext uri="{FF2B5EF4-FFF2-40B4-BE49-F238E27FC236}">
                <a16:creationId xmlns:a16="http://schemas.microsoft.com/office/drawing/2014/main" id="{0C1962D6-7125-4E9A-A705-10D7ECB8FC36}"/>
              </a:ext>
            </a:extLst>
          </p:cNvPr>
          <p:cNvSpPr>
            <a:spLocks xmlns:a="http://schemas.openxmlformats.org/drawingml/2006/main" noGrp="1"/>
          </p:cNvSpPr>
          <p:nvPr/>
        </p:nvSpPr>
        <p:spPr>
          <a:xfrm xmlns:a="http://schemas.openxmlformats.org/drawingml/2006/main">
            <a:off x="1047750" y="2800350"/>
            <a:ext cx="295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Истек ограничава трајање поверења чак и када нема видљивог инцидента.</a:t>
            </a:r>
          </a:p>
        </p:txBody>
      </p:sp>
      <p:sp>
        <p:nvSpPr>
          <p:cNvPr id="9" name="Rectangle 8">
            <a:extLst xmlns:a="http://schemas.openxmlformats.org/drawingml/2006/main">
              <a:ext uri="{FF2B5EF4-FFF2-40B4-BE49-F238E27FC236}">
                <a16:creationId xmlns:a16="http://schemas.microsoft.com/office/drawing/2014/main" id="{ED9BA055-10E9-4E79-9100-90DACF69CAC1}"/>
              </a:ext>
            </a:extLst>
          </p:cNvPr>
          <p:cNvSpPr>
            <a:spLocks xmlns:a="http://schemas.openxmlformats.org/drawingml/2006/main" noGrp="1"/>
          </p:cNvSpPr>
          <p:nvPr/>
        </p:nvSpPr>
        <p:spPr>
          <a:xfrm xmlns:a="http://schemas.openxmlformats.org/drawingml/2006/main">
            <a:off x="1047750" y="3648075"/>
            <a:ext cx="2952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125" b="0">
                <a:solidFill>
                  <a:srgbClr val="657184"/>
                </a:solidFill>
                <a:latin typeface="Aptos"/>
                <a:ea typeface="Aptos"/>
                <a:cs typeface="Aptos"/>
              </a:defRPr>
            </a:pPr>
            <a:r>
              <a:rPr sz="1275" b="0">
                <a:solidFill>
                  <a:srgbClr val="657184"/>
                </a:solidFill>
                <a:latin typeface="Aptos"/>
                <a:ea typeface="Aptos"/>
                <a:cs typeface="Aptos"/>
              </a:rPr>
              <a:t>Питање: који улаз покреће ову одлуку?</a:t>
            </a:r>
          </a:p>
        </p:txBody>
      </p:sp>
      <p:sp>
        <p:nvSpPr>
          <p:cNvPr id="10" name="Rounded Rectangle 9">
            <a:extLst xmlns:a="http://schemas.openxmlformats.org/drawingml/2006/main">
              <a:ext uri="{FF2B5EF4-FFF2-40B4-BE49-F238E27FC236}">
                <a16:creationId xmlns:a16="http://schemas.microsoft.com/office/drawing/2014/main" id="{EC41DC93-5363-462D-8D49-430DFACBCA54}"/>
              </a:ext>
            </a:extLst>
          </p:cNvPr>
          <p:cNvSpPr>
            <a:spLocks xmlns:a="http://schemas.openxmlformats.org/drawingml/2006/main" noGrp="1"/>
          </p:cNvSpPr>
          <p:nvPr/>
        </p:nvSpPr>
        <p:spPr>
          <a:xfrm xmlns:a="http://schemas.openxmlformats.org/drawingml/2006/main">
            <a:off x="4457700" y="2428875"/>
            <a:ext cx="3257550" cy="1952625"/>
          </a:xfrm>
          <a:prstGeom xmlns:a="http://schemas.openxmlformats.org/drawingml/2006/main" prst="roundRect">
            <a:avLst>
              <a:gd name="adj" fmla="val 6829"/>
            </a:avLst>
          </a:prstGeom>
          <a:solidFill xmlns:a="http://schemas.openxmlformats.org/drawingml/2006/main">
            <a:srgbClr val="F7EFF1"/>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1" name="Rectangle 10">
            <a:extLst xmlns:a="http://schemas.openxmlformats.org/drawingml/2006/main">
              <a:ext uri="{FF2B5EF4-FFF2-40B4-BE49-F238E27FC236}">
                <a16:creationId xmlns:a16="http://schemas.microsoft.com/office/drawing/2014/main" id="{711CC393-54F5-4A2E-A7CD-46832E32740A}"/>
              </a:ext>
            </a:extLst>
          </p:cNvPr>
          <p:cNvSpPr>
            <a:spLocks xmlns:a="http://schemas.openxmlformats.org/drawingml/2006/main" noGrp="1"/>
          </p:cNvSpPr>
          <p:nvPr/>
        </p:nvSpPr>
        <p:spPr>
          <a:xfrm xmlns:a="http://schemas.openxmlformats.org/drawingml/2006/main">
            <a:off x="4610100" y="2552700"/>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2F5EF5"/>
                </a:solidFill>
                <a:latin typeface="Aptos"/>
                <a:ea typeface="Aptos"/>
                <a:cs typeface="Aptos"/>
              </a:defRPr>
            </a:pPr>
            <a:r>
              <a:rPr sz="1200" b="1">
                <a:solidFill>
                  <a:srgbClr val="7A2636"/>
                </a:solidFill>
                <a:latin typeface="Aptos"/>
                <a:ea typeface="Aptos"/>
                <a:cs typeface="Aptos"/>
              </a:rPr>
              <a:t>02</a:t>
            </a:r>
          </a:p>
        </p:txBody>
      </p:sp>
      <p:sp>
        <p:nvSpPr>
          <p:cNvPr id="12" name="Rectangle 11">
            <a:extLst xmlns:a="http://schemas.openxmlformats.org/drawingml/2006/main">
              <a:ext uri="{FF2B5EF4-FFF2-40B4-BE49-F238E27FC236}">
                <a16:creationId xmlns:a16="http://schemas.microsoft.com/office/drawing/2014/main" id="{02C8E821-1173-44EF-8B97-A042AA1BB8FB}"/>
              </a:ext>
            </a:extLst>
          </p:cNvPr>
          <p:cNvSpPr>
            <a:spLocks xmlns:a="http://schemas.openxmlformats.org/drawingml/2006/main" noGrp="1"/>
          </p:cNvSpPr>
          <p:nvPr/>
        </p:nvSpPr>
        <p:spPr>
          <a:xfrm xmlns:a="http://schemas.openxmlformats.org/drawingml/2006/main">
            <a:off x="4610100" y="2800350"/>
            <a:ext cx="295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Опозив реагује на конкретну промену ризика и не чека да сесија природно нестане.</a:t>
            </a:r>
          </a:p>
        </p:txBody>
      </p:sp>
      <p:sp>
        <p:nvSpPr>
          <p:cNvPr id="13" name="Rectangle 12">
            <a:extLst xmlns:a="http://schemas.openxmlformats.org/drawingml/2006/main">
              <a:ext uri="{FF2B5EF4-FFF2-40B4-BE49-F238E27FC236}">
                <a16:creationId xmlns:a16="http://schemas.microsoft.com/office/drawing/2014/main" id="{DB1EBD1E-8884-4453-AA98-364A0C41655A}"/>
              </a:ext>
            </a:extLst>
          </p:cNvPr>
          <p:cNvSpPr>
            <a:spLocks xmlns:a="http://schemas.openxmlformats.org/drawingml/2006/main" noGrp="1"/>
          </p:cNvSpPr>
          <p:nvPr/>
        </p:nvSpPr>
        <p:spPr>
          <a:xfrm xmlns:a="http://schemas.openxmlformats.org/drawingml/2006/main">
            <a:off x="4610100" y="3648075"/>
            <a:ext cx="2952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125" b="0">
                <a:solidFill>
                  <a:srgbClr val="657184"/>
                </a:solidFill>
                <a:latin typeface="Aptos"/>
                <a:ea typeface="Aptos"/>
                <a:cs typeface="Aptos"/>
              </a:defRPr>
            </a:pPr>
            <a:r>
              <a:rPr sz="1275" b="0">
                <a:solidFill>
                  <a:srgbClr val="657184"/>
                </a:solidFill>
                <a:latin typeface="Aptos"/>
                <a:ea typeface="Aptos"/>
                <a:cs typeface="Aptos"/>
              </a:rPr>
              <a:t>Питање: која граница мора бити видљива?</a:t>
            </a:r>
          </a:p>
        </p:txBody>
      </p:sp>
      <p:sp>
        <p:nvSpPr>
          <p:cNvPr id="14" name="Rounded Rectangle 13">
            <a:extLst xmlns:a="http://schemas.openxmlformats.org/drawingml/2006/main">
              <a:ext uri="{FF2B5EF4-FFF2-40B4-BE49-F238E27FC236}">
                <a16:creationId xmlns:a16="http://schemas.microsoft.com/office/drawing/2014/main" id="{C6A03353-DCFF-4158-AF7F-18E8CD7C3BCC}"/>
              </a:ext>
            </a:extLst>
          </p:cNvPr>
          <p:cNvSpPr>
            <a:spLocks xmlns:a="http://schemas.openxmlformats.org/drawingml/2006/main" noGrp="1"/>
          </p:cNvSpPr>
          <p:nvPr/>
        </p:nvSpPr>
        <p:spPr>
          <a:xfrm xmlns:a="http://schemas.openxmlformats.org/drawingml/2006/main">
            <a:off x="8020050" y="2428875"/>
            <a:ext cx="3257550" cy="1952625"/>
          </a:xfrm>
          <a:prstGeom xmlns:a="http://schemas.openxmlformats.org/drawingml/2006/main" prst="roundRect">
            <a:avLst>
              <a:gd name="adj" fmla="val 6829"/>
            </a:avLst>
          </a:prstGeom>
          <a:solidFill xmlns:a="http://schemas.openxmlformats.org/drawingml/2006/main">
            <a:srgbClr val="EDF8F2"/>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5" name="Rectangle 14">
            <a:extLst xmlns:a="http://schemas.openxmlformats.org/drawingml/2006/main">
              <a:ext uri="{FF2B5EF4-FFF2-40B4-BE49-F238E27FC236}">
                <a16:creationId xmlns:a16="http://schemas.microsoft.com/office/drawing/2014/main" id="{EC1038EA-93C7-4355-9D14-DEAE553E9F01}"/>
              </a:ext>
            </a:extLst>
          </p:cNvPr>
          <p:cNvSpPr>
            <a:spLocks xmlns:a="http://schemas.openxmlformats.org/drawingml/2006/main" noGrp="1"/>
          </p:cNvSpPr>
          <p:nvPr/>
        </p:nvSpPr>
        <p:spPr>
          <a:xfrm xmlns:a="http://schemas.openxmlformats.org/drawingml/2006/main">
            <a:off x="8172450" y="2552700"/>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03</a:t>
            </a:r>
          </a:p>
        </p:txBody>
      </p:sp>
      <p:sp>
        <p:nvSpPr>
          <p:cNvPr id="16" name="Rectangle 15">
            <a:extLst xmlns:a="http://schemas.openxmlformats.org/drawingml/2006/main">
              <a:ext uri="{FF2B5EF4-FFF2-40B4-BE49-F238E27FC236}">
                <a16:creationId xmlns:a16="http://schemas.microsoft.com/office/drawing/2014/main" id="{A34D8256-75D0-4F00-8B75-688CF3718D52}"/>
              </a:ext>
            </a:extLst>
          </p:cNvPr>
          <p:cNvSpPr>
            <a:spLocks xmlns:a="http://schemas.openxmlformats.org/drawingml/2006/main" noGrp="1"/>
          </p:cNvSpPr>
          <p:nvPr/>
        </p:nvSpPr>
        <p:spPr>
          <a:xfrm xmlns:a="http://schemas.openxmlformats.org/drawingml/2006/main">
            <a:off x="8172450" y="2800350"/>
            <a:ext cx="295275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93046"/>
          </a:bodyPr>
          <a:lstStyle xmlns:a="http://schemas.openxmlformats.org/drawingml/2006/main"/>
          <a:p xmlns:a="http://schemas.openxmlformats.org/drawingml/2006/main">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Додатни фактор доказује присуство или поседовање независног средства, а не понавља само исту лозинку.</a:t>
            </a:r>
          </a:p>
        </p:txBody>
      </p:sp>
      <p:sp>
        <p:nvSpPr>
          <p:cNvPr id="17" name="Rectangle 16">
            <a:extLst xmlns:a="http://schemas.openxmlformats.org/drawingml/2006/main">
              <a:ext uri="{FF2B5EF4-FFF2-40B4-BE49-F238E27FC236}">
                <a16:creationId xmlns:a16="http://schemas.microsoft.com/office/drawing/2014/main" id="{124E15CF-0C2F-4B64-9C93-0321C90CE7C8}"/>
              </a:ext>
            </a:extLst>
          </p:cNvPr>
          <p:cNvSpPr>
            <a:spLocks xmlns:a="http://schemas.openxmlformats.org/drawingml/2006/main" noGrp="1"/>
          </p:cNvSpPr>
          <p:nvPr/>
        </p:nvSpPr>
        <p:spPr>
          <a:xfrm xmlns:a="http://schemas.openxmlformats.org/drawingml/2006/main">
            <a:off x="8172450" y="3648075"/>
            <a:ext cx="2952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125" b="0">
                <a:solidFill>
                  <a:srgbClr val="657184"/>
                </a:solidFill>
                <a:latin typeface="Aptos"/>
                <a:ea typeface="Aptos"/>
                <a:cs typeface="Aptos"/>
              </a:defRPr>
            </a:pPr>
            <a:r>
              <a:rPr sz="1275" b="0">
                <a:solidFill>
                  <a:srgbClr val="657184"/>
                </a:solidFill>
                <a:latin typeface="Aptos"/>
                <a:ea typeface="Aptos"/>
                <a:cs typeface="Aptos"/>
              </a:rPr>
              <a:t>Питање: који доказ остаје после исхода?</a:t>
            </a:r>
          </a:p>
        </p:txBody>
      </p:sp>
      <p:sp>
        <p:nvSpPr>
          <p:cNvPr id="18" name="Rounded Rectangle 17">
            <a:extLst xmlns:a="http://schemas.openxmlformats.org/drawingml/2006/main">
              <a:ext uri="{FF2B5EF4-FFF2-40B4-BE49-F238E27FC236}">
                <a16:creationId xmlns:a16="http://schemas.microsoft.com/office/drawing/2014/main" id="{028BD193-BA55-43B1-9B96-2A67AB5FF9AE}"/>
              </a:ext>
            </a:extLst>
          </p:cNvPr>
          <p:cNvSpPr>
            <a:spLocks xmlns:a="http://schemas.openxmlformats.org/drawingml/2006/main" noGrp="1"/>
          </p:cNvSpPr>
          <p:nvPr/>
        </p:nvSpPr>
        <p:spPr>
          <a:xfrm xmlns:a="http://schemas.openxmlformats.org/drawingml/2006/main">
            <a:off x="1600200" y="4752975"/>
            <a:ext cx="8991600" cy="742950"/>
          </a:xfrm>
          <a:prstGeom xmlns:a="http://schemas.openxmlformats.org/drawingml/2006/main" prst="roundRect">
            <a:avLst>
              <a:gd name="adj" fmla="val 16667"/>
            </a:avLst>
          </a:prstGeom>
          <a:solidFill xmlns:a="http://schemas.openxmlformats.org/drawingml/2006/main">
            <a:srgbClr val="FFF6E9"/>
          </a:solidFill>
          <a:ln xmlns:a="http://schemas.openxmlformats.org/drawingml/2006/main" w="9525">
            <a:solidFill>
              <a:srgbClr val="D7DEE8"/>
            </a:solidFill>
            <a:prstDash val="solid"/>
          </a:ln>
        </p:spPr>
      </p:sp>
      <p:sp>
        <p:nvSpPr>
          <p:cNvPr id="19" name="Rounded Rectangle 18">
            <a:extLst xmlns:a="http://schemas.openxmlformats.org/drawingml/2006/main">
              <a:ext uri="{FF2B5EF4-FFF2-40B4-BE49-F238E27FC236}">
                <a16:creationId xmlns:a16="http://schemas.microsoft.com/office/drawing/2014/main" id="{1E50AF6D-43B0-4D0F-92B3-9C34E484E606}"/>
              </a:ext>
            </a:extLst>
          </p:cNvPr>
          <p:cNvSpPr>
            <a:spLocks xmlns:a="http://schemas.openxmlformats.org/drawingml/2006/main" noGrp="1"/>
          </p:cNvSpPr>
          <p:nvPr/>
        </p:nvSpPr>
        <p:spPr>
          <a:xfrm xmlns:a="http://schemas.openxmlformats.org/drawingml/2006/main">
            <a:off x="1733550" y="4895850"/>
            <a:ext cx="57150" cy="457200"/>
          </a:xfrm>
          <a:prstGeom xmlns:a="http://schemas.openxmlformats.org/drawingml/2006/main" prst="roundRect">
            <a:avLst>
              <a:gd name="adj" fmla="val 50000"/>
            </a:avLst>
          </a:prstGeom>
          <a:solidFill xmlns:a="http://schemas.openxmlformats.org/drawingml/2006/main">
            <a:srgbClr val="7A2636"/>
          </a:solidFill>
          <a:ln xmlns:a="http://schemas.openxmlformats.org/drawingml/2006/main" w="0">
            <a:noFill/>
          </a:ln>
        </p:spPr>
      </p:sp>
      <p:sp>
        <p:nvSpPr>
          <p:cNvPr id="22" name="Rounded Rectangle 21">
            <a:extLst xmlns:a="http://schemas.openxmlformats.org/drawingml/2006/main">
              <a:ext uri="{FF2B5EF4-FFF2-40B4-BE49-F238E27FC236}">
                <a16:creationId xmlns:a16="http://schemas.microsoft.com/office/drawing/2014/main" id="{0CF7A7C8-DBB3-4959-A159-CD88A3EAE7A2}"/>
              </a:ext>
            </a:extLst>
          </p:cNvPr>
          <p:cNvSpPr>
            <a:spLocks xmlns:a="http://schemas.openxmlformats.org/drawingml/2006/main" noGrp="1"/>
          </p:cNvSpPr>
          <p:nvPr/>
        </p:nvSpPr>
        <p:spPr>
          <a:xfrm xmlns:a="http://schemas.openxmlformats.org/drawingml/2006/main">
            <a:off x="914400" y="4762500"/>
            <a:ext cx="10363200" cy="781050"/>
          </a:xfrm>
          <a:prstGeom xmlns:a="http://schemas.openxmlformats.org/drawingml/2006/main" prst="roundRect">
            <a:avLst>
              <a:gd name="adj" fmla="val 17073"/>
            </a:avLst>
          </a:prstGeom>
          <a:solidFill xmlns:a="http://schemas.openxmlformats.org/drawingml/2006/main">
            <a:srgbClr val="F7EFF1"/>
          </a:solidFill>
          <a:ln xmlns:a="http://schemas.openxmlformats.org/drawingml/2006/main" w="8573">
            <a:solidFill>
              <a:srgbClr val="DBC7CC"/>
            </a:solidFill>
            <a:prstDash val="solid"/>
          </a:ln>
        </p:spPr>
      </p:sp>
      <p:sp>
        <p:nvSpPr>
          <p:cNvPr id="23" name="Rounded Rectangle 22">
            <a:extLst xmlns:a="http://schemas.openxmlformats.org/drawingml/2006/main">
              <a:ext uri="{FF2B5EF4-FFF2-40B4-BE49-F238E27FC236}">
                <a16:creationId xmlns:a16="http://schemas.microsoft.com/office/drawing/2014/main" id="{7FFFF33A-DC57-4DC0-BB59-E5E0100E5650}"/>
              </a:ext>
            </a:extLst>
          </p:cNvPr>
          <p:cNvSpPr>
            <a:spLocks xmlns:a="http://schemas.openxmlformats.org/drawingml/2006/main" noGrp="1"/>
          </p:cNvSpPr>
          <p:nvPr/>
        </p:nvSpPr>
        <p:spPr>
          <a:xfrm xmlns:a="http://schemas.openxmlformats.org/drawingml/2006/main">
            <a:off x="1085850" y="4914900"/>
            <a:ext cx="57150" cy="476250"/>
          </a:xfrm>
          <a:prstGeom xmlns:a="http://schemas.openxmlformats.org/drawingml/2006/main" prst="roundRect">
            <a:avLst>
              <a:gd name="adj" fmla="val 50000"/>
            </a:avLst>
          </a:prstGeom>
          <a:solidFill xmlns:a="http://schemas.openxmlformats.org/drawingml/2006/main">
            <a:srgbClr val="7A2636"/>
          </a:solidFill>
          <a:ln xmlns:a="http://schemas.openxmlformats.org/drawingml/2006/main" w="0">
            <a:noFill/>
          </a:ln>
        </p:spPr>
      </p:sp>
      <p:sp>
        <p:nvSpPr>
          <p:cNvPr id="24" name="Rectangle 23">
            <a:extLst xmlns:a="http://schemas.openxmlformats.org/drawingml/2006/main">
              <a:ext uri="{FF2B5EF4-FFF2-40B4-BE49-F238E27FC236}">
                <a16:creationId xmlns:a16="http://schemas.microsoft.com/office/drawing/2014/main" id="{F7EBC964-DDE0-4C2B-9B66-15638BD9C60F}"/>
              </a:ext>
            </a:extLst>
          </p:cNvPr>
          <p:cNvSpPr>
            <a:spLocks xmlns:a="http://schemas.openxmlformats.org/drawingml/2006/main" noGrp="1"/>
          </p:cNvSpPr>
          <p:nvPr/>
        </p:nvSpPr>
        <p:spPr>
          <a:xfrm xmlns:a="http://schemas.openxmlformats.org/drawingml/2006/main">
            <a:off x="1333500" y="4867275"/>
            <a:ext cx="96393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buNone/>
              <a:defRPr sz="1013" b="1">
                <a:solidFill>
                  <a:srgbClr val="2854D7"/>
                </a:solidFill>
                <a:latin typeface="Aptos"/>
                <a:ea typeface="Aptos"/>
                <a:cs typeface="Aptos"/>
              </a:defRPr>
            </a:pPr>
            <a:r>
              <a:rPr sz="1200" b="1">
                <a:solidFill>
                  <a:srgbClr val="7A2636"/>
                </a:solidFill>
                <a:latin typeface="Aptos"/>
                <a:ea typeface="Aptos"/>
                <a:cs typeface="Aptos"/>
              </a:rPr>
              <a:t>ПИТАЊЕ ЗА АНАЛИЗУ</a:t>
            </a:r>
          </a:p>
        </p:txBody>
      </p:sp>
      <p:sp>
        <p:nvSpPr>
          <p:cNvPr id="25" name="Rectangle 24">
            <a:extLst xmlns:a="http://schemas.openxmlformats.org/drawingml/2006/main">
              <a:ext uri="{FF2B5EF4-FFF2-40B4-BE49-F238E27FC236}">
                <a16:creationId xmlns:a16="http://schemas.microsoft.com/office/drawing/2014/main" id="{6E196054-AAA5-4C37-8D6B-2382F948A5BA}"/>
              </a:ext>
            </a:extLst>
          </p:cNvPr>
          <p:cNvSpPr>
            <a:spLocks xmlns:a="http://schemas.openxmlformats.org/drawingml/2006/main" noGrp="1"/>
          </p:cNvSpPr>
          <p:nvPr/>
        </p:nvSpPr>
        <p:spPr>
          <a:xfrm xmlns:a="http://schemas.openxmlformats.org/drawingml/2006/main">
            <a:off x="1333500" y="5095875"/>
            <a:ext cx="9639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buNone/>
              <a:defRPr sz="1388" b="1">
                <a:solidFill>
                  <a:srgbClr val="1B2432"/>
                </a:solidFill>
                <a:latin typeface="Aptos"/>
                <a:ea typeface="Aptos"/>
                <a:cs typeface="Aptos"/>
              </a:defRPr>
            </a:pPr>
            <a:r>
              <a:rPr sz="1388" b="1">
                <a:solidFill>
                  <a:srgbClr val="1B2432"/>
                </a:solidFill>
                <a:latin typeface="Aptos"/>
                <a:ea typeface="Aptos"/>
                <a:cs typeface="Aptos"/>
              </a:rPr>
              <a:t>Која радња заслужује додатну потврду идентитета и који догађај би требало да опозове постојећу сесију?</a:t>
            </a:r>
          </a:p>
        </p:txBody>
      </p:sp>
    </p:spTree>
    <p:extLst>
      <p:ext uri="{BB962C8B-B14F-4D97-AF65-F5344CB8AC3E}">
        <p14:creationId xmlns:p14="http://schemas.microsoft.com/office/powerpoint/2010/main" val="1119832989"/>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5" name="Rectangle 24">
            <a:extLst xmlns:a="http://schemas.openxmlformats.org/drawingml/2006/main">
              <a:ext uri="{FF2B5EF4-FFF2-40B4-BE49-F238E27FC236}">
                <a16:creationId xmlns:a16="http://schemas.microsoft.com/office/drawing/2014/main" id="{1FA49612-00E2-4578-B4C2-A9D26D49B464}"/>
              </a:ext>
            </a:extLst>
          </p:cNvPr>
          <p:cNvSpPr>
            <a:spLocks xmlns:a="http://schemas.openxmlformats.org/drawingml/2006/main" noGrp="1"/>
          </p:cNvSpPr>
          <p:nvPr/>
        </p:nvSpPr>
        <p:spPr>
          <a:xfrm xmlns:a="http://schemas.openxmlformats.org/drawingml/2006/main">
            <a:off x="495300" y="238125"/>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57184"/>
                </a:solidFill>
                <a:latin typeface="Aptos"/>
                <a:ea typeface="Aptos"/>
                <a:cs typeface="Aptos"/>
              </a:defRPr>
            </a:pPr>
            <a:r>
              <a:rPr sz="825" b="0">
                <a:solidFill>
                  <a:srgbClr val="5E6B7D"/>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5B90DC76-738F-4DD5-A23C-B5F3C605F4B7}"/>
              </a:ext>
            </a:extLst>
          </p:cNvPr>
          <p:cNvSpPr>
            <a:spLocks xmlns:a="http://schemas.openxmlformats.org/drawingml/2006/main" noGrp="1"/>
          </p:cNvSpPr>
          <p:nvPr/>
        </p:nvSpPr>
        <p:spPr>
          <a:xfrm xmlns:a="http://schemas.openxmlformats.org/drawingml/2006/main">
            <a:off x="495300" y="476250"/>
            <a:ext cx="11201400" cy="9525"/>
          </a:xfrm>
          <a:prstGeom xmlns:a="http://schemas.openxmlformats.org/drawingml/2006/main" prst="line">
            <a:avLst/>
          </a:prstGeom>
          <a:solidFill xmlns:a="http://schemas.openxmlformats.org/drawingml/2006/main">
            <a:srgbClr val="8D5560"/>
          </a:solidFill>
          <a:ln xmlns:a="http://schemas.openxmlformats.org/drawingml/2006/main" w="7144">
            <a:solidFill>
              <a:srgbClr val="8D5560"/>
            </a:solidFill>
            <a:prstDash val="solid"/>
          </a:ln>
        </p:spPr>
      </p:sp>
      <p:sp>
        <p:nvSpPr>
          <p:cNvPr id="3" name="Rectangle 2">
            <a:extLst xmlns:a="http://schemas.openxmlformats.org/drawingml/2006/main">
              <a:ext uri="{FF2B5EF4-FFF2-40B4-BE49-F238E27FC236}">
                <a16:creationId xmlns:a16="http://schemas.microsoft.com/office/drawing/2014/main" id="{70132614-D32F-4094-B4E7-4B1DF9514406}"/>
              </a:ext>
            </a:extLst>
          </p:cNvPr>
          <p:cNvSpPr>
            <a:spLocks xmlns:a="http://schemas.openxmlformats.org/drawingml/2006/main" noGrp="1"/>
          </p:cNvSpPr>
          <p:nvPr/>
        </p:nvSpPr>
        <p:spPr>
          <a:xfrm xmlns:a="http://schemas.openxmlformats.org/drawingml/2006/main">
            <a:off x="11372850" y="6477000"/>
            <a:ext cx="323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8</a:t>
            </a:r>
          </a:p>
        </p:txBody>
      </p:sp>
      <p:sp>
        <p:nvSpPr>
          <p:cNvPr id="4" name="Rectangle 3">
            <a:extLst xmlns:a="http://schemas.openxmlformats.org/drawingml/2006/main">
              <a:ext uri="{FF2B5EF4-FFF2-40B4-BE49-F238E27FC236}">
                <a16:creationId xmlns:a16="http://schemas.microsoft.com/office/drawing/2014/main" id="{426ED9E0-B568-42C3-B3F4-94807BD6585D}"/>
              </a:ext>
            </a:extLst>
          </p:cNvPr>
          <p:cNvSpPr>
            <a:spLocks xmlns:a="http://schemas.openxmlformats.org/drawingml/2006/main" noGrp="1"/>
          </p:cNvSpPr>
          <p:nvPr/>
        </p:nvSpPr>
        <p:spPr>
          <a:xfrm xmlns:a="http://schemas.openxmlformats.org/drawingml/2006/main">
            <a:off x="685800" y="781050"/>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Различите врсте идентитета</a:t>
            </a:r>
          </a:p>
        </p:txBody>
      </p:sp>
      <p:sp>
        <p:nvSpPr>
          <p:cNvPr id="5" name="Rectangle 4">
            <a:extLst xmlns:a="http://schemas.openxmlformats.org/drawingml/2006/main">
              <a:ext uri="{FF2B5EF4-FFF2-40B4-BE49-F238E27FC236}">
                <a16:creationId xmlns:a16="http://schemas.microsoft.com/office/drawing/2014/main" id="{DEAEF5D0-71F9-4A50-9984-7406375212EE}"/>
              </a:ext>
            </a:extLst>
          </p:cNvPr>
          <p:cNvSpPr>
            <a:spLocks xmlns:a="http://schemas.openxmlformats.org/drawingml/2006/main" noGrp="1"/>
          </p:cNvSpPr>
          <p:nvPr/>
        </p:nvSpPr>
        <p:spPr>
          <a:xfrm xmlns:a="http://schemas.openxmlformats.org/drawingml/2006/main">
            <a:off x="685800" y="1428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Поређење приказује функцију сваког елемента и ограничење његове самосталне примене.</a:t>
            </a:r>
          </a:p>
        </p:txBody>
      </p:sp>
      <p:sp>
        <p:nvSpPr>
          <p:cNvPr id="6" name="Rectangle 5">
            <a:extLst xmlns:a="http://schemas.openxmlformats.org/drawingml/2006/main">
              <a:ext uri="{FF2B5EF4-FFF2-40B4-BE49-F238E27FC236}">
                <a16:creationId xmlns:a16="http://schemas.microsoft.com/office/drawing/2014/main" id="{0D1B1166-CE5A-401C-89C3-E2D94661AEF6}"/>
              </a:ext>
            </a:extLst>
          </p:cNvPr>
          <p:cNvSpPr>
            <a:spLocks xmlns:a="http://schemas.openxmlformats.org/drawingml/2006/main" noGrp="1"/>
          </p:cNvSpPr>
          <p:nvPr/>
        </p:nvSpPr>
        <p:spPr>
          <a:xfrm xmlns:a="http://schemas.openxmlformats.org/drawingml/2006/main">
            <a:off x="876300" y="2047875"/>
            <a:ext cx="2476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1050" b="1">
                <a:solidFill>
                  <a:srgbClr val="657184"/>
                </a:solidFill>
                <a:latin typeface="Aptos"/>
                <a:ea typeface="Aptos"/>
                <a:cs typeface="Aptos"/>
              </a:defRPr>
            </a:pPr>
            <a:r>
              <a:rPr sz="1275" b="1">
                <a:solidFill>
                  <a:srgbClr val="657184"/>
                </a:solidFill>
                <a:latin typeface="Aptos"/>
                <a:ea typeface="Aptos"/>
                <a:cs typeface="Aptos"/>
              </a:rPr>
              <a:t>Идентитет</a:t>
            </a:r>
          </a:p>
        </p:txBody>
      </p:sp>
      <p:sp>
        <p:nvSpPr>
          <p:cNvPr id="7" name="Rectangle 6">
            <a:extLst xmlns:a="http://schemas.openxmlformats.org/drawingml/2006/main">
              <a:ext uri="{FF2B5EF4-FFF2-40B4-BE49-F238E27FC236}">
                <a16:creationId xmlns:a16="http://schemas.microsoft.com/office/drawing/2014/main" id="{725BFCD5-040B-4C58-8C7D-12E4665052EC}"/>
              </a:ext>
            </a:extLst>
          </p:cNvPr>
          <p:cNvSpPr>
            <a:spLocks xmlns:a="http://schemas.openxmlformats.org/drawingml/2006/main" noGrp="1"/>
          </p:cNvSpPr>
          <p:nvPr/>
        </p:nvSpPr>
        <p:spPr>
          <a:xfrm xmlns:a="http://schemas.openxmlformats.org/drawingml/2006/main">
            <a:off x="3638550" y="2047875"/>
            <a:ext cx="3619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1050" b="1">
                <a:solidFill>
                  <a:srgbClr val="657184"/>
                </a:solidFill>
                <a:latin typeface="Aptos"/>
                <a:ea typeface="Aptos"/>
                <a:cs typeface="Aptos"/>
              </a:defRPr>
            </a:pPr>
            <a:r>
              <a:rPr sz="1275" b="1">
                <a:solidFill>
                  <a:srgbClr val="657184"/>
                </a:solidFill>
                <a:latin typeface="Aptos"/>
                <a:ea typeface="Aptos"/>
                <a:cs typeface="Aptos"/>
              </a:rPr>
              <a:t>Намена</a:t>
            </a:r>
          </a:p>
        </p:txBody>
      </p:sp>
      <p:sp>
        <p:nvSpPr>
          <p:cNvPr id="8" name="Rectangle 7">
            <a:extLst xmlns:a="http://schemas.openxmlformats.org/drawingml/2006/main">
              <a:ext uri="{FF2B5EF4-FFF2-40B4-BE49-F238E27FC236}">
                <a16:creationId xmlns:a16="http://schemas.microsoft.com/office/drawing/2014/main" id="{A7FBFBAD-0D52-488C-88C4-F4E5EE061390}"/>
              </a:ext>
            </a:extLst>
          </p:cNvPr>
          <p:cNvSpPr>
            <a:spLocks xmlns:a="http://schemas.openxmlformats.org/drawingml/2006/main" noGrp="1"/>
          </p:cNvSpPr>
          <p:nvPr/>
        </p:nvSpPr>
        <p:spPr>
          <a:xfrm xmlns:a="http://schemas.openxmlformats.org/drawingml/2006/main">
            <a:off x="7543800" y="2047875"/>
            <a:ext cx="37719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1050" b="1">
                <a:solidFill>
                  <a:srgbClr val="657184"/>
                </a:solidFill>
                <a:latin typeface="Aptos"/>
                <a:ea typeface="Aptos"/>
                <a:cs typeface="Aptos"/>
              </a:defRPr>
            </a:pPr>
            <a:r>
              <a:rPr sz="1275" b="1">
                <a:solidFill>
                  <a:srgbClr val="657184"/>
                </a:solidFill>
                <a:latin typeface="Aptos"/>
                <a:ea typeface="Aptos"/>
                <a:cs typeface="Aptos"/>
              </a:rPr>
              <a:t>Посебан ризик</a:t>
            </a:r>
          </a:p>
        </p:txBody>
      </p:sp>
      <p:sp>
        <p:nvSpPr>
          <p:cNvPr id="9" name="Rounded Rectangle 8">
            <a:extLst xmlns:a="http://schemas.openxmlformats.org/drawingml/2006/main">
              <a:ext uri="{FF2B5EF4-FFF2-40B4-BE49-F238E27FC236}">
                <a16:creationId xmlns:a16="http://schemas.microsoft.com/office/drawing/2014/main" id="{578E1477-0DE1-4454-8338-8CE6DDD99592}"/>
              </a:ext>
            </a:extLst>
          </p:cNvPr>
          <p:cNvSpPr>
            <a:spLocks xmlns:a="http://schemas.openxmlformats.org/drawingml/2006/main" noGrp="1"/>
          </p:cNvSpPr>
          <p:nvPr/>
        </p:nvSpPr>
        <p:spPr>
          <a:xfrm xmlns:a="http://schemas.openxmlformats.org/drawingml/2006/main">
            <a:off x="800100" y="2362200"/>
            <a:ext cx="10591800" cy="609600"/>
          </a:xfrm>
          <a:prstGeom xmlns:a="http://schemas.openxmlformats.org/drawingml/2006/main" prst="roundRect">
            <a:avLst>
              <a:gd name="adj" fmla="val 17188"/>
            </a:avLst>
          </a:prstGeom>
          <a:solidFill xmlns:a="http://schemas.openxmlformats.org/drawingml/2006/main">
            <a:srgbClr val="F4F6F9"/>
          </a:solidFill>
          <a:ln xmlns:a="http://schemas.openxmlformats.org/drawingml/2006/main" w="9525">
            <a:solidFill>
              <a:srgbClr val="D7DEE8"/>
            </a:solidFill>
            <a:prstDash val="solid"/>
          </a:ln>
        </p:spPr>
      </p:sp>
      <p:sp>
        <p:nvSpPr>
          <p:cNvPr id="10" name="Rectangle 9">
            <a:extLst xmlns:a="http://schemas.openxmlformats.org/drawingml/2006/main">
              <a:ext uri="{FF2B5EF4-FFF2-40B4-BE49-F238E27FC236}">
                <a16:creationId xmlns:a16="http://schemas.microsoft.com/office/drawing/2014/main" id="{AC829531-B147-43A5-ACC2-B3CA3BECF73E}"/>
              </a:ext>
            </a:extLst>
          </p:cNvPr>
          <p:cNvSpPr>
            <a:spLocks xmlns:a="http://schemas.openxmlformats.org/drawingml/2006/main" noGrp="1"/>
          </p:cNvSpPr>
          <p:nvPr/>
        </p:nvSpPr>
        <p:spPr>
          <a:xfrm xmlns:a="http://schemas.openxmlformats.org/drawingml/2006/main">
            <a:off x="952500" y="2486025"/>
            <a:ext cx="2381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275" b="1">
                <a:solidFill>
                  <a:srgbClr val="748092"/>
                </a:solidFill>
                <a:latin typeface="Aptos"/>
                <a:ea typeface="Aptos"/>
                <a:cs typeface="Aptos"/>
              </a:defRPr>
            </a:pPr>
            <a:r>
              <a:rPr sz="1275" b="1">
                <a:solidFill>
                  <a:srgbClr val="748092"/>
                </a:solidFill>
                <a:latin typeface="Aptos"/>
                <a:ea typeface="Aptos"/>
                <a:cs typeface="Aptos"/>
              </a:rPr>
              <a:t>Људски корисник</a:t>
            </a:r>
          </a:p>
        </p:txBody>
      </p:sp>
      <p:sp>
        <p:nvSpPr>
          <p:cNvPr id="11" name="Rectangle 10">
            <a:extLst xmlns:a="http://schemas.openxmlformats.org/drawingml/2006/main">
              <a:ext uri="{FF2B5EF4-FFF2-40B4-BE49-F238E27FC236}">
                <a16:creationId xmlns:a16="http://schemas.microsoft.com/office/drawing/2014/main" id="{79428596-F7F1-43E4-8A66-0BED2C2B4FC8}"/>
              </a:ext>
            </a:extLst>
          </p:cNvPr>
          <p:cNvSpPr>
            <a:spLocks xmlns:a="http://schemas.openxmlformats.org/drawingml/2006/main" noGrp="1"/>
          </p:cNvSpPr>
          <p:nvPr/>
        </p:nvSpPr>
        <p:spPr>
          <a:xfrm xmlns:a="http://schemas.openxmlformats.org/drawingml/2006/main">
            <a:off x="3638550" y="2428875"/>
            <a:ext cx="3619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125" b="0">
                <a:solidFill>
                  <a:srgbClr val="1A202C"/>
                </a:solidFill>
                <a:latin typeface="Aptos"/>
                <a:ea typeface="Aptos"/>
                <a:cs typeface="Aptos"/>
              </a:defRPr>
            </a:pPr>
            <a:r>
              <a:rPr sz="1275" b="0">
                <a:solidFill>
                  <a:srgbClr val="1A202C"/>
                </a:solidFill>
                <a:latin typeface="Aptos"/>
                <a:ea typeface="Aptos"/>
                <a:cs typeface="Aptos"/>
              </a:rPr>
              <a:t>Интерактивне радње и одговорност.</a:t>
            </a:r>
          </a:p>
        </p:txBody>
      </p:sp>
      <p:sp>
        <p:nvSpPr>
          <p:cNvPr id="12" name="Rectangle 11">
            <a:extLst xmlns:a="http://schemas.openxmlformats.org/drawingml/2006/main">
              <a:ext uri="{FF2B5EF4-FFF2-40B4-BE49-F238E27FC236}">
                <a16:creationId xmlns:a16="http://schemas.microsoft.com/office/drawing/2014/main" id="{D9699CA7-DACD-406F-84C3-0A795615D135}"/>
              </a:ext>
            </a:extLst>
          </p:cNvPr>
          <p:cNvSpPr>
            <a:spLocks xmlns:a="http://schemas.openxmlformats.org/drawingml/2006/main" noGrp="1"/>
          </p:cNvSpPr>
          <p:nvPr/>
        </p:nvSpPr>
        <p:spPr>
          <a:xfrm xmlns:a="http://schemas.openxmlformats.org/drawingml/2006/main">
            <a:off x="7543800" y="2428875"/>
            <a:ext cx="3619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Крађа креденцијала или преширока улога.</a:t>
            </a:r>
          </a:p>
        </p:txBody>
      </p:sp>
      <p:sp>
        <p:nvSpPr>
          <p:cNvPr id="13" name="Rounded Rectangle 12">
            <a:extLst xmlns:a="http://schemas.openxmlformats.org/drawingml/2006/main">
              <a:ext uri="{FF2B5EF4-FFF2-40B4-BE49-F238E27FC236}">
                <a16:creationId xmlns:a16="http://schemas.microsoft.com/office/drawing/2014/main" id="{750175FD-053A-48A3-8CC5-408FCE563DEB}"/>
              </a:ext>
            </a:extLst>
          </p:cNvPr>
          <p:cNvSpPr>
            <a:spLocks xmlns:a="http://schemas.openxmlformats.org/drawingml/2006/main" noGrp="1"/>
          </p:cNvSpPr>
          <p:nvPr/>
        </p:nvSpPr>
        <p:spPr>
          <a:xfrm xmlns:a="http://schemas.openxmlformats.org/drawingml/2006/main">
            <a:off x="800100" y="3105150"/>
            <a:ext cx="10591800" cy="609600"/>
          </a:xfrm>
          <a:prstGeom xmlns:a="http://schemas.openxmlformats.org/drawingml/2006/main" prst="roundRect">
            <a:avLst>
              <a:gd name="adj" fmla="val 17188"/>
            </a:avLst>
          </a:prstGeom>
          <a:solidFill xmlns:a="http://schemas.openxmlformats.org/drawingml/2006/main">
            <a:srgbClr val="F7EFF1"/>
          </a:solidFill>
          <a:ln xmlns:a="http://schemas.openxmlformats.org/drawingml/2006/main" w="9525">
            <a:solidFill>
              <a:srgbClr val="D7DEE8"/>
            </a:solidFill>
            <a:prstDash val="solid"/>
          </a:ln>
        </p:spPr>
      </p:sp>
      <p:sp>
        <p:nvSpPr>
          <p:cNvPr id="14" name="Rectangle 13">
            <a:extLst xmlns:a="http://schemas.openxmlformats.org/drawingml/2006/main">
              <a:ext uri="{FF2B5EF4-FFF2-40B4-BE49-F238E27FC236}">
                <a16:creationId xmlns:a16="http://schemas.microsoft.com/office/drawing/2014/main" id="{AF78A3C5-5C13-491A-8E0B-DBA4ADB04715}"/>
              </a:ext>
            </a:extLst>
          </p:cNvPr>
          <p:cNvSpPr>
            <a:spLocks xmlns:a="http://schemas.openxmlformats.org/drawingml/2006/main" noGrp="1"/>
          </p:cNvSpPr>
          <p:nvPr/>
        </p:nvSpPr>
        <p:spPr>
          <a:xfrm xmlns:a="http://schemas.openxmlformats.org/drawingml/2006/main">
            <a:off x="952500" y="3228975"/>
            <a:ext cx="2381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2000"/>
              </a:lnSpc>
              <a:buNone/>
              <a:defRPr sz="1275" b="1">
                <a:solidFill>
                  <a:srgbClr val="2F5EF5"/>
                </a:solidFill>
                <a:latin typeface="Aptos"/>
                <a:ea typeface="Aptos"/>
                <a:cs typeface="Aptos"/>
              </a:defRPr>
            </a:pPr>
            <a:r>
              <a:rPr sz="1275" b="1">
                <a:solidFill>
                  <a:srgbClr val="7A2636"/>
                </a:solidFill>
                <a:latin typeface="Aptos"/>
                <a:ea typeface="Aptos"/>
                <a:cs typeface="Aptos"/>
              </a:rPr>
              <a:t>Сервисни налог</a:t>
            </a:r>
          </a:p>
        </p:txBody>
      </p:sp>
      <p:sp>
        <p:nvSpPr>
          <p:cNvPr id="15" name="Rectangle 14">
            <a:extLst xmlns:a="http://schemas.openxmlformats.org/drawingml/2006/main">
              <a:ext uri="{FF2B5EF4-FFF2-40B4-BE49-F238E27FC236}">
                <a16:creationId xmlns:a16="http://schemas.microsoft.com/office/drawing/2014/main" id="{A7E6D7B0-2A6F-43B6-8CEF-E1188DB732F4}"/>
              </a:ext>
            </a:extLst>
          </p:cNvPr>
          <p:cNvSpPr>
            <a:spLocks xmlns:a="http://schemas.openxmlformats.org/drawingml/2006/main" noGrp="1"/>
          </p:cNvSpPr>
          <p:nvPr/>
        </p:nvSpPr>
        <p:spPr>
          <a:xfrm xmlns:a="http://schemas.openxmlformats.org/drawingml/2006/main">
            <a:off x="3638550" y="3171825"/>
            <a:ext cx="3619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125" b="0">
                <a:solidFill>
                  <a:srgbClr val="1A202C"/>
                </a:solidFill>
                <a:latin typeface="Aptos"/>
                <a:ea typeface="Aptos"/>
                <a:cs typeface="Aptos"/>
              </a:defRPr>
            </a:pPr>
            <a:r>
              <a:rPr sz="1275" b="0">
                <a:solidFill>
                  <a:srgbClr val="1A202C"/>
                </a:solidFill>
                <a:latin typeface="Aptos"/>
                <a:ea typeface="Aptos"/>
                <a:cs typeface="Aptos"/>
              </a:rPr>
              <a:t>Комуникација међу компонентама.</a:t>
            </a:r>
          </a:p>
        </p:txBody>
      </p:sp>
      <p:sp>
        <p:nvSpPr>
          <p:cNvPr id="16" name="Rectangle 15">
            <a:extLst xmlns:a="http://schemas.openxmlformats.org/drawingml/2006/main">
              <a:ext uri="{FF2B5EF4-FFF2-40B4-BE49-F238E27FC236}">
                <a16:creationId xmlns:a16="http://schemas.microsoft.com/office/drawing/2014/main" id="{E573AD47-986C-4933-9AC8-372F140A68D3}"/>
              </a:ext>
            </a:extLst>
          </p:cNvPr>
          <p:cNvSpPr>
            <a:spLocks xmlns:a="http://schemas.openxmlformats.org/drawingml/2006/main" noGrp="1"/>
          </p:cNvSpPr>
          <p:nvPr/>
        </p:nvSpPr>
        <p:spPr>
          <a:xfrm xmlns:a="http://schemas.openxmlformats.org/drawingml/2006/main">
            <a:off x="7543800" y="3171825"/>
            <a:ext cx="3619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Тајна без рока или превелик опсег.</a:t>
            </a:r>
          </a:p>
        </p:txBody>
      </p:sp>
      <p:sp>
        <p:nvSpPr>
          <p:cNvPr id="17" name="Rounded Rectangle 16">
            <a:extLst xmlns:a="http://schemas.openxmlformats.org/drawingml/2006/main">
              <a:ext uri="{FF2B5EF4-FFF2-40B4-BE49-F238E27FC236}">
                <a16:creationId xmlns:a16="http://schemas.microsoft.com/office/drawing/2014/main" id="{C49524F1-EF03-4E5A-9795-AC5DA6934696}"/>
              </a:ext>
            </a:extLst>
          </p:cNvPr>
          <p:cNvSpPr>
            <a:spLocks xmlns:a="http://schemas.openxmlformats.org/drawingml/2006/main" noGrp="1"/>
          </p:cNvSpPr>
          <p:nvPr/>
        </p:nvSpPr>
        <p:spPr>
          <a:xfrm xmlns:a="http://schemas.openxmlformats.org/drawingml/2006/main">
            <a:off x="800100" y="3848100"/>
            <a:ext cx="10591800" cy="609600"/>
          </a:xfrm>
          <a:prstGeom xmlns:a="http://schemas.openxmlformats.org/drawingml/2006/main" prst="roundRect">
            <a:avLst>
              <a:gd name="adj" fmla="val 17188"/>
            </a:avLst>
          </a:prstGeom>
          <a:solidFill xmlns:a="http://schemas.openxmlformats.org/drawingml/2006/main">
            <a:srgbClr val="F7F4F5"/>
          </a:solidFill>
          <a:ln xmlns:a="http://schemas.openxmlformats.org/drawingml/2006/main" w="9525">
            <a:solidFill>
              <a:srgbClr val="D7DEE8"/>
            </a:solidFill>
            <a:prstDash val="solid"/>
          </a:ln>
        </p:spPr>
      </p:sp>
      <p:sp>
        <p:nvSpPr>
          <p:cNvPr id="18" name="Rectangle 17">
            <a:extLst xmlns:a="http://schemas.openxmlformats.org/drawingml/2006/main">
              <a:ext uri="{FF2B5EF4-FFF2-40B4-BE49-F238E27FC236}">
                <a16:creationId xmlns:a16="http://schemas.microsoft.com/office/drawing/2014/main" id="{D9B2C4C6-6A8C-487B-B05F-2C48BCE8C20D}"/>
              </a:ext>
            </a:extLst>
          </p:cNvPr>
          <p:cNvSpPr>
            <a:spLocks xmlns:a="http://schemas.openxmlformats.org/drawingml/2006/main" noGrp="1"/>
          </p:cNvSpPr>
          <p:nvPr/>
        </p:nvSpPr>
        <p:spPr>
          <a:xfrm xmlns:a="http://schemas.openxmlformats.org/drawingml/2006/main">
            <a:off x="952500" y="3971925"/>
            <a:ext cx="2381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2000"/>
              </a:lnSpc>
              <a:buNone/>
              <a:defRPr sz="1275" b="1">
                <a:solidFill>
                  <a:srgbClr val="7651D4"/>
                </a:solidFill>
                <a:latin typeface="Aptos"/>
                <a:ea typeface="Aptos"/>
                <a:cs typeface="Aptos"/>
              </a:defRPr>
            </a:pPr>
            <a:r>
              <a:rPr sz="1275" b="1">
                <a:solidFill>
                  <a:srgbClr val="7A2636"/>
                </a:solidFill>
                <a:latin typeface="Aptos"/>
                <a:ea typeface="Aptos"/>
                <a:cs typeface="Aptos"/>
              </a:rPr>
              <a:t>Привремени приступ</a:t>
            </a:r>
          </a:p>
        </p:txBody>
      </p:sp>
      <p:sp>
        <p:nvSpPr>
          <p:cNvPr id="19" name="Rectangle 18">
            <a:extLst xmlns:a="http://schemas.openxmlformats.org/drawingml/2006/main">
              <a:ext uri="{FF2B5EF4-FFF2-40B4-BE49-F238E27FC236}">
                <a16:creationId xmlns:a16="http://schemas.microsoft.com/office/drawing/2014/main" id="{4F11D6DB-57F8-4369-8912-5F155E48E224}"/>
              </a:ext>
            </a:extLst>
          </p:cNvPr>
          <p:cNvSpPr>
            <a:spLocks xmlns:a="http://schemas.openxmlformats.org/drawingml/2006/main" noGrp="1"/>
          </p:cNvSpPr>
          <p:nvPr/>
        </p:nvSpPr>
        <p:spPr>
          <a:xfrm xmlns:a="http://schemas.openxmlformats.org/drawingml/2006/main">
            <a:off x="3638550" y="3914775"/>
            <a:ext cx="3619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125" b="0">
                <a:solidFill>
                  <a:srgbClr val="1A202C"/>
                </a:solidFill>
                <a:latin typeface="Aptos"/>
                <a:ea typeface="Aptos"/>
                <a:cs typeface="Aptos"/>
              </a:defRPr>
            </a:pPr>
            <a:r>
              <a:rPr sz="1275" b="0">
                <a:solidFill>
                  <a:srgbClr val="1A202C"/>
                </a:solidFill>
                <a:latin typeface="Aptos"/>
                <a:ea typeface="Aptos"/>
                <a:cs typeface="Aptos"/>
              </a:rPr>
              <a:t>Кратка ризична интервенција.</a:t>
            </a:r>
          </a:p>
        </p:txBody>
      </p:sp>
      <p:sp>
        <p:nvSpPr>
          <p:cNvPr id="20" name="Rectangle 19">
            <a:extLst xmlns:a="http://schemas.openxmlformats.org/drawingml/2006/main">
              <a:ext uri="{FF2B5EF4-FFF2-40B4-BE49-F238E27FC236}">
                <a16:creationId xmlns:a16="http://schemas.microsoft.com/office/drawing/2014/main" id="{FB7E91F3-A640-445D-B5F2-39768E74A9D7}"/>
              </a:ext>
            </a:extLst>
          </p:cNvPr>
          <p:cNvSpPr>
            <a:spLocks xmlns:a="http://schemas.openxmlformats.org/drawingml/2006/main" noGrp="1"/>
          </p:cNvSpPr>
          <p:nvPr/>
        </p:nvSpPr>
        <p:spPr>
          <a:xfrm xmlns:a="http://schemas.openxmlformats.org/drawingml/2006/main">
            <a:off x="7543800" y="3914775"/>
            <a:ext cx="3619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Право остане активно након потребе.</a:t>
            </a:r>
          </a:p>
        </p:txBody>
      </p:sp>
      <p:sp>
        <p:nvSpPr>
          <p:cNvPr id="21" name="Rounded Rectangle 20">
            <a:extLst xmlns:a="http://schemas.openxmlformats.org/drawingml/2006/main">
              <a:ext uri="{FF2B5EF4-FFF2-40B4-BE49-F238E27FC236}">
                <a16:creationId xmlns:a16="http://schemas.microsoft.com/office/drawing/2014/main" id="{531EBD8E-99E5-44A5-96D5-97101F87BFEF}"/>
              </a:ext>
            </a:extLst>
          </p:cNvPr>
          <p:cNvSpPr>
            <a:spLocks xmlns:a="http://schemas.openxmlformats.org/drawingml/2006/main" noGrp="1"/>
          </p:cNvSpPr>
          <p:nvPr/>
        </p:nvSpPr>
        <p:spPr>
          <a:xfrm xmlns:a="http://schemas.openxmlformats.org/drawingml/2006/main">
            <a:off x="800100" y="4591050"/>
            <a:ext cx="10591800" cy="609600"/>
          </a:xfrm>
          <a:prstGeom xmlns:a="http://schemas.openxmlformats.org/drawingml/2006/main" prst="roundRect">
            <a:avLst>
              <a:gd name="adj" fmla="val 17188"/>
            </a:avLst>
          </a:prstGeom>
          <a:solidFill xmlns:a="http://schemas.openxmlformats.org/drawingml/2006/main">
            <a:srgbClr val="EDF8F2"/>
          </a:solidFill>
          <a:ln xmlns:a="http://schemas.openxmlformats.org/drawingml/2006/main" w="9525">
            <a:solidFill>
              <a:srgbClr val="D7DEE8"/>
            </a:solidFill>
            <a:prstDash val="solid"/>
          </a:ln>
        </p:spPr>
      </p:sp>
      <p:sp>
        <p:nvSpPr>
          <p:cNvPr id="22" name="Rectangle 21">
            <a:extLst xmlns:a="http://schemas.openxmlformats.org/drawingml/2006/main">
              <a:ext uri="{FF2B5EF4-FFF2-40B4-BE49-F238E27FC236}">
                <a16:creationId xmlns:a16="http://schemas.microsoft.com/office/drawing/2014/main" id="{676E7BDD-0A31-4D73-B5D3-DF45DB94ABE1}"/>
              </a:ext>
            </a:extLst>
          </p:cNvPr>
          <p:cNvSpPr>
            <a:spLocks xmlns:a="http://schemas.openxmlformats.org/drawingml/2006/main" noGrp="1"/>
          </p:cNvSpPr>
          <p:nvPr/>
        </p:nvSpPr>
        <p:spPr>
          <a:xfrm xmlns:a="http://schemas.openxmlformats.org/drawingml/2006/main">
            <a:off x="952500" y="4714875"/>
            <a:ext cx="238125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275" b="1">
                <a:solidFill>
                  <a:srgbClr val="138A5B"/>
                </a:solidFill>
                <a:latin typeface="Aptos"/>
                <a:ea typeface="Aptos"/>
                <a:cs typeface="Aptos"/>
              </a:defRPr>
            </a:pPr>
            <a:r>
              <a:rPr sz="1275" b="1">
                <a:solidFill>
                  <a:srgbClr val="138A5B"/>
                </a:solidFill>
                <a:latin typeface="Aptos"/>
                <a:ea typeface="Aptos"/>
                <a:cs typeface="Aptos"/>
              </a:rPr>
              <a:t>Администраторски налог</a:t>
            </a:r>
          </a:p>
        </p:txBody>
      </p:sp>
      <p:sp>
        <p:nvSpPr>
          <p:cNvPr id="23" name="Rectangle 22">
            <a:extLst xmlns:a="http://schemas.openxmlformats.org/drawingml/2006/main">
              <a:ext uri="{FF2B5EF4-FFF2-40B4-BE49-F238E27FC236}">
                <a16:creationId xmlns:a16="http://schemas.microsoft.com/office/drawing/2014/main" id="{4F742B0F-A433-40E1-8C78-637343E286F2}"/>
              </a:ext>
            </a:extLst>
          </p:cNvPr>
          <p:cNvSpPr>
            <a:spLocks xmlns:a="http://schemas.openxmlformats.org/drawingml/2006/main" noGrp="1"/>
          </p:cNvSpPr>
          <p:nvPr/>
        </p:nvSpPr>
        <p:spPr>
          <a:xfrm xmlns:a="http://schemas.openxmlformats.org/drawingml/2006/main">
            <a:off x="3638550" y="4657725"/>
            <a:ext cx="3619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125" b="0">
                <a:solidFill>
                  <a:srgbClr val="1A202C"/>
                </a:solidFill>
                <a:latin typeface="Aptos"/>
                <a:ea typeface="Aptos"/>
                <a:cs typeface="Aptos"/>
              </a:defRPr>
            </a:pPr>
            <a:r>
              <a:rPr sz="1275" b="0">
                <a:solidFill>
                  <a:srgbClr val="1A202C"/>
                </a:solidFill>
                <a:latin typeface="Aptos"/>
                <a:ea typeface="Aptos"/>
                <a:cs typeface="Aptos"/>
              </a:rPr>
              <a:t>Измене са великим утицајем.</a:t>
            </a:r>
          </a:p>
        </p:txBody>
      </p:sp>
      <p:sp>
        <p:nvSpPr>
          <p:cNvPr id="24" name="Rectangle 23">
            <a:extLst xmlns:a="http://schemas.openxmlformats.org/drawingml/2006/main">
              <a:ext uri="{FF2B5EF4-FFF2-40B4-BE49-F238E27FC236}">
                <a16:creationId xmlns:a16="http://schemas.microsoft.com/office/drawing/2014/main" id="{4E3A8E12-32CF-4D3C-96CB-E8869940A2B2}"/>
              </a:ext>
            </a:extLst>
          </p:cNvPr>
          <p:cNvSpPr>
            <a:spLocks xmlns:a="http://schemas.openxmlformats.org/drawingml/2006/main" noGrp="1"/>
          </p:cNvSpPr>
          <p:nvPr/>
        </p:nvSpPr>
        <p:spPr>
          <a:xfrm xmlns:a="http://schemas.openxmlformats.org/drawingml/2006/main">
            <a:off x="7543800" y="4657725"/>
            <a:ext cx="36195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Недостатак додатне потврде и аудита.</a:t>
            </a:r>
          </a:p>
        </p:txBody>
      </p:sp>
    </p:spTree>
    <p:extLst>
      <p:ext uri="{BB962C8B-B14F-4D97-AF65-F5344CB8AC3E}">
        <p14:creationId xmlns:p14="http://schemas.microsoft.com/office/powerpoint/2010/main" val="733264372"/>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8" name="Rectangle 27">
            <a:extLst xmlns:a="http://schemas.openxmlformats.org/drawingml/2006/main">
              <a:ext uri="{FF2B5EF4-FFF2-40B4-BE49-F238E27FC236}">
                <a16:creationId xmlns:a16="http://schemas.microsoft.com/office/drawing/2014/main" id="{9AE70185-69A8-4BD5-9FD4-E3CCB84249DC}"/>
              </a:ext>
            </a:extLst>
          </p:cNvPr>
          <p:cNvSpPr>
            <a:spLocks xmlns:a="http://schemas.openxmlformats.org/drawingml/2006/main" noGrp="1"/>
          </p:cNvSpPr>
          <p:nvPr/>
        </p:nvSpPr>
        <p:spPr>
          <a:xfrm xmlns:a="http://schemas.openxmlformats.org/drawingml/2006/main">
            <a:off x="495300" y="238125"/>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57184"/>
                </a:solidFill>
                <a:latin typeface="Aptos"/>
                <a:ea typeface="Aptos"/>
                <a:cs typeface="Aptos"/>
              </a:defRPr>
            </a:pPr>
            <a:r>
              <a:rPr sz="825" b="0">
                <a:solidFill>
                  <a:srgbClr val="5E6B7D"/>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13269506-5D1E-47A6-BB6E-440F1E5955BD}"/>
              </a:ext>
            </a:extLst>
          </p:cNvPr>
          <p:cNvSpPr>
            <a:spLocks xmlns:a="http://schemas.openxmlformats.org/drawingml/2006/main" noGrp="1"/>
          </p:cNvSpPr>
          <p:nvPr/>
        </p:nvSpPr>
        <p:spPr>
          <a:xfrm xmlns:a="http://schemas.openxmlformats.org/drawingml/2006/main">
            <a:off x="495300" y="476250"/>
            <a:ext cx="11201400" cy="9525"/>
          </a:xfrm>
          <a:prstGeom xmlns:a="http://schemas.openxmlformats.org/drawingml/2006/main" prst="line">
            <a:avLst/>
          </a:prstGeom>
          <a:solidFill xmlns:a="http://schemas.openxmlformats.org/drawingml/2006/main">
            <a:srgbClr val="8D5560"/>
          </a:solidFill>
          <a:ln xmlns:a="http://schemas.openxmlformats.org/drawingml/2006/main" w="7144">
            <a:solidFill>
              <a:srgbClr val="8D5560"/>
            </a:solidFill>
            <a:prstDash val="solid"/>
          </a:ln>
        </p:spPr>
      </p:sp>
      <p:sp>
        <p:nvSpPr>
          <p:cNvPr id="3" name="Rectangle 2">
            <a:extLst xmlns:a="http://schemas.openxmlformats.org/drawingml/2006/main">
              <a:ext uri="{FF2B5EF4-FFF2-40B4-BE49-F238E27FC236}">
                <a16:creationId xmlns:a16="http://schemas.microsoft.com/office/drawing/2014/main" id="{4E95BB98-4603-4A11-AD9D-741EEB81C882}"/>
              </a:ext>
            </a:extLst>
          </p:cNvPr>
          <p:cNvSpPr>
            <a:spLocks xmlns:a="http://schemas.openxmlformats.org/drawingml/2006/main" noGrp="1"/>
          </p:cNvSpPr>
          <p:nvPr/>
        </p:nvSpPr>
        <p:spPr>
          <a:xfrm xmlns:a="http://schemas.openxmlformats.org/drawingml/2006/main">
            <a:off x="11372850" y="6477000"/>
            <a:ext cx="323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9</a:t>
            </a:r>
          </a:p>
        </p:txBody>
      </p:sp>
      <p:sp>
        <p:nvSpPr>
          <p:cNvPr id="4" name="Rectangle 3">
            <a:extLst xmlns:a="http://schemas.openxmlformats.org/drawingml/2006/main">
              <a:ext uri="{FF2B5EF4-FFF2-40B4-BE49-F238E27FC236}">
                <a16:creationId xmlns:a16="http://schemas.microsoft.com/office/drawing/2014/main" id="{C68BE4C7-8FCD-4423-886E-6A058D621645}"/>
              </a:ext>
            </a:extLst>
          </p:cNvPr>
          <p:cNvSpPr>
            <a:spLocks xmlns:a="http://schemas.openxmlformats.org/drawingml/2006/main" noGrp="1"/>
          </p:cNvSpPr>
          <p:nvPr/>
        </p:nvSpPr>
        <p:spPr>
          <a:xfrm xmlns:a="http://schemas.openxmlformats.org/drawingml/2006/main">
            <a:off x="685800" y="781050"/>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Модел животног циклуса поверења</a:t>
            </a:r>
          </a:p>
        </p:txBody>
      </p:sp>
      <p:sp>
        <p:nvSpPr>
          <p:cNvPr id="5" name="Rectangle 4">
            <a:extLst xmlns:a="http://schemas.openxmlformats.org/drawingml/2006/main">
              <a:ext uri="{FF2B5EF4-FFF2-40B4-BE49-F238E27FC236}">
                <a16:creationId xmlns:a16="http://schemas.microsoft.com/office/drawing/2014/main" id="{5E07F500-8288-4BDD-97F3-CBC1F962EA8B}"/>
              </a:ext>
            </a:extLst>
          </p:cNvPr>
          <p:cNvSpPr>
            <a:spLocks xmlns:a="http://schemas.openxmlformats.org/drawingml/2006/main" noGrp="1"/>
          </p:cNvSpPr>
          <p:nvPr/>
        </p:nvSpPr>
        <p:spPr>
          <a:xfrm xmlns:a="http://schemas.openxmlformats.org/drawingml/2006/main">
            <a:off x="685800" y="1428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Поверење се не чува заувек. Систем га обнавља или опозива када се промени ризик.</a:t>
            </a:r>
          </a:p>
        </p:txBody>
      </p:sp>
      <p:sp>
        <p:nvSpPr>
          <p:cNvPr id="6" name="Rounded Rectangle 5">
            <a:extLst xmlns:a="http://schemas.openxmlformats.org/drawingml/2006/main">
              <a:ext uri="{FF2B5EF4-FFF2-40B4-BE49-F238E27FC236}">
                <a16:creationId xmlns:a16="http://schemas.microsoft.com/office/drawing/2014/main" id="{E2D0E638-DD7B-40D9-9911-80F557C011E5}"/>
              </a:ext>
            </a:extLst>
          </p:cNvPr>
          <p:cNvSpPr>
            <a:spLocks xmlns:a="http://schemas.openxmlformats.org/drawingml/2006/main" noGrp="1"/>
          </p:cNvSpPr>
          <p:nvPr/>
        </p:nvSpPr>
        <p:spPr>
          <a:xfrm xmlns:a="http://schemas.openxmlformats.org/drawingml/2006/main">
            <a:off x="742950" y="2571750"/>
            <a:ext cx="2462213" cy="1257300"/>
          </a:xfrm>
          <a:prstGeom xmlns:a="http://schemas.openxmlformats.org/drawingml/2006/main" prst="roundRect">
            <a:avLst>
              <a:gd name="adj" fmla="val 10606"/>
            </a:avLst>
          </a:prstGeom>
          <a:solidFill xmlns:a="http://schemas.openxmlformats.org/drawingml/2006/main">
            <a:srgbClr val="F4F6F9"/>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Rectangle 6">
            <a:extLst xmlns:a="http://schemas.openxmlformats.org/drawingml/2006/main">
              <a:ext uri="{FF2B5EF4-FFF2-40B4-BE49-F238E27FC236}">
                <a16:creationId xmlns:a16="http://schemas.microsoft.com/office/drawing/2014/main" id="{349D5260-FAAA-49F1-9848-2E22CDE6CE7C}"/>
              </a:ext>
            </a:extLst>
          </p:cNvPr>
          <p:cNvSpPr>
            <a:spLocks xmlns:a="http://schemas.openxmlformats.org/drawingml/2006/main" noGrp="1"/>
          </p:cNvSpPr>
          <p:nvPr/>
        </p:nvSpPr>
        <p:spPr>
          <a:xfrm xmlns:a="http://schemas.openxmlformats.org/drawingml/2006/main">
            <a:off x="885825" y="2686050"/>
            <a:ext cx="2176463"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7018"/>
          </a:bodyPr>
          <a:lstStyle xmlns:a="http://schemas.openxmlformats.org/drawingml/2006/main"/>
          <a:p xmlns:a="http://schemas.openxmlformats.org/drawingml/2006/main">
            <a:pPr algn="l">
              <a:lnSpc>
                <a:spcPct val="102000"/>
              </a:lnSpc>
              <a:buNone/>
              <a:defRPr sz="975" b="1">
                <a:solidFill>
                  <a:srgbClr val="748092"/>
                </a:solidFill>
                <a:latin typeface="Aptos"/>
                <a:ea typeface="Aptos"/>
                <a:cs typeface="Aptos"/>
              </a:defRPr>
            </a:pPr>
            <a:r>
              <a:rPr sz="1200" b="1">
                <a:solidFill>
                  <a:srgbClr val="748092"/>
                </a:solidFill>
                <a:latin typeface="Aptos"/>
                <a:ea typeface="Aptos"/>
                <a:cs typeface="Aptos"/>
              </a:rPr>
              <a:t>01</a:t>
            </a:r>
          </a:p>
        </p:txBody>
      </p:sp>
      <p:sp>
        <p:nvSpPr>
          <p:cNvPr id="8" name="Rectangle 7">
            <a:extLst xmlns:a="http://schemas.openxmlformats.org/drawingml/2006/main">
              <a:ext uri="{FF2B5EF4-FFF2-40B4-BE49-F238E27FC236}">
                <a16:creationId xmlns:a16="http://schemas.microsoft.com/office/drawing/2014/main" id="{9459713A-30AB-4C09-9F9C-15E44FED8FC0}"/>
              </a:ext>
            </a:extLst>
          </p:cNvPr>
          <p:cNvSpPr>
            <a:spLocks xmlns:a="http://schemas.openxmlformats.org/drawingml/2006/main" noGrp="1"/>
          </p:cNvSpPr>
          <p:nvPr/>
        </p:nvSpPr>
        <p:spPr>
          <a:xfrm xmlns:a="http://schemas.openxmlformats.org/drawingml/2006/main">
            <a:off x="876300" y="2971800"/>
            <a:ext cx="2195513"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Почетна пријава</a:t>
            </a:r>
          </a:p>
        </p:txBody>
      </p:sp>
      <p:sp>
        <p:nvSpPr>
          <p:cNvPr id="9" name="Rectangle 8">
            <a:extLst xmlns:a="http://schemas.openxmlformats.org/drawingml/2006/main">
              <a:ext uri="{FF2B5EF4-FFF2-40B4-BE49-F238E27FC236}">
                <a16:creationId xmlns:a16="http://schemas.microsoft.com/office/drawing/2014/main" id="{D7F951D8-F4F5-4D46-A422-42236B6D4CC9}"/>
              </a:ext>
            </a:extLst>
          </p:cNvPr>
          <p:cNvSpPr>
            <a:spLocks xmlns:a="http://schemas.openxmlformats.org/drawingml/2006/main" noGrp="1"/>
          </p:cNvSpPr>
          <p:nvPr/>
        </p:nvSpPr>
        <p:spPr>
          <a:xfrm xmlns:a="http://schemas.openxmlformats.org/drawingml/2006/main">
            <a:off x="885825" y="3362325"/>
            <a:ext cx="2176463"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основни ниво поверења</a:t>
            </a:r>
          </a:p>
        </p:txBody>
      </p:sp>
      <p:sp>
        <p:nvSpPr>
          <p:cNvPr id="10" name="Rounded Rectangle 9">
            <a:extLst xmlns:a="http://schemas.openxmlformats.org/drawingml/2006/main">
              <a:ext uri="{FF2B5EF4-FFF2-40B4-BE49-F238E27FC236}">
                <a16:creationId xmlns:a16="http://schemas.microsoft.com/office/drawing/2014/main" id="{D5EF6400-EDA8-48BD-AA77-0F0AE28B1A04}"/>
              </a:ext>
            </a:extLst>
          </p:cNvPr>
          <p:cNvSpPr>
            <a:spLocks xmlns:a="http://schemas.openxmlformats.org/drawingml/2006/main" noGrp="1"/>
          </p:cNvSpPr>
          <p:nvPr/>
        </p:nvSpPr>
        <p:spPr>
          <a:xfrm xmlns:a="http://schemas.openxmlformats.org/drawingml/2006/main">
            <a:off x="3490913" y="2571750"/>
            <a:ext cx="2462213" cy="1257300"/>
          </a:xfrm>
          <a:prstGeom xmlns:a="http://schemas.openxmlformats.org/drawingml/2006/main" prst="roundRect">
            <a:avLst>
              <a:gd name="adj" fmla="val 10606"/>
            </a:avLst>
          </a:prstGeom>
          <a:solidFill xmlns:a="http://schemas.openxmlformats.org/drawingml/2006/main">
            <a:srgbClr val="EDF8FA"/>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1" name="Rectangle 10">
            <a:extLst xmlns:a="http://schemas.openxmlformats.org/drawingml/2006/main">
              <a:ext uri="{FF2B5EF4-FFF2-40B4-BE49-F238E27FC236}">
                <a16:creationId xmlns:a16="http://schemas.microsoft.com/office/drawing/2014/main" id="{9CBC2849-EC22-4B7F-8FF6-AAB392E87876}"/>
              </a:ext>
            </a:extLst>
          </p:cNvPr>
          <p:cNvSpPr>
            <a:spLocks xmlns:a="http://schemas.openxmlformats.org/drawingml/2006/main" noGrp="1"/>
          </p:cNvSpPr>
          <p:nvPr/>
        </p:nvSpPr>
        <p:spPr>
          <a:xfrm xmlns:a="http://schemas.openxmlformats.org/drawingml/2006/main">
            <a:off x="3633788" y="2686050"/>
            <a:ext cx="2176463"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7018"/>
          </a:bodyPr>
          <a:lstStyle xmlns:a="http://schemas.openxmlformats.org/drawingml/2006/main"/>
          <a:p xmlns:a="http://schemas.openxmlformats.org/drawingml/2006/main">
            <a:pPr algn="l">
              <a:lnSpc>
                <a:spcPct val="102000"/>
              </a:lnSpc>
              <a:buNone/>
              <a:defRPr sz="975" b="1">
                <a:solidFill>
                  <a:srgbClr val="168496"/>
                </a:solidFill>
                <a:latin typeface="Aptos"/>
                <a:ea typeface="Aptos"/>
                <a:cs typeface="Aptos"/>
              </a:defRPr>
            </a:pPr>
            <a:r>
              <a:rPr sz="1200" b="1">
                <a:solidFill>
                  <a:srgbClr val="168496"/>
                </a:solidFill>
                <a:latin typeface="Aptos"/>
                <a:ea typeface="Aptos"/>
                <a:cs typeface="Aptos"/>
              </a:rPr>
              <a:t>02</a:t>
            </a:r>
          </a:p>
        </p:txBody>
      </p:sp>
      <p:sp>
        <p:nvSpPr>
          <p:cNvPr id="12" name="Rectangle 11">
            <a:extLst xmlns:a="http://schemas.openxmlformats.org/drawingml/2006/main">
              <a:ext uri="{FF2B5EF4-FFF2-40B4-BE49-F238E27FC236}">
                <a16:creationId xmlns:a16="http://schemas.microsoft.com/office/drawing/2014/main" id="{A1E363FF-94F0-4157-A868-86702EBBC413}"/>
              </a:ext>
            </a:extLst>
          </p:cNvPr>
          <p:cNvSpPr>
            <a:spLocks xmlns:a="http://schemas.openxmlformats.org/drawingml/2006/main" noGrp="1"/>
          </p:cNvSpPr>
          <p:nvPr/>
        </p:nvSpPr>
        <p:spPr>
          <a:xfrm xmlns:a="http://schemas.openxmlformats.org/drawingml/2006/main">
            <a:off x="3624263" y="2971800"/>
            <a:ext cx="2195513"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Активна сесија</a:t>
            </a:r>
          </a:p>
        </p:txBody>
      </p:sp>
      <p:sp>
        <p:nvSpPr>
          <p:cNvPr id="13" name="Rectangle 12">
            <a:extLst xmlns:a="http://schemas.openxmlformats.org/drawingml/2006/main">
              <a:ext uri="{FF2B5EF4-FFF2-40B4-BE49-F238E27FC236}">
                <a16:creationId xmlns:a16="http://schemas.microsoft.com/office/drawing/2014/main" id="{5CCC057A-194D-4F92-B4EB-9C28FB1347A2}"/>
              </a:ext>
            </a:extLst>
          </p:cNvPr>
          <p:cNvSpPr>
            <a:spLocks xmlns:a="http://schemas.openxmlformats.org/drawingml/2006/main" noGrp="1"/>
          </p:cNvSpPr>
          <p:nvPr/>
        </p:nvSpPr>
        <p:spPr>
          <a:xfrm xmlns:a="http://schemas.openxmlformats.org/drawingml/2006/main">
            <a:off x="3633788" y="3362325"/>
            <a:ext cx="2176463"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временски ограничена</a:t>
            </a:r>
          </a:p>
        </p:txBody>
      </p:sp>
      <p:sp>
        <p:nvSpPr>
          <p:cNvPr id="14" name="Rounded Rectangle 13">
            <a:extLst xmlns:a="http://schemas.openxmlformats.org/drawingml/2006/main">
              <a:ext uri="{FF2B5EF4-FFF2-40B4-BE49-F238E27FC236}">
                <a16:creationId xmlns:a16="http://schemas.microsoft.com/office/drawing/2014/main" id="{3B71C71D-EAD5-4D03-BFBB-F76EDBB71FCE}"/>
              </a:ext>
            </a:extLst>
          </p:cNvPr>
          <p:cNvSpPr>
            <a:spLocks xmlns:a="http://schemas.openxmlformats.org/drawingml/2006/main" noGrp="1"/>
          </p:cNvSpPr>
          <p:nvPr/>
        </p:nvSpPr>
        <p:spPr>
          <a:xfrm xmlns:a="http://schemas.openxmlformats.org/drawingml/2006/main">
            <a:off x="6238875" y="2571750"/>
            <a:ext cx="2462213" cy="1257300"/>
          </a:xfrm>
          <a:prstGeom xmlns:a="http://schemas.openxmlformats.org/drawingml/2006/main" prst="roundRect">
            <a:avLst>
              <a:gd name="adj" fmla="val 10606"/>
            </a:avLst>
          </a:prstGeom>
          <a:solidFill xmlns:a="http://schemas.openxmlformats.org/drawingml/2006/main">
            <a:srgbClr val="F7F4F5"/>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5" name="Rectangle 14">
            <a:extLst xmlns:a="http://schemas.openxmlformats.org/drawingml/2006/main">
              <a:ext uri="{FF2B5EF4-FFF2-40B4-BE49-F238E27FC236}">
                <a16:creationId xmlns:a16="http://schemas.microsoft.com/office/drawing/2014/main" id="{36272A53-75EE-419B-B637-20F2AD6C21D5}"/>
              </a:ext>
            </a:extLst>
          </p:cNvPr>
          <p:cNvSpPr>
            <a:spLocks xmlns:a="http://schemas.openxmlformats.org/drawingml/2006/main" noGrp="1"/>
          </p:cNvSpPr>
          <p:nvPr/>
        </p:nvSpPr>
        <p:spPr>
          <a:xfrm xmlns:a="http://schemas.openxmlformats.org/drawingml/2006/main">
            <a:off x="6381750" y="2686050"/>
            <a:ext cx="2176463"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7018"/>
          </a:bodyPr>
          <a:lstStyle xmlns:a="http://schemas.openxmlformats.org/drawingml/2006/main"/>
          <a:p xmlns:a="http://schemas.openxmlformats.org/drawingml/2006/main">
            <a:pPr algn="l">
              <a:lnSpc>
                <a:spcPct val="102000"/>
              </a:lnSpc>
              <a:buNone/>
              <a:defRPr sz="975" b="1">
                <a:solidFill>
                  <a:srgbClr val="7651D4"/>
                </a:solidFill>
                <a:latin typeface="Aptos"/>
                <a:ea typeface="Aptos"/>
                <a:cs typeface="Aptos"/>
              </a:defRPr>
            </a:pPr>
            <a:r>
              <a:rPr sz="1200" b="1">
                <a:solidFill>
                  <a:srgbClr val="7A2636"/>
                </a:solidFill>
                <a:latin typeface="Aptos"/>
                <a:ea typeface="Aptos"/>
                <a:cs typeface="Aptos"/>
              </a:rPr>
              <a:t>03</a:t>
            </a:r>
          </a:p>
        </p:txBody>
      </p:sp>
      <p:sp>
        <p:nvSpPr>
          <p:cNvPr id="16" name="Rectangle 15">
            <a:extLst xmlns:a="http://schemas.openxmlformats.org/drawingml/2006/main">
              <a:ext uri="{FF2B5EF4-FFF2-40B4-BE49-F238E27FC236}">
                <a16:creationId xmlns:a16="http://schemas.microsoft.com/office/drawing/2014/main" id="{E33B02A4-D6E5-41F2-9B41-1C8952F75554}"/>
              </a:ext>
            </a:extLst>
          </p:cNvPr>
          <p:cNvSpPr>
            <a:spLocks xmlns:a="http://schemas.openxmlformats.org/drawingml/2006/main" noGrp="1"/>
          </p:cNvSpPr>
          <p:nvPr/>
        </p:nvSpPr>
        <p:spPr>
          <a:xfrm xmlns:a="http://schemas.openxmlformats.org/drawingml/2006/main">
            <a:off x="6372225" y="2971800"/>
            <a:ext cx="2195513"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Ризична радња</a:t>
            </a:r>
          </a:p>
        </p:txBody>
      </p:sp>
      <p:sp>
        <p:nvSpPr>
          <p:cNvPr id="17" name="Rectangle 16">
            <a:extLst xmlns:a="http://schemas.openxmlformats.org/drawingml/2006/main">
              <a:ext uri="{FF2B5EF4-FFF2-40B4-BE49-F238E27FC236}">
                <a16:creationId xmlns:a16="http://schemas.microsoft.com/office/drawing/2014/main" id="{007C38ED-825B-49DF-9E23-379DDF607326}"/>
              </a:ext>
            </a:extLst>
          </p:cNvPr>
          <p:cNvSpPr>
            <a:spLocks xmlns:a="http://schemas.openxmlformats.org/drawingml/2006/main" noGrp="1"/>
          </p:cNvSpPr>
          <p:nvPr/>
        </p:nvSpPr>
        <p:spPr>
          <a:xfrm xmlns:a="http://schemas.openxmlformats.org/drawingml/2006/main">
            <a:off x="6381750" y="3362325"/>
            <a:ext cx="2176463"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step-up или одбијање</a:t>
            </a:r>
          </a:p>
        </p:txBody>
      </p:sp>
      <p:sp>
        <p:nvSpPr>
          <p:cNvPr id="18" name="Rounded Rectangle 17">
            <a:extLst xmlns:a="http://schemas.openxmlformats.org/drawingml/2006/main">
              <a:ext uri="{FF2B5EF4-FFF2-40B4-BE49-F238E27FC236}">
                <a16:creationId xmlns:a16="http://schemas.microsoft.com/office/drawing/2014/main" id="{A52FAF41-DC5C-4106-B43E-2BDEA0F31B69}"/>
              </a:ext>
            </a:extLst>
          </p:cNvPr>
          <p:cNvSpPr>
            <a:spLocks xmlns:a="http://schemas.openxmlformats.org/drawingml/2006/main" noGrp="1"/>
          </p:cNvSpPr>
          <p:nvPr/>
        </p:nvSpPr>
        <p:spPr>
          <a:xfrm xmlns:a="http://schemas.openxmlformats.org/drawingml/2006/main">
            <a:off x="8986838" y="2571750"/>
            <a:ext cx="2462213" cy="1257300"/>
          </a:xfrm>
          <a:prstGeom xmlns:a="http://schemas.openxmlformats.org/drawingml/2006/main" prst="roundRect">
            <a:avLst>
              <a:gd name="adj" fmla="val 10606"/>
            </a:avLst>
          </a:prstGeom>
          <a:solidFill xmlns:a="http://schemas.openxmlformats.org/drawingml/2006/main">
            <a:srgbClr val="EDF8F2"/>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9" name="Rectangle 18">
            <a:extLst xmlns:a="http://schemas.openxmlformats.org/drawingml/2006/main">
              <a:ext uri="{FF2B5EF4-FFF2-40B4-BE49-F238E27FC236}">
                <a16:creationId xmlns:a16="http://schemas.microsoft.com/office/drawing/2014/main" id="{A5950833-F8E9-4348-BD1C-F60BC225BFBF}"/>
              </a:ext>
            </a:extLst>
          </p:cNvPr>
          <p:cNvSpPr>
            <a:spLocks xmlns:a="http://schemas.openxmlformats.org/drawingml/2006/main" noGrp="1"/>
          </p:cNvSpPr>
          <p:nvPr/>
        </p:nvSpPr>
        <p:spPr>
          <a:xfrm xmlns:a="http://schemas.openxmlformats.org/drawingml/2006/main">
            <a:off x="9129713" y="2686050"/>
            <a:ext cx="2176463"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7018"/>
          </a:bodyPr>
          <a:lstStyle xmlns:a="http://schemas.openxmlformats.org/drawingml/2006/main"/>
          <a:p xmlns:a="http://schemas.openxmlformats.org/drawingml/2006/main">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04</a:t>
            </a:r>
          </a:p>
        </p:txBody>
      </p:sp>
      <p:sp>
        <p:nvSpPr>
          <p:cNvPr id="20" name="Rectangle 19">
            <a:extLst xmlns:a="http://schemas.openxmlformats.org/drawingml/2006/main">
              <a:ext uri="{FF2B5EF4-FFF2-40B4-BE49-F238E27FC236}">
                <a16:creationId xmlns:a16="http://schemas.microsoft.com/office/drawing/2014/main" id="{02D3850A-F76C-404B-B6B7-F0B5AE57DB15}"/>
              </a:ext>
            </a:extLst>
          </p:cNvPr>
          <p:cNvSpPr>
            <a:spLocks xmlns:a="http://schemas.openxmlformats.org/drawingml/2006/main" noGrp="1"/>
          </p:cNvSpPr>
          <p:nvPr/>
        </p:nvSpPr>
        <p:spPr>
          <a:xfrm xmlns:a="http://schemas.openxmlformats.org/drawingml/2006/main">
            <a:off x="9120188" y="2971800"/>
            <a:ext cx="2195513"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Опозив или истек</a:t>
            </a:r>
          </a:p>
        </p:txBody>
      </p:sp>
      <p:sp>
        <p:nvSpPr>
          <p:cNvPr id="21" name="Rectangle 20">
            <a:extLst xmlns:a="http://schemas.openxmlformats.org/drawingml/2006/main">
              <a:ext uri="{FF2B5EF4-FFF2-40B4-BE49-F238E27FC236}">
                <a16:creationId xmlns:a16="http://schemas.microsoft.com/office/drawing/2014/main" id="{0705B3A2-C58B-4499-81C3-FEE226D114A6}"/>
              </a:ext>
            </a:extLst>
          </p:cNvPr>
          <p:cNvSpPr>
            <a:spLocks xmlns:a="http://schemas.openxmlformats.org/drawingml/2006/main" noGrp="1"/>
          </p:cNvSpPr>
          <p:nvPr/>
        </p:nvSpPr>
        <p:spPr>
          <a:xfrm xmlns:a="http://schemas.openxmlformats.org/drawingml/2006/main">
            <a:off x="9129713" y="3362325"/>
            <a:ext cx="2176463"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приступ престаје да важи</a:t>
            </a:r>
          </a:p>
        </p:txBody>
      </p:sp>
      <p:cxnSp>
        <p:nvCxnSpPr>
          <p:cNvPr id="221" name="Straight Arrow Connector 124"/>
          <p:cNvCxnSpPr>
            <a:stCxn xmlns:a="http://schemas.openxmlformats.org/drawingml/2006/main" id="6" idx="3"/>
            <a:endCxn xmlns:a="http://schemas.openxmlformats.org/drawingml/2006/main" id="10" idx="1"/>
          </p:cNvCxnSpPr>
          <p:nvPr/>
        </p:nvCxnSpPr>
        <p:spPr>
          <a:xfrm xmlns:a="http://schemas.openxmlformats.org/drawingml/2006/main">
            <a:off x="3205163" y="3200400"/>
            <a:ext cx="285750" cy="0"/>
          </a:xfrm>
          <a:prstGeom xmlns:a="http://schemas.openxmlformats.org/drawingml/2006/main" prst="straightConnector1">
            <a:avLst/>
          </a:prstGeom>
          <a:ln xmlns:a="http://schemas.openxmlformats.org/drawingml/2006/main" w="13335">
            <a:solidFill>
              <a:srgbClr val="748092"/>
            </a:solidFill>
            <a:prstDash val="solid"/>
            <a:tailEnd type="arrow" w="sm" len="sm"/>
          </a:ln>
        </p:spPr>
      </p:cxnSp>
      <p:cxnSp>
        <p:nvCxnSpPr>
          <p:cNvPr id="222" name="Straight Arrow Connector 125"/>
          <p:cNvCxnSpPr>
            <a:stCxn xmlns:a="http://schemas.openxmlformats.org/drawingml/2006/main" id="10" idx="3"/>
            <a:endCxn xmlns:a="http://schemas.openxmlformats.org/drawingml/2006/main" id="14" idx="1"/>
          </p:cNvCxnSpPr>
          <p:nvPr/>
        </p:nvCxnSpPr>
        <p:spPr>
          <a:xfrm xmlns:a="http://schemas.openxmlformats.org/drawingml/2006/main">
            <a:off x="5953126" y="3200400"/>
            <a:ext cx="285749" cy="0"/>
          </a:xfrm>
          <a:prstGeom xmlns:a="http://schemas.openxmlformats.org/drawingml/2006/main" prst="straightConnector1">
            <a:avLst/>
          </a:prstGeom>
          <a:ln xmlns:a="http://schemas.openxmlformats.org/drawingml/2006/main" w="13335">
            <a:solidFill>
              <a:srgbClr val="748092"/>
            </a:solidFill>
            <a:prstDash val="solid"/>
            <a:tailEnd type="arrow" w="sm" len="sm"/>
          </a:ln>
        </p:spPr>
      </p:cxnSp>
      <p:cxnSp>
        <p:nvCxnSpPr>
          <p:cNvPr id="223" name="Straight Arrow Connector 126"/>
          <p:cNvCxnSpPr>
            <a:stCxn xmlns:a="http://schemas.openxmlformats.org/drawingml/2006/main" id="14" idx="3"/>
            <a:endCxn xmlns:a="http://schemas.openxmlformats.org/drawingml/2006/main" id="18" idx="1"/>
          </p:cNvCxnSpPr>
          <p:nvPr/>
        </p:nvCxnSpPr>
        <p:spPr>
          <a:xfrm xmlns:a="http://schemas.openxmlformats.org/drawingml/2006/main">
            <a:off x="8701088" y="3200400"/>
            <a:ext cx="285750" cy="0"/>
          </a:xfrm>
          <a:prstGeom xmlns:a="http://schemas.openxmlformats.org/drawingml/2006/main" prst="straightConnector1">
            <a:avLst/>
          </a:prstGeom>
          <a:ln xmlns:a="http://schemas.openxmlformats.org/drawingml/2006/main" w="13335">
            <a:solidFill>
              <a:srgbClr val="748092"/>
            </a:solidFill>
            <a:prstDash val="solid"/>
            <a:tailEnd type="arrow" w="sm" len="sm"/>
          </a:ln>
        </p:spPr>
      </p:cxnSp>
      <p:sp>
        <p:nvSpPr>
          <p:cNvPr id="25" name="Rounded Rectangle 24">
            <a:extLst xmlns:a="http://schemas.openxmlformats.org/drawingml/2006/main">
              <a:ext uri="{FF2B5EF4-FFF2-40B4-BE49-F238E27FC236}">
                <a16:creationId xmlns:a16="http://schemas.microsoft.com/office/drawing/2014/main" id="{4EEB6E94-6236-44AD-A12A-04EC19C08910}"/>
              </a:ext>
            </a:extLst>
          </p:cNvPr>
          <p:cNvSpPr>
            <a:spLocks xmlns:a="http://schemas.openxmlformats.org/drawingml/2006/main" noGrp="1"/>
          </p:cNvSpPr>
          <p:nvPr/>
        </p:nvSpPr>
        <p:spPr>
          <a:xfrm xmlns:a="http://schemas.openxmlformats.org/drawingml/2006/main">
            <a:off x="1714500" y="4419600"/>
            <a:ext cx="8763000" cy="742950"/>
          </a:xfrm>
          <a:prstGeom xmlns:a="http://schemas.openxmlformats.org/drawingml/2006/main" prst="roundRect">
            <a:avLst>
              <a:gd name="adj" fmla="val 16667"/>
            </a:avLst>
          </a:prstGeom>
          <a:solidFill xmlns:a="http://schemas.openxmlformats.org/drawingml/2006/main">
            <a:srgbClr val="F7EFF1"/>
          </a:solidFill>
          <a:ln xmlns:a="http://schemas.openxmlformats.org/drawingml/2006/main" w="9525">
            <a:solidFill>
              <a:srgbClr val="D7DEE8"/>
            </a:solidFill>
            <a:prstDash val="solid"/>
          </a:ln>
        </p:spPr>
      </p:sp>
      <p:sp>
        <p:nvSpPr>
          <p:cNvPr id="26" name="Rounded Rectangle 25">
            <a:extLst xmlns:a="http://schemas.openxmlformats.org/drawingml/2006/main">
              <a:ext uri="{FF2B5EF4-FFF2-40B4-BE49-F238E27FC236}">
                <a16:creationId xmlns:a16="http://schemas.microsoft.com/office/drawing/2014/main" id="{86E21090-80D7-4BC8-958F-E8FC9C5833E5}"/>
              </a:ext>
            </a:extLst>
          </p:cNvPr>
          <p:cNvSpPr>
            <a:spLocks xmlns:a="http://schemas.openxmlformats.org/drawingml/2006/main" noGrp="1"/>
          </p:cNvSpPr>
          <p:nvPr/>
        </p:nvSpPr>
        <p:spPr>
          <a:xfrm xmlns:a="http://schemas.openxmlformats.org/drawingml/2006/main">
            <a:off x="1847850" y="4562475"/>
            <a:ext cx="57150" cy="457200"/>
          </a:xfrm>
          <a:prstGeom xmlns:a="http://schemas.openxmlformats.org/drawingml/2006/main" prst="roundRect">
            <a:avLst>
              <a:gd name="adj" fmla="val 50000"/>
            </a:avLst>
          </a:prstGeom>
          <a:solidFill xmlns:a="http://schemas.openxmlformats.org/drawingml/2006/main">
            <a:srgbClr val="7A2636"/>
          </a:solidFill>
          <a:ln xmlns:a="http://schemas.openxmlformats.org/drawingml/2006/main" w="0">
            <a:noFill/>
          </a:ln>
        </p:spPr>
      </p:sp>
      <p:sp>
        <p:nvSpPr>
          <p:cNvPr id="76" name="Rounded Rectangle 75">
            <a:extLst xmlns:a="http://schemas.openxmlformats.org/drawingml/2006/main">
              <a:ext uri="{FF2B5EF4-FFF2-40B4-BE49-F238E27FC236}">
                <a16:creationId xmlns:a16="http://schemas.microsoft.com/office/drawing/2014/main" id="{A610F7DE-1F52-43B9-8529-BB74F241C01B}"/>
              </a:ext>
            </a:extLst>
          </p:cNvPr>
          <p:cNvSpPr>
            <a:spLocks xmlns:a="http://schemas.openxmlformats.org/drawingml/2006/main" noGrp="1"/>
          </p:cNvSpPr>
          <p:nvPr/>
        </p:nvSpPr>
        <p:spPr>
          <a:xfrm xmlns:a="http://schemas.openxmlformats.org/drawingml/2006/main">
            <a:off x="914400" y="4438650"/>
            <a:ext cx="10363200" cy="781050"/>
          </a:xfrm>
          <a:prstGeom xmlns:a="http://schemas.openxmlformats.org/drawingml/2006/main" prst="roundRect">
            <a:avLst>
              <a:gd name="adj" fmla="val 17073"/>
            </a:avLst>
          </a:prstGeom>
          <a:solidFill xmlns:a="http://schemas.openxmlformats.org/drawingml/2006/main">
            <a:srgbClr val="F7EFF1"/>
          </a:solidFill>
          <a:ln xmlns:a="http://schemas.openxmlformats.org/drawingml/2006/main" w="8573">
            <a:solidFill>
              <a:srgbClr val="DBC7CC"/>
            </a:solidFill>
            <a:prstDash val="solid"/>
          </a:ln>
        </p:spPr>
      </p:sp>
      <p:sp>
        <p:nvSpPr>
          <p:cNvPr id="77" name="Rounded Rectangle 76">
            <a:extLst xmlns:a="http://schemas.openxmlformats.org/drawingml/2006/main">
              <a:ext uri="{FF2B5EF4-FFF2-40B4-BE49-F238E27FC236}">
                <a16:creationId xmlns:a16="http://schemas.microsoft.com/office/drawing/2014/main" id="{343B534D-9F7B-4DAB-8BC4-C07DA8BF4D48}"/>
              </a:ext>
            </a:extLst>
          </p:cNvPr>
          <p:cNvSpPr>
            <a:spLocks xmlns:a="http://schemas.openxmlformats.org/drawingml/2006/main" noGrp="1"/>
          </p:cNvSpPr>
          <p:nvPr/>
        </p:nvSpPr>
        <p:spPr>
          <a:xfrm xmlns:a="http://schemas.openxmlformats.org/drawingml/2006/main">
            <a:off x="1085850" y="4591050"/>
            <a:ext cx="57150" cy="476250"/>
          </a:xfrm>
          <a:prstGeom xmlns:a="http://schemas.openxmlformats.org/drawingml/2006/main" prst="roundRect">
            <a:avLst>
              <a:gd name="adj" fmla="val 50000"/>
            </a:avLst>
          </a:prstGeom>
          <a:solidFill xmlns:a="http://schemas.openxmlformats.org/drawingml/2006/main">
            <a:srgbClr val="7A2636"/>
          </a:solidFill>
          <a:ln xmlns:a="http://schemas.openxmlformats.org/drawingml/2006/main" w="0">
            <a:noFill/>
          </a:ln>
        </p:spPr>
      </p:sp>
      <p:sp>
        <p:nvSpPr>
          <p:cNvPr id="78" name="Rectangle 77">
            <a:extLst xmlns:a="http://schemas.openxmlformats.org/drawingml/2006/main">
              <a:ext uri="{FF2B5EF4-FFF2-40B4-BE49-F238E27FC236}">
                <a16:creationId xmlns:a16="http://schemas.microsoft.com/office/drawing/2014/main" id="{6D8087CD-85BD-480A-8193-C183740D3AB9}"/>
              </a:ext>
            </a:extLst>
          </p:cNvPr>
          <p:cNvSpPr>
            <a:spLocks xmlns:a="http://schemas.openxmlformats.org/drawingml/2006/main" noGrp="1"/>
          </p:cNvSpPr>
          <p:nvPr/>
        </p:nvSpPr>
        <p:spPr>
          <a:xfrm xmlns:a="http://schemas.openxmlformats.org/drawingml/2006/main">
            <a:off x="1333500" y="4543425"/>
            <a:ext cx="96393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buNone/>
              <a:defRPr sz="1013" b="1">
                <a:solidFill>
                  <a:srgbClr val="2854D7"/>
                </a:solidFill>
                <a:latin typeface="Aptos"/>
                <a:ea typeface="Aptos"/>
                <a:cs typeface="Aptos"/>
              </a:defRPr>
            </a:pPr>
            <a:r>
              <a:rPr sz="1200" b="1">
                <a:solidFill>
                  <a:srgbClr val="7A2636"/>
                </a:solidFill>
                <a:latin typeface="Aptos"/>
                <a:ea typeface="Aptos"/>
                <a:cs typeface="Aptos"/>
              </a:rPr>
              <a:t>ЕЛЕМЕНТИ АНАЛИЗЕ</a:t>
            </a:r>
          </a:p>
        </p:txBody>
      </p:sp>
      <p:sp>
        <p:nvSpPr>
          <p:cNvPr id="79" name="Rectangle 78">
            <a:extLst xmlns:a="http://schemas.openxmlformats.org/drawingml/2006/main">
              <a:ext uri="{FF2B5EF4-FFF2-40B4-BE49-F238E27FC236}">
                <a16:creationId xmlns:a16="http://schemas.microsoft.com/office/drawing/2014/main" id="{5959BDB5-797D-4B23-BA85-AC595A54546A}"/>
              </a:ext>
            </a:extLst>
          </p:cNvPr>
          <p:cNvSpPr>
            <a:spLocks xmlns:a="http://schemas.openxmlformats.org/drawingml/2006/main" noGrp="1"/>
          </p:cNvSpPr>
          <p:nvPr/>
        </p:nvSpPr>
        <p:spPr>
          <a:xfrm xmlns:a="http://schemas.openxmlformats.org/drawingml/2006/main">
            <a:off x="1333500" y="4772025"/>
            <a:ext cx="96393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1388" b="1">
                <a:solidFill>
                  <a:srgbClr val="1B2432"/>
                </a:solidFill>
                <a:latin typeface="Aptos"/>
                <a:ea typeface="Aptos"/>
                <a:cs typeface="Aptos"/>
              </a:defRPr>
            </a:pPr>
            <a:r>
              <a:rPr sz="1388" b="1">
                <a:solidFill>
                  <a:srgbClr val="1B2432"/>
                </a:solidFill>
                <a:latin typeface="Aptos"/>
                <a:ea typeface="Aptos"/>
                <a:cs typeface="Aptos"/>
              </a:rPr>
              <a:t>Анализа сваког корака обухвата покретача, место одлуке и траг који остаје после исхода.</a:t>
            </a:r>
          </a:p>
        </p:txBody>
      </p:sp>
    </p:spTree>
    <p:extLst>
      <p:ext uri="{BB962C8B-B14F-4D97-AF65-F5344CB8AC3E}">
        <p14:creationId xmlns:p14="http://schemas.microsoft.com/office/powerpoint/2010/main" val="243102926"/>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2" name="Rectangle 21">
            <a:extLst xmlns:a="http://schemas.openxmlformats.org/drawingml/2006/main">
              <a:ext uri="{FF2B5EF4-FFF2-40B4-BE49-F238E27FC236}">
                <a16:creationId xmlns:a16="http://schemas.microsoft.com/office/drawing/2014/main" id="{4EC3C21F-A30F-407C-814C-A9046C4E50FD}"/>
              </a:ext>
            </a:extLst>
          </p:cNvPr>
          <p:cNvSpPr>
            <a:spLocks xmlns:a="http://schemas.openxmlformats.org/drawingml/2006/main" noGrp="1"/>
          </p:cNvSpPr>
          <p:nvPr/>
        </p:nvSpPr>
        <p:spPr>
          <a:xfrm xmlns:a="http://schemas.openxmlformats.org/drawingml/2006/main">
            <a:off x="495300" y="238125"/>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57184"/>
                </a:solidFill>
                <a:latin typeface="Aptos"/>
                <a:ea typeface="Aptos"/>
                <a:cs typeface="Aptos"/>
              </a:defRPr>
            </a:pPr>
            <a:r>
              <a:rPr sz="825" b="0">
                <a:solidFill>
                  <a:srgbClr val="5E6B7D"/>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426471D5-7450-4BD7-A2EB-865A38B24A78}"/>
              </a:ext>
            </a:extLst>
          </p:cNvPr>
          <p:cNvSpPr>
            <a:spLocks xmlns:a="http://schemas.openxmlformats.org/drawingml/2006/main" noGrp="1"/>
          </p:cNvSpPr>
          <p:nvPr/>
        </p:nvSpPr>
        <p:spPr>
          <a:xfrm xmlns:a="http://schemas.openxmlformats.org/drawingml/2006/main">
            <a:off x="495300" y="476250"/>
            <a:ext cx="11201400" cy="9525"/>
          </a:xfrm>
          <a:prstGeom xmlns:a="http://schemas.openxmlformats.org/drawingml/2006/main" prst="line">
            <a:avLst/>
          </a:prstGeom>
          <a:solidFill xmlns:a="http://schemas.openxmlformats.org/drawingml/2006/main">
            <a:srgbClr val="8D5560"/>
          </a:solidFill>
          <a:ln xmlns:a="http://schemas.openxmlformats.org/drawingml/2006/main" w="7144">
            <a:solidFill>
              <a:srgbClr val="8D5560"/>
            </a:solidFill>
            <a:prstDash val="solid"/>
          </a:ln>
        </p:spPr>
      </p:sp>
      <p:sp>
        <p:nvSpPr>
          <p:cNvPr id="3" name="Rectangle 2">
            <a:extLst xmlns:a="http://schemas.openxmlformats.org/drawingml/2006/main">
              <a:ext uri="{FF2B5EF4-FFF2-40B4-BE49-F238E27FC236}">
                <a16:creationId xmlns:a16="http://schemas.microsoft.com/office/drawing/2014/main" id="{ED84FFAE-1CCC-423A-BB82-121F094388CE}"/>
              </a:ext>
            </a:extLst>
          </p:cNvPr>
          <p:cNvSpPr>
            <a:spLocks xmlns:a="http://schemas.openxmlformats.org/drawingml/2006/main" noGrp="1"/>
          </p:cNvSpPr>
          <p:nvPr/>
        </p:nvSpPr>
        <p:spPr>
          <a:xfrm xmlns:a="http://schemas.openxmlformats.org/drawingml/2006/main">
            <a:off x="11372850" y="6477000"/>
            <a:ext cx="323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10</a:t>
            </a:r>
          </a:p>
        </p:txBody>
      </p:sp>
      <p:sp>
        <p:nvSpPr>
          <p:cNvPr id="4" name="Rectangle 3">
            <a:extLst xmlns:a="http://schemas.openxmlformats.org/drawingml/2006/main">
              <a:ext uri="{FF2B5EF4-FFF2-40B4-BE49-F238E27FC236}">
                <a16:creationId xmlns:a16="http://schemas.microsoft.com/office/drawing/2014/main" id="{18A09CE0-1D00-417C-A2B7-10ACA7E5BDC6}"/>
              </a:ext>
            </a:extLst>
          </p:cNvPr>
          <p:cNvSpPr>
            <a:spLocks xmlns:a="http://schemas.openxmlformats.org/drawingml/2006/main" noGrp="1"/>
          </p:cNvSpPr>
          <p:nvPr/>
        </p:nvSpPr>
        <p:spPr>
          <a:xfrm xmlns:a="http://schemas.openxmlformats.org/drawingml/2006/main">
            <a:off x="685800" y="781050"/>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Од тајне до безбедне употребе</a:t>
            </a:r>
          </a:p>
        </p:txBody>
      </p:sp>
      <p:sp>
        <p:nvSpPr>
          <p:cNvPr id="5" name="Rectangle 4">
            <a:extLst xmlns:a="http://schemas.openxmlformats.org/drawingml/2006/main">
              <a:ext uri="{FF2B5EF4-FFF2-40B4-BE49-F238E27FC236}">
                <a16:creationId xmlns:a16="http://schemas.microsoft.com/office/drawing/2014/main" id="{AE27A770-89DF-4DB3-B2C3-2E03E7DDB259}"/>
              </a:ext>
            </a:extLst>
          </p:cNvPr>
          <p:cNvSpPr>
            <a:spLocks xmlns:a="http://schemas.openxmlformats.org/drawingml/2006/main" noGrp="1"/>
          </p:cNvSpPr>
          <p:nvPr/>
        </p:nvSpPr>
        <p:spPr>
          <a:xfrm xmlns:a="http://schemas.openxmlformats.org/drawingml/2006/main">
            <a:off x="685800" y="1428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Процес приказује улазе, место одлуке и доказ који остаје после исхода.</a:t>
            </a:r>
          </a:p>
        </p:txBody>
      </p:sp>
      <p:sp>
        <p:nvSpPr>
          <p:cNvPr id="6" name="Rounded Rectangle 5">
            <a:extLst xmlns:a="http://schemas.openxmlformats.org/drawingml/2006/main">
              <a:ext uri="{FF2B5EF4-FFF2-40B4-BE49-F238E27FC236}">
                <a16:creationId xmlns:a16="http://schemas.microsoft.com/office/drawing/2014/main" id="{217D4AD5-47F1-4B15-A003-C5BFB7EFFB85}"/>
              </a:ext>
            </a:extLst>
          </p:cNvPr>
          <p:cNvSpPr>
            <a:spLocks xmlns:a="http://schemas.openxmlformats.org/drawingml/2006/main" noGrp="1"/>
          </p:cNvSpPr>
          <p:nvPr/>
        </p:nvSpPr>
        <p:spPr>
          <a:xfrm xmlns:a="http://schemas.openxmlformats.org/drawingml/2006/main">
            <a:off x="781050" y="2152650"/>
            <a:ext cx="4572000" cy="2313024"/>
          </a:xfrm>
          <a:prstGeom xmlns:a="http://schemas.openxmlformats.org/drawingml/2006/main" prst="roundRect">
            <a:avLst>
              <a:gd name="adj" fmla="val 4242"/>
            </a:avLst>
          </a:prstGeom>
          <a:solidFill xmlns:a="http://schemas.openxmlformats.org/drawingml/2006/main">
            <a:srgbClr val="F4F6F9"/>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Rectangle 6">
            <a:extLst xmlns:a="http://schemas.openxmlformats.org/drawingml/2006/main">
              <a:ext uri="{FF2B5EF4-FFF2-40B4-BE49-F238E27FC236}">
                <a16:creationId xmlns:a16="http://schemas.microsoft.com/office/drawing/2014/main" id="{5123B001-3365-4FAE-863A-5A5CF44BAC3C}"/>
              </a:ext>
            </a:extLst>
          </p:cNvPr>
          <p:cNvSpPr>
            <a:spLocks xmlns:a="http://schemas.openxmlformats.org/drawingml/2006/main" noGrp="1"/>
          </p:cNvSpPr>
          <p:nvPr/>
        </p:nvSpPr>
        <p:spPr>
          <a:xfrm xmlns:a="http://schemas.openxmlformats.org/drawingml/2006/main">
            <a:off x="933450" y="2276475"/>
            <a:ext cx="42672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748092"/>
                </a:solidFill>
                <a:latin typeface="Aptos"/>
                <a:ea typeface="Aptos"/>
                <a:cs typeface="Aptos"/>
              </a:defRPr>
            </a:pPr>
            <a:r>
              <a:rPr sz="1200" b="1">
                <a:solidFill>
                  <a:srgbClr val="748092"/>
                </a:solidFill>
                <a:latin typeface="Aptos"/>
                <a:ea typeface="Aptos"/>
                <a:cs typeface="Aptos"/>
              </a:rPr>
              <a:t>КОНТЕКСТ</a:t>
            </a:r>
          </a:p>
        </p:txBody>
      </p:sp>
      <p:sp>
        <p:nvSpPr>
          <p:cNvPr id="8" name="Rectangle 7">
            <a:extLst xmlns:a="http://schemas.openxmlformats.org/drawingml/2006/main">
              <a:ext uri="{FF2B5EF4-FFF2-40B4-BE49-F238E27FC236}">
                <a16:creationId xmlns:a16="http://schemas.microsoft.com/office/drawing/2014/main" id="{51CA8F15-D455-4B2D-8C5D-2C84925D3E05}"/>
              </a:ext>
            </a:extLst>
          </p:cNvPr>
          <p:cNvSpPr>
            <a:spLocks xmlns:a="http://schemas.openxmlformats.org/drawingml/2006/main" noGrp="1"/>
          </p:cNvSpPr>
          <p:nvPr/>
        </p:nvSpPr>
        <p:spPr>
          <a:xfrm xmlns:a="http://schemas.openxmlformats.org/drawingml/2006/main">
            <a:off x="933450" y="2524125"/>
            <a:ext cx="42672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650" b="1">
                <a:solidFill>
                  <a:srgbClr val="1A202C"/>
                </a:solidFill>
                <a:latin typeface="Aptos"/>
                <a:ea typeface="Aptos"/>
                <a:cs typeface="Aptos"/>
              </a:defRPr>
            </a:pPr>
            <a:r>
              <a:rPr sz="1650" b="1">
                <a:solidFill>
                  <a:srgbClr val="1A202C"/>
                </a:solidFill>
                <a:latin typeface="Aptos"/>
                <a:ea typeface="Aptos"/>
                <a:cs typeface="Aptos"/>
              </a:rPr>
              <a:t>Од тајне до безбедне употребе</a:t>
            </a:r>
          </a:p>
        </p:txBody>
      </p:sp>
      <p:sp>
        <p:nvSpPr>
          <p:cNvPr id="9" name="Rectangle 8">
            <a:extLst xmlns:a="http://schemas.openxmlformats.org/drawingml/2006/main">
              <a:ext uri="{FF2B5EF4-FFF2-40B4-BE49-F238E27FC236}">
                <a16:creationId xmlns:a16="http://schemas.microsoft.com/office/drawing/2014/main" id="{79027C8D-B5BE-4CDD-A1AE-E40B5809CE41}"/>
              </a:ext>
            </a:extLst>
          </p:cNvPr>
          <p:cNvSpPr>
            <a:spLocks xmlns:a="http://schemas.openxmlformats.org/drawingml/2006/main" noGrp="1"/>
          </p:cNvSpPr>
          <p:nvPr/>
        </p:nvSpPr>
        <p:spPr>
          <a:xfrm xmlns:a="http://schemas.openxmlformats.org/drawingml/2006/main">
            <a:off x="933450" y="3086100"/>
            <a:ext cx="4267200" cy="2105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275" b="0">
                <a:solidFill>
                  <a:srgbClr val="657184"/>
                </a:solidFill>
                <a:latin typeface="Aptos"/>
                <a:ea typeface="Aptos"/>
                <a:cs typeface="Aptos"/>
              </a:defRPr>
            </a:pPr>
            <a:r>
              <a:rPr sz="1275" b="0">
                <a:solidFill>
                  <a:srgbClr val="657184"/>
                </a:solidFill>
                <a:latin typeface="Aptos"/>
                <a:ea typeface="Aptos"/>
                <a:cs typeface="Aptos"/>
              </a:rPr>
              <a:t>Безбедно управљање тајном почиње пре њеног првог коришћења. Потребно је знати власника, сврху, компоненту која је користи и начин ротације. Сама вредност тајне треба да остане ван кода, екрана и записа који нису за то намењени.</a:t>
            </a:r>
          </a:p>
        </p:txBody>
      </p:sp>
      <p:sp>
        <p:nvSpPr>
          <p:cNvPr id="10" name="Rounded Rectangle 9">
            <a:extLst xmlns:a="http://schemas.openxmlformats.org/drawingml/2006/main">
              <a:ext uri="{FF2B5EF4-FFF2-40B4-BE49-F238E27FC236}">
                <a16:creationId xmlns:a16="http://schemas.microsoft.com/office/drawing/2014/main" id="{24BB808F-3771-41C7-9CC8-9F148F89F2A7}"/>
              </a:ext>
            </a:extLst>
          </p:cNvPr>
          <p:cNvSpPr>
            <a:spLocks xmlns:a="http://schemas.openxmlformats.org/drawingml/2006/main" noGrp="1"/>
          </p:cNvSpPr>
          <p:nvPr/>
        </p:nvSpPr>
        <p:spPr>
          <a:xfrm xmlns:a="http://schemas.openxmlformats.org/drawingml/2006/main">
            <a:off x="5772150" y="2095500"/>
            <a:ext cx="5638800" cy="723900"/>
          </a:xfrm>
          <a:prstGeom xmlns:a="http://schemas.openxmlformats.org/drawingml/2006/main" prst="roundRect">
            <a:avLst>
              <a:gd name="adj" fmla="val 18421"/>
            </a:avLst>
          </a:prstGeom>
          <a:solidFill xmlns:a="http://schemas.openxmlformats.org/drawingml/2006/main">
            <a:srgbClr val="F7EFF1"/>
          </a:solidFill>
          <a:ln xmlns:a="http://schemas.openxmlformats.org/drawingml/2006/main" w="9525">
            <a:solidFill>
              <a:srgbClr val="D7DEE8"/>
            </a:solidFill>
            <a:prstDash val="solid"/>
          </a:ln>
        </p:spPr>
      </p:sp>
      <p:sp>
        <p:nvSpPr>
          <p:cNvPr id="11" name="Rectangle 10">
            <a:extLst xmlns:a="http://schemas.openxmlformats.org/drawingml/2006/main">
              <a:ext uri="{FF2B5EF4-FFF2-40B4-BE49-F238E27FC236}">
                <a16:creationId xmlns:a16="http://schemas.microsoft.com/office/drawing/2014/main" id="{02E7CDC0-C35E-43C9-8122-ADCCA98BD222}"/>
              </a:ext>
            </a:extLst>
          </p:cNvPr>
          <p:cNvSpPr>
            <a:spLocks xmlns:a="http://schemas.openxmlformats.org/drawingml/2006/main" noGrp="1"/>
          </p:cNvSpPr>
          <p:nvPr/>
        </p:nvSpPr>
        <p:spPr>
          <a:xfrm xmlns:a="http://schemas.openxmlformats.org/drawingml/2006/main">
            <a:off x="5924550" y="2219325"/>
            <a:ext cx="5334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2F5EF5"/>
                </a:solidFill>
                <a:latin typeface="Aptos"/>
                <a:ea typeface="Aptos"/>
                <a:cs typeface="Aptos"/>
              </a:defRPr>
            </a:pPr>
            <a:r>
              <a:rPr sz="1200" b="1">
                <a:solidFill>
                  <a:srgbClr val="7A2636"/>
                </a:solidFill>
                <a:latin typeface="Aptos"/>
                <a:ea typeface="Aptos"/>
                <a:cs typeface="Aptos"/>
              </a:rPr>
              <a:t>01</a:t>
            </a:r>
          </a:p>
        </p:txBody>
      </p:sp>
      <p:sp>
        <p:nvSpPr>
          <p:cNvPr id="12" name="Rectangle 11">
            <a:extLst xmlns:a="http://schemas.openxmlformats.org/drawingml/2006/main">
              <a:ext uri="{FF2B5EF4-FFF2-40B4-BE49-F238E27FC236}">
                <a16:creationId xmlns:a16="http://schemas.microsoft.com/office/drawing/2014/main" id="{154905DC-CA7D-4A6E-9AE6-D3EAD28F5BCA}"/>
              </a:ext>
            </a:extLst>
          </p:cNvPr>
          <p:cNvSpPr>
            <a:spLocks xmlns:a="http://schemas.openxmlformats.org/drawingml/2006/main" noGrp="1"/>
          </p:cNvSpPr>
          <p:nvPr/>
        </p:nvSpPr>
        <p:spPr>
          <a:xfrm xmlns:a="http://schemas.openxmlformats.org/drawingml/2006/main">
            <a:off x="5924550" y="2466975"/>
            <a:ext cx="5334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200" b="1">
                <a:solidFill>
                  <a:srgbClr val="1A202C"/>
                </a:solidFill>
                <a:latin typeface="Aptos"/>
                <a:ea typeface="Aptos"/>
                <a:cs typeface="Aptos"/>
              </a:defRPr>
            </a:pPr>
            <a:r>
              <a:rPr sz="1350" b="1">
                <a:solidFill>
                  <a:srgbClr val="1A202C"/>
                </a:solidFill>
                <a:latin typeface="Aptos"/>
                <a:ea typeface="Aptos"/>
                <a:cs typeface="Aptos"/>
              </a:rPr>
              <a:t>Тајна се издаје само идентитету који јој је стварно потребан.</a:t>
            </a:r>
          </a:p>
        </p:txBody>
      </p:sp>
      <p:sp>
        <p:nvSpPr>
          <p:cNvPr id="13" name="Rounded Rectangle 12">
            <a:extLst xmlns:a="http://schemas.openxmlformats.org/drawingml/2006/main">
              <a:ext uri="{FF2B5EF4-FFF2-40B4-BE49-F238E27FC236}">
                <a16:creationId xmlns:a16="http://schemas.microsoft.com/office/drawing/2014/main" id="{7BDF553E-6145-44A5-A64B-FDCB0B32B451}"/>
              </a:ext>
            </a:extLst>
          </p:cNvPr>
          <p:cNvSpPr>
            <a:spLocks xmlns:a="http://schemas.openxmlformats.org/drawingml/2006/main" noGrp="1"/>
          </p:cNvSpPr>
          <p:nvPr/>
        </p:nvSpPr>
        <p:spPr>
          <a:xfrm xmlns:a="http://schemas.openxmlformats.org/drawingml/2006/main">
            <a:off x="5772150" y="2971800"/>
            <a:ext cx="5638800" cy="723900"/>
          </a:xfrm>
          <a:prstGeom xmlns:a="http://schemas.openxmlformats.org/drawingml/2006/main" prst="roundRect">
            <a:avLst>
              <a:gd name="adj" fmla="val 18421"/>
            </a:avLst>
          </a:prstGeom>
          <a:solidFill xmlns:a="http://schemas.openxmlformats.org/drawingml/2006/main">
            <a:srgbClr val="EDF8F2"/>
          </a:solidFill>
          <a:ln xmlns:a="http://schemas.openxmlformats.org/drawingml/2006/main" w="9525">
            <a:solidFill>
              <a:srgbClr val="D7DEE8"/>
            </a:solidFill>
            <a:prstDash val="solid"/>
          </a:ln>
        </p:spPr>
      </p:sp>
      <p:sp>
        <p:nvSpPr>
          <p:cNvPr id="14" name="Rectangle 13">
            <a:extLst xmlns:a="http://schemas.openxmlformats.org/drawingml/2006/main">
              <a:ext uri="{FF2B5EF4-FFF2-40B4-BE49-F238E27FC236}">
                <a16:creationId xmlns:a16="http://schemas.microsoft.com/office/drawing/2014/main" id="{63C5ECC1-6F7F-424C-BFF1-EAADB1926D61}"/>
              </a:ext>
            </a:extLst>
          </p:cNvPr>
          <p:cNvSpPr>
            <a:spLocks xmlns:a="http://schemas.openxmlformats.org/drawingml/2006/main" noGrp="1"/>
          </p:cNvSpPr>
          <p:nvPr/>
        </p:nvSpPr>
        <p:spPr>
          <a:xfrm xmlns:a="http://schemas.openxmlformats.org/drawingml/2006/main">
            <a:off x="5924550" y="3095625"/>
            <a:ext cx="5334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02</a:t>
            </a:r>
          </a:p>
        </p:txBody>
      </p:sp>
      <p:sp>
        <p:nvSpPr>
          <p:cNvPr id="15" name="Rectangle 14">
            <a:extLst xmlns:a="http://schemas.openxmlformats.org/drawingml/2006/main">
              <a:ext uri="{FF2B5EF4-FFF2-40B4-BE49-F238E27FC236}">
                <a16:creationId xmlns:a16="http://schemas.microsoft.com/office/drawing/2014/main" id="{78A0D0C0-84C7-4426-807F-0EB658486B5A}"/>
              </a:ext>
            </a:extLst>
          </p:cNvPr>
          <p:cNvSpPr>
            <a:spLocks xmlns:a="http://schemas.openxmlformats.org/drawingml/2006/main" noGrp="1"/>
          </p:cNvSpPr>
          <p:nvPr/>
        </p:nvSpPr>
        <p:spPr>
          <a:xfrm xmlns:a="http://schemas.openxmlformats.org/drawingml/2006/main">
            <a:off x="5924550" y="3343275"/>
            <a:ext cx="5334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200" b="1">
                <a:solidFill>
                  <a:srgbClr val="1A202C"/>
                </a:solidFill>
                <a:latin typeface="Aptos"/>
                <a:ea typeface="Aptos"/>
                <a:cs typeface="Aptos"/>
              </a:defRPr>
            </a:pPr>
            <a:r>
              <a:rPr sz="1350" b="1">
                <a:solidFill>
                  <a:srgbClr val="1A202C"/>
                </a:solidFill>
                <a:latin typeface="Aptos"/>
                <a:ea typeface="Aptos"/>
                <a:cs typeface="Aptos"/>
              </a:rPr>
              <a:t>Систем прати истек и планира ротацију пре прекида рада.</a:t>
            </a:r>
          </a:p>
        </p:txBody>
      </p:sp>
      <p:sp>
        <p:nvSpPr>
          <p:cNvPr id="16" name="Rounded Rectangle 15">
            <a:extLst xmlns:a="http://schemas.openxmlformats.org/drawingml/2006/main">
              <a:ext uri="{FF2B5EF4-FFF2-40B4-BE49-F238E27FC236}">
                <a16:creationId xmlns:a16="http://schemas.microsoft.com/office/drawing/2014/main" id="{5CCFEDF7-E28C-4832-9D2F-1D239A23C98E}"/>
              </a:ext>
            </a:extLst>
          </p:cNvPr>
          <p:cNvSpPr>
            <a:spLocks xmlns:a="http://schemas.openxmlformats.org/drawingml/2006/main" noGrp="1"/>
          </p:cNvSpPr>
          <p:nvPr/>
        </p:nvSpPr>
        <p:spPr>
          <a:xfrm xmlns:a="http://schemas.openxmlformats.org/drawingml/2006/main">
            <a:off x="5772150" y="3848100"/>
            <a:ext cx="5638800" cy="817598"/>
          </a:xfrm>
          <a:prstGeom xmlns:a="http://schemas.openxmlformats.org/drawingml/2006/main" prst="roundRect">
            <a:avLst>
              <a:gd name="adj" fmla="val 18421"/>
            </a:avLst>
          </a:prstGeom>
          <a:solidFill xmlns:a="http://schemas.openxmlformats.org/drawingml/2006/main">
            <a:srgbClr val="F7EFF1"/>
          </a:solidFill>
          <a:ln xmlns:a="http://schemas.openxmlformats.org/drawingml/2006/main" w="9525">
            <a:solidFill>
              <a:srgbClr val="D7DEE8"/>
            </a:solidFill>
            <a:prstDash val="solid"/>
          </a:ln>
        </p:spPr>
      </p:sp>
      <p:sp>
        <p:nvSpPr>
          <p:cNvPr id="17" name="Rectangle 16">
            <a:extLst xmlns:a="http://schemas.openxmlformats.org/drawingml/2006/main">
              <a:ext uri="{FF2B5EF4-FFF2-40B4-BE49-F238E27FC236}">
                <a16:creationId xmlns:a16="http://schemas.microsoft.com/office/drawing/2014/main" id="{CF68DA78-D5A4-4E94-ADA6-6446D40E13C0}"/>
              </a:ext>
            </a:extLst>
          </p:cNvPr>
          <p:cNvSpPr>
            <a:spLocks xmlns:a="http://schemas.openxmlformats.org/drawingml/2006/main" noGrp="1"/>
          </p:cNvSpPr>
          <p:nvPr/>
        </p:nvSpPr>
        <p:spPr>
          <a:xfrm xmlns:a="http://schemas.openxmlformats.org/drawingml/2006/main">
            <a:off x="5924550" y="3971925"/>
            <a:ext cx="5334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2F5EF5"/>
                </a:solidFill>
                <a:latin typeface="Aptos"/>
                <a:ea typeface="Aptos"/>
                <a:cs typeface="Aptos"/>
              </a:defRPr>
            </a:pPr>
            <a:r>
              <a:rPr sz="1200" b="1">
                <a:solidFill>
                  <a:srgbClr val="7A2636"/>
                </a:solidFill>
                <a:latin typeface="Aptos"/>
                <a:ea typeface="Aptos"/>
                <a:cs typeface="Aptos"/>
              </a:rPr>
              <a:t>03</a:t>
            </a:r>
          </a:p>
        </p:txBody>
      </p:sp>
      <p:sp>
        <p:nvSpPr>
          <p:cNvPr id="18" name="Rectangle 17">
            <a:extLst xmlns:a="http://schemas.openxmlformats.org/drawingml/2006/main">
              <a:ext uri="{FF2B5EF4-FFF2-40B4-BE49-F238E27FC236}">
                <a16:creationId xmlns:a16="http://schemas.microsoft.com/office/drawing/2014/main" id="{205A43B8-92F7-4AB8-B43D-A1CA37DB6A15}"/>
              </a:ext>
            </a:extLst>
          </p:cNvPr>
          <p:cNvSpPr>
            <a:spLocks xmlns:a="http://schemas.openxmlformats.org/drawingml/2006/main" noGrp="1"/>
          </p:cNvSpPr>
          <p:nvPr/>
        </p:nvSpPr>
        <p:spPr>
          <a:xfrm xmlns:a="http://schemas.openxmlformats.org/drawingml/2006/main">
            <a:off x="5924550" y="4219575"/>
            <a:ext cx="5334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95316"/>
          </a:bodyPr>
          <a:lstStyle xmlns:a="http://schemas.openxmlformats.org/drawingml/2006/main"/>
          <a:p xmlns:a="http://schemas.openxmlformats.org/drawingml/2006/main">
            <a:pPr algn="l">
              <a:lnSpc>
                <a:spcPct val="102000"/>
              </a:lnSpc>
              <a:buNone/>
              <a:defRPr sz="1200" b="1">
                <a:solidFill>
                  <a:srgbClr val="1A202C"/>
                </a:solidFill>
                <a:latin typeface="Aptos"/>
                <a:ea typeface="Aptos"/>
                <a:cs typeface="Aptos"/>
              </a:defRPr>
            </a:pPr>
            <a:r>
              <a:rPr sz="1350" b="1">
                <a:solidFill>
                  <a:srgbClr val="1A202C"/>
                </a:solidFill>
                <a:latin typeface="Aptos"/>
                <a:ea typeface="Aptos"/>
                <a:cs typeface="Aptos"/>
              </a:rPr>
              <a:t>Логови бележе употребу и неуспех без приказивања вредности тајне.</a:t>
            </a:r>
          </a:p>
        </p:txBody>
      </p:sp>
      <p:sp>
        <p:nvSpPr>
          <p:cNvPr id="19" name="Rounded Rectangle 18">
            <a:extLst xmlns:a="http://schemas.openxmlformats.org/drawingml/2006/main">
              <a:ext uri="{FF2B5EF4-FFF2-40B4-BE49-F238E27FC236}">
                <a16:creationId xmlns:a16="http://schemas.microsoft.com/office/drawing/2014/main" id="{46C32166-23AC-4A6B-BED3-6F11D593B267}"/>
              </a:ext>
            </a:extLst>
          </p:cNvPr>
          <p:cNvSpPr>
            <a:spLocks xmlns:a="http://schemas.openxmlformats.org/drawingml/2006/main" noGrp="1"/>
          </p:cNvSpPr>
          <p:nvPr/>
        </p:nvSpPr>
        <p:spPr>
          <a:xfrm xmlns:a="http://schemas.openxmlformats.org/drawingml/2006/main">
            <a:off x="5772150" y="4830727"/>
            <a:ext cx="5638800" cy="723900"/>
          </a:xfrm>
          <a:prstGeom xmlns:a="http://schemas.openxmlformats.org/drawingml/2006/main" prst="roundRect">
            <a:avLst>
              <a:gd name="adj" fmla="val 18421"/>
            </a:avLst>
          </a:prstGeom>
          <a:solidFill xmlns:a="http://schemas.openxmlformats.org/drawingml/2006/main">
            <a:srgbClr val="EDF8F2"/>
          </a:solidFill>
          <a:ln xmlns:a="http://schemas.openxmlformats.org/drawingml/2006/main" w="9525">
            <a:solidFill>
              <a:srgbClr val="D7DEE8"/>
            </a:solidFill>
            <a:prstDash val="solid"/>
          </a:ln>
        </p:spPr>
      </p:sp>
      <p:sp>
        <p:nvSpPr>
          <p:cNvPr id="20" name="Rectangle 19">
            <a:extLst xmlns:a="http://schemas.openxmlformats.org/drawingml/2006/main">
              <a:ext uri="{FF2B5EF4-FFF2-40B4-BE49-F238E27FC236}">
                <a16:creationId xmlns:a16="http://schemas.microsoft.com/office/drawing/2014/main" id="{6D51C30D-92D2-4903-BA72-89BA10F81C51}"/>
              </a:ext>
            </a:extLst>
          </p:cNvPr>
          <p:cNvSpPr>
            <a:spLocks xmlns:a="http://schemas.openxmlformats.org/drawingml/2006/main" noGrp="1"/>
          </p:cNvSpPr>
          <p:nvPr/>
        </p:nvSpPr>
        <p:spPr>
          <a:xfrm xmlns:a="http://schemas.openxmlformats.org/drawingml/2006/main">
            <a:off x="5924550" y="4954552"/>
            <a:ext cx="5334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04</a:t>
            </a:r>
          </a:p>
        </p:txBody>
      </p:sp>
      <p:sp>
        <p:nvSpPr>
          <p:cNvPr id="21" name="Rectangle 20">
            <a:extLst xmlns:a="http://schemas.openxmlformats.org/drawingml/2006/main">
              <a:ext uri="{FF2B5EF4-FFF2-40B4-BE49-F238E27FC236}">
                <a16:creationId xmlns:a16="http://schemas.microsoft.com/office/drawing/2014/main" id="{8A70E53D-EF92-4D45-9805-7F7148ADF0F3}"/>
              </a:ext>
            </a:extLst>
          </p:cNvPr>
          <p:cNvSpPr>
            <a:spLocks xmlns:a="http://schemas.openxmlformats.org/drawingml/2006/main" noGrp="1"/>
          </p:cNvSpPr>
          <p:nvPr/>
        </p:nvSpPr>
        <p:spPr>
          <a:xfrm xmlns:a="http://schemas.openxmlformats.org/drawingml/2006/main">
            <a:off x="5924550" y="5202202"/>
            <a:ext cx="53340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95316"/>
          </a:bodyPr>
          <a:lstStyle xmlns:a="http://schemas.openxmlformats.org/drawingml/2006/main"/>
          <a:p xmlns:a="http://schemas.openxmlformats.org/drawingml/2006/main">
            <a:pPr algn="l">
              <a:lnSpc>
                <a:spcPct val="102000"/>
              </a:lnSpc>
              <a:buNone/>
              <a:defRPr sz="1200" b="1">
                <a:solidFill>
                  <a:srgbClr val="1A202C"/>
                </a:solidFill>
                <a:latin typeface="Aptos"/>
                <a:ea typeface="Aptos"/>
                <a:cs typeface="Aptos"/>
              </a:defRPr>
            </a:pPr>
            <a:r>
              <a:rPr sz="1350" b="1">
                <a:solidFill>
                  <a:srgbClr val="1A202C"/>
                </a:solidFill>
                <a:latin typeface="Aptos"/>
                <a:ea typeface="Aptos"/>
                <a:cs typeface="Aptos"/>
              </a:rPr>
              <a:t>Опозив ограничава последицу сумње да је тајна компромитована.</a:t>
            </a:r>
          </a:p>
        </p:txBody>
      </p:sp>
    </p:spTree>
    <p:extLst>
      <p:ext uri="{BB962C8B-B14F-4D97-AF65-F5344CB8AC3E}">
        <p14:creationId xmlns:p14="http://schemas.microsoft.com/office/powerpoint/2010/main" val="1446771431"/>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Rectangle 17">
            <a:extLst xmlns:a="http://schemas.openxmlformats.org/drawingml/2006/main">
              <a:ext uri="{FF2B5EF4-FFF2-40B4-BE49-F238E27FC236}">
                <a16:creationId xmlns:a16="http://schemas.microsoft.com/office/drawing/2014/main" id="{CB0817E6-3177-4572-98DF-3B501496ED0F}"/>
              </a:ext>
            </a:extLst>
          </p:cNvPr>
          <p:cNvSpPr>
            <a:spLocks xmlns:a="http://schemas.openxmlformats.org/drawingml/2006/main" noGrp="1"/>
          </p:cNvSpPr>
          <p:nvPr/>
        </p:nvSpPr>
        <p:spPr>
          <a:xfrm xmlns:a="http://schemas.openxmlformats.org/drawingml/2006/main">
            <a:off x="495300" y="238125"/>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57184"/>
                </a:solidFill>
                <a:latin typeface="Aptos"/>
                <a:ea typeface="Aptos"/>
                <a:cs typeface="Aptos"/>
              </a:defRPr>
            </a:pPr>
            <a:r>
              <a:rPr sz="825" b="0">
                <a:solidFill>
                  <a:srgbClr val="5E6B7D"/>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16C7A7DC-3218-422F-9208-2136E952146E}"/>
              </a:ext>
            </a:extLst>
          </p:cNvPr>
          <p:cNvSpPr>
            <a:spLocks xmlns:a="http://schemas.openxmlformats.org/drawingml/2006/main" noGrp="1"/>
          </p:cNvSpPr>
          <p:nvPr/>
        </p:nvSpPr>
        <p:spPr>
          <a:xfrm xmlns:a="http://schemas.openxmlformats.org/drawingml/2006/main">
            <a:off x="495300" y="476250"/>
            <a:ext cx="11201400" cy="9525"/>
          </a:xfrm>
          <a:prstGeom xmlns:a="http://schemas.openxmlformats.org/drawingml/2006/main" prst="line">
            <a:avLst/>
          </a:prstGeom>
          <a:solidFill xmlns:a="http://schemas.openxmlformats.org/drawingml/2006/main">
            <a:srgbClr val="8D5560"/>
          </a:solidFill>
          <a:ln xmlns:a="http://schemas.openxmlformats.org/drawingml/2006/main" w="7144">
            <a:solidFill>
              <a:srgbClr val="8D5560"/>
            </a:solidFill>
            <a:prstDash val="solid"/>
          </a:ln>
        </p:spPr>
      </p:sp>
      <p:sp>
        <p:nvSpPr>
          <p:cNvPr id="3" name="Rectangle 2">
            <a:extLst xmlns:a="http://schemas.openxmlformats.org/drawingml/2006/main">
              <a:ext uri="{FF2B5EF4-FFF2-40B4-BE49-F238E27FC236}">
                <a16:creationId xmlns:a16="http://schemas.microsoft.com/office/drawing/2014/main" id="{9795EB1F-C9EA-475F-8673-E3B926237264}"/>
              </a:ext>
            </a:extLst>
          </p:cNvPr>
          <p:cNvSpPr>
            <a:spLocks xmlns:a="http://schemas.openxmlformats.org/drawingml/2006/main" noGrp="1"/>
          </p:cNvSpPr>
          <p:nvPr/>
        </p:nvSpPr>
        <p:spPr>
          <a:xfrm xmlns:a="http://schemas.openxmlformats.org/drawingml/2006/main">
            <a:off x="11372850" y="6477000"/>
            <a:ext cx="323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11</a:t>
            </a:r>
          </a:p>
        </p:txBody>
      </p:sp>
      <p:sp>
        <p:nvSpPr>
          <p:cNvPr id="4" name="Rectangle 3">
            <a:extLst xmlns:a="http://schemas.openxmlformats.org/drawingml/2006/main">
              <a:ext uri="{FF2B5EF4-FFF2-40B4-BE49-F238E27FC236}">
                <a16:creationId xmlns:a16="http://schemas.microsoft.com/office/drawing/2014/main" id="{B8AF6236-BC75-4F4E-9306-989DDFB7B011}"/>
              </a:ext>
            </a:extLst>
          </p:cNvPr>
          <p:cNvSpPr>
            <a:spLocks xmlns:a="http://schemas.openxmlformats.org/drawingml/2006/main" noGrp="1"/>
          </p:cNvSpPr>
          <p:nvPr/>
        </p:nvSpPr>
        <p:spPr>
          <a:xfrm xmlns:a="http://schemas.openxmlformats.org/drawingml/2006/main">
            <a:off x="685800" y="781050"/>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Приступ има рок и контекст</a:t>
            </a:r>
          </a:p>
        </p:txBody>
      </p:sp>
      <p:sp>
        <p:nvSpPr>
          <p:cNvPr id="5" name="Rectangle 4">
            <a:extLst xmlns:a="http://schemas.openxmlformats.org/drawingml/2006/main">
              <a:ext uri="{FF2B5EF4-FFF2-40B4-BE49-F238E27FC236}">
                <a16:creationId xmlns:a16="http://schemas.microsoft.com/office/drawing/2014/main" id="{3D1BB57F-C910-4A1A-B08B-BC9200D5A6CD}"/>
              </a:ext>
            </a:extLst>
          </p:cNvPr>
          <p:cNvSpPr>
            <a:spLocks xmlns:a="http://schemas.openxmlformats.org/drawingml/2006/main" noGrp="1"/>
          </p:cNvSpPr>
          <p:nvPr/>
        </p:nvSpPr>
        <p:spPr>
          <a:xfrm xmlns:a="http://schemas.openxmlformats.org/drawingml/2006/main">
            <a:off x="685800" y="1428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Наведена правила остају видљива у имплементацији, тестовима и ревизији.</a:t>
            </a:r>
          </a:p>
        </p:txBody>
      </p:sp>
      <p:sp>
        <p:nvSpPr>
          <p:cNvPr id="6" name="Rounded Rectangle 5">
            <a:extLst xmlns:a="http://schemas.openxmlformats.org/drawingml/2006/main">
              <a:ext uri="{FF2B5EF4-FFF2-40B4-BE49-F238E27FC236}">
                <a16:creationId xmlns:a16="http://schemas.microsoft.com/office/drawing/2014/main" id="{BE05B434-3235-4BD6-889A-C70435F618A2}"/>
              </a:ext>
            </a:extLst>
          </p:cNvPr>
          <p:cNvSpPr>
            <a:spLocks xmlns:a="http://schemas.openxmlformats.org/drawingml/2006/main" noGrp="1"/>
          </p:cNvSpPr>
          <p:nvPr/>
        </p:nvSpPr>
        <p:spPr>
          <a:xfrm xmlns:a="http://schemas.openxmlformats.org/drawingml/2006/main">
            <a:off x="819150" y="2400300"/>
            <a:ext cx="3257550" cy="2343150"/>
          </a:xfrm>
          <a:prstGeom xmlns:a="http://schemas.openxmlformats.org/drawingml/2006/main" prst="roundRect">
            <a:avLst>
              <a:gd name="adj" fmla="val 5691"/>
            </a:avLst>
          </a:prstGeom>
          <a:solidFill xmlns:a="http://schemas.openxmlformats.org/drawingml/2006/main">
            <a:srgbClr val="F7EFF1"/>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Rectangle 6">
            <a:extLst xmlns:a="http://schemas.openxmlformats.org/drawingml/2006/main">
              <a:ext uri="{FF2B5EF4-FFF2-40B4-BE49-F238E27FC236}">
                <a16:creationId xmlns:a16="http://schemas.microsoft.com/office/drawing/2014/main" id="{0CFD7527-A9D5-46CF-9EE4-A7D71DAD8228}"/>
              </a:ext>
            </a:extLst>
          </p:cNvPr>
          <p:cNvSpPr>
            <a:spLocks xmlns:a="http://schemas.openxmlformats.org/drawingml/2006/main" noGrp="1"/>
          </p:cNvSpPr>
          <p:nvPr/>
        </p:nvSpPr>
        <p:spPr>
          <a:xfrm xmlns:a="http://schemas.openxmlformats.org/drawingml/2006/main">
            <a:off x="971550" y="2524125"/>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2F5EF5"/>
                </a:solidFill>
                <a:latin typeface="Aptos"/>
                <a:ea typeface="Aptos"/>
                <a:cs typeface="Aptos"/>
              </a:defRPr>
            </a:pPr>
            <a:r>
              <a:rPr sz="1200" b="1">
                <a:solidFill>
                  <a:srgbClr val="7A2636"/>
                </a:solidFill>
                <a:latin typeface="Aptos"/>
                <a:ea typeface="Aptos"/>
                <a:cs typeface="Aptos"/>
              </a:rPr>
              <a:t>01</a:t>
            </a:r>
          </a:p>
        </p:txBody>
      </p:sp>
      <p:sp>
        <p:nvSpPr>
          <p:cNvPr id="8" name="Rectangle 7">
            <a:extLst xmlns:a="http://schemas.openxmlformats.org/drawingml/2006/main">
              <a:ext uri="{FF2B5EF4-FFF2-40B4-BE49-F238E27FC236}">
                <a16:creationId xmlns:a16="http://schemas.microsoft.com/office/drawing/2014/main" id="{685655B4-2B10-45C9-842E-88D65990E28E}"/>
              </a:ext>
            </a:extLst>
          </p:cNvPr>
          <p:cNvSpPr>
            <a:spLocks xmlns:a="http://schemas.openxmlformats.org/drawingml/2006/main" noGrp="1"/>
          </p:cNvSpPr>
          <p:nvPr/>
        </p:nvSpPr>
        <p:spPr>
          <a:xfrm xmlns:a="http://schemas.openxmlformats.org/drawingml/2006/main">
            <a:off x="971550" y="2771775"/>
            <a:ext cx="29527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Сесија може изгубити важност пре планираног истека.</a:t>
            </a:r>
          </a:p>
        </p:txBody>
      </p:sp>
      <p:sp>
        <p:nvSpPr>
          <p:cNvPr id="9" name="Rectangle 8">
            <a:extLst xmlns:a="http://schemas.openxmlformats.org/drawingml/2006/main">
              <a:ext uri="{FF2B5EF4-FFF2-40B4-BE49-F238E27FC236}">
                <a16:creationId xmlns:a16="http://schemas.microsoft.com/office/drawing/2014/main" id="{D3C87950-CD48-4772-B678-74BB37DC4797}"/>
              </a:ext>
            </a:extLst>
          </p:cNvPr>
          <p:cNvSpPr>
            <a:spLocks xmlns:a="http://schemas.openxmlformats.org/drawingml/2006/main" noGrp="1"/>
          </p:cNvSpPr>
          <p:nvPr/>
        </p:nvSpPr>
        <p:spPr>
          <a:xfrm xmlns:a="http://schemas.openxmlformats.org/drawingml/2006/main">
            <a:off x="971550" y="3981450"/>
            <a:ext cx="29527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200" b="0">
                <a:solidFill>
                  <a:srgbClr val="657184"/>
                </a:solidFill>
                <a:latin typeface="Aptos"/>
                <a:ea typeface="Aptos"/>
                <a:cs typeface="Aptos"/>
              </a:defRPr>
            </a:pPr>
            <a:r>
              <a:rPr sz="1350" b="0">
                <a:solidFill>
                  <a:srgbClr val="657184"/>
                </a:solidFill>
                <a:latin typeface="Aptos"/>
                <a:ea typeface="Aptos"/>
                <a:cs typeface="Aptos"/>
              </a:rPr>
              <a:t>Јасно правило</a:t>
            </a:r>
          </a:p>
        </p:txBody>
      </p:sp>
      <p:sp>
        <p:nvSpPr>
          <p:cNvPr id="10" name="Rounded Rectangle 9">
            <a:extLst xmlns:a="http://schemas.openxmlformats.org/drawingml/2006/main">
              <a:ext uri="{FF2B5EF4-FFF2-40B4-BE49-F238E27FC236}">
                <a16:creationId xmlns:a16="http://schemas.microsoft.com/office/drawing/2014/main" id="{2F47DDE1-32C5-4063-A5F4-211ABEB296A4}"/>
              </a:ext>
            </a:extLst>
          </p:cNvPr>
          <p:cNvSpPr>
            <a:spLocks xmlns:a="http://schemas.openxmlformats.org/drawingml/2006/main" noGrp="1"/>
          </p:cNvSpPr>
          <p:nvPr/>
        </p:nvSpPr>
        <p:spPr>
          <a:xfrm xmlns:a="http://schemas.openxmlformats.org/drawingml/2006/main">
            <a:off x="4467225" y="2400300"/>
            <a:ext cx="3257550" cy="2343150"/>
          </a:xfrm>
          <a:prstGeom xmlns:a="http://schemas.openxmlformats.org/drawingml/2006/main" prst="roundRect">
            <a:avLst>
              <a:gd name="adj" fmla="val 5691"/>
            </a:avLst>
          </a:prstGeom>
          <a:solidFill xmlns:a="http://schemas.openxmlformats.org/drawingml/2006/main">
            <a:srgbClr val="F7F4F5"/>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1" name="Rectangle 10">
            <a:extLst xmlns:a="http://schemas.openxmlformats.org/drawingml/2006/main">
              <a:ext uri="{FF2B5EF4-FFF2-40B4-BE49-F238E27FC236}">
                <a16:creationId xmlns:a16="http://schemas.microsoft.com/office/drawing/2014/main" id="{C5284263-40DE-4A85-8844-82D847CB3FFB}"/>
              </a:ext>
            </a:extLst>
          </p:cNvPr>
          <p:cNvSpPr>
            <a:spLocks xmlns:a="http://schemas.openxmlformats.org/drawingml/2006/main" noGrp="1"/>
          </p:cNvSpPr>
          <p:nvPr/>
        </p:nvSpPr>
        <p:spPr>
          <a:xfrm xmlns:a="http://schemas.openxmlformats.org/drawingml/2006/main">
            <a:off x="4619625" y="2524125"/>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7651D4"/>
                </a:solidFill>
                <a:latin typeface="Aptos"/>
                <a:ea typeface="Aptos"/>
                <a:cs typeface="Aptos"/>
              </a:defRPr>
            </a:pPr>
            <a:r>
              <a:rPr sz="1200" b="1">
                <a:solidFill>
                  <a:srgbClr val="7A2636"/>
                </a:solidFill>
                <a:latin typeface="Aptos"/>
                <a:ea typeface="Aptos"/>
                <a:cs typeface="Aptos"/>
              </a:rPr>
              <a:t>02</a:t>
            </a:r>
          </a:p>
        </p:txBody>
      </p:sp>
      <p:sp>
        <p:nvSpPr>
          <p:cNvPr id="12" name="Rectangle 11">
            <a:extLst xmlns:a="http://schemas.openxmlformats.org/drawingml/2006/main">
              <a:ext uri="{FF2B5EF4-FFF2-40B4-BE49-F238E27FC236}">
                <a16:creationId xmlns:a16="http://schemas.microsoft.com/office/drawing/2014/main" id="{ED436743-A5D8-4AAC-A3CB-300F7F8EF956}"/>
              </a:ext>
            </a:extLst>
          </p:cNvPr>
          <p:cNvSpPr>
            <a:spLocks xmlns:a="http://schemas.openxmlformats.org/drawingml/2006/main" noGrp="1"/>
          </p:cNvSpPr>
          <p:nvPr/>
        </p:nvSpPr>
        <p:spPr>
          <a:xfrm xmlns:a="http://schemas.openxmlformats.org/drawingml/2006/main">
            <a:off x="4619625" y="2771775"/>
            <a:ext cx="29527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Додатна потврда прати ризик радње, не само тип корисника.</a:t>
            </a:r>
          </a:p>
        </p:txBody>
      </p:sp>
      <p:sp>
        <p:nvSpPr>
          <p:cNvPr id="13" name="Rectangle 12">
            <a:extLst xmlns:a="http://schemas.openxmlformats.org/drawingml/2006/main">
              <a:ext uri="{FF2B5EF4-FFF2-40B4-BE49-F238E27FC236}">
                <a16:creationId xmlns:a16="http://schemas.microsoft.com/office/drawing/2014/main" id="{3C5C788B-A33F-4EAC-9FF7-3C28A10500A5}"/>
              </a:ext>
            </a:extLst>
          </p:cNvPr>
          <p:cNvSpPr>
            <a:spLocks xmlns:a="http://schemas.openxmlformats.org/drawingml/2006/main" noGrp="1"/>
          </p:cNvSpPr>
          <p:nvPr/>
        </p:nvSpPr>
        <p:spPr>
          <a:xfrm xmlns:a="http://schemas.openxmlformats.org/drawingml/2006/main">
            <a:off x="4619625" y="3981450"/>
            <a:ext cx="29527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200" b="0">
                <a:solidFill>
                  <a:srgbClr val="657184"/>
                </a:solidFill>
                <a:latin typeface="Aptos"/>
                <a:ea typeface="Aptos"/>
                <a:cs typeface="Aptos"/>
              </a:defRPr>
            </a:pPr>
            <a:r>
              <a:rPr sz="1350" b="0">
                <a:solidFill>
                  <a:srgbClr val="657184"/>
                </a:solidFill>
                <a:latin typeface="Aptos"/>
                <a:ea typeface="Aptos"/>
                <a:cs typeface="Aptos"/>
              </a:rPr>
              <a:t>Проверљива примена</a:t>
            </a:r>
          </a:p>
        </p:txBody>
      </p:sp>
      <p:sp>
        <p:nvSpPr>
          <p:cNvPr id="14" name="Rounded Rectangle 13">
            <a:extLst xmlns:a="http://schemas.openxmlformats.org/drawingml/2006/main">
              <a:ext uri="{FF2B5EF4-FFF2-40B4-BE49-F238E27FC236}">
                <a16:creationId xmlns:a16="http://schemas.microsoft.com/office/drawing/2014/main" id="{6A5F6870-9163-462C-8D53-04DCA87E4C68}"/>
              </a:ext>
            </a:extLst>
          </p:cNvPr>
          <p:cNvSpPr>
            <a:spLocks xmlns:a="http://schemas.openxmlformats.org/drawingml/2006/main" noGrp="1"/>
          </p:cNvSpPr>
          <p:nvPr/>
        </p:nvSpPr>
        <p:spPr>
          <a:xfrm xmlns:a="http://schemas.openxmlformats.org/drawingml/2006/main">
            <a:off x="8115300" y="2400300"/>
            <a:ext cx="3257550" cy="2343150"/>
          </a:xfrm>
          <a:prstGeom xmlns:a="http://schemas.openxmlformats.org/drawingml/2006/main" prst="roundRect">
            <a:avLst>
              <a:gd name="adj" fmla="val 5691"/>
            </a:avLst>
          </a:prstGeom>
          <a:solidFill xmlns:a="http://schemas.openxmlformats.org/drawingml/2006/main">
            <a:srgbClr val="EDF8F2"/>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5" name="Rectangle 14">
            <a:extLst xmlns:a="http://schemas.openxmlformats.org/drawingml/2006/main">
              <a:ext uri="{FF2B5EF4-FFF2-40B4-BE49-F238E27FC236}">
                <a16:creationId xmlns:a16="http://schemas.microsoft.com/office/drawing/2014/main" id="{775B4ED3-A1AA-4124-803C-C5EAC808FE6E}"/>
              </a:ext>
            </a:extLst>
          </p:cNvPr>
          <p:cNvSpPr>
            <a:spLocks xmlns:a="http://schemas.openxmlformats.org/drawingml/2006/main" noGrp="1"/>
          </p:cNvSpPr>
          <p:nvPr/>
        </p:nvSpPr>
        <p:spPr>
          <a:xfrm xmlns:a="http://schemas.openxmlformats.org/drawingml/2006/main">
            <a:off x="8267700" y="2524125"/>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03</a:t>
            </a:r>
          </a:p>
        </p:txBody>
      </p:sp>
      <p:sp>
        <p:nvSpPr>
          <p:cNvPr id="16" name="Rectangle 15">
            <a:extLst xmlns:a="http://schemas.openxmlformats.org/drawingml/2006/main">
              <a:ext uri="{FF2B5EF4-FFF2-40B4-BE49-F238E27FC236}">
                <a16:creationId xmlns:a16="http://schemas.microsoft.com/office/drawing/2014/main" id="{B926ED60-4F46-4114-B9AA-457DBC36F238}"/>
              </a:ext>
            </a:extLst>
          </p:cNvPr>
          <p:cNvSpPr>
            <a:spLocks xmlns:a="http://schemas.openxmlformats.org/drawingml/2006/main" noGrp="1"/>
          </p:cNvSpPr>
          <p:nvPr/>
        </p:nvSpPr>
        <p:spPr>
          <a:xfrm xmlns:a="http://schemas.openxmlformats.org/drawingml/2006/main">
            <a:off x="8267700" y="2771775"/>
            <a:ext cx="2952750" cy="1143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Сервисни идентитет има мали, јасно оправдан опсег, као и људски идентитет.</a:t>
            </a:r>
          </a:p>
        </p:txBody>
      </p:sp>
      <p:sp>
        <p:nvSpPr>
          <p:cNvPr id="17" name="Rectangle 16">
            <a:extLst xmlns:a="http://schemas.openxmlformats.org/drawingml/2006/main">
              <a:ext uri="{FF2B5EF4-FFF2-40B4-BE49-F238E27FC236}">
                <a16:creationId xmlns:a16="http://schemas.microsoft.com/office/drawing/2014/main" id="{189AF4A7-EE19-45A4-A0F5-CD9093A82AC8}"/>
              </a:ext>
            </a:extLst>
          </p:cNvPr>
          <p:cNvSpPr>
            <a:spLocks xmlns:a="http://schemas.openxmlformats.org/drawingml/2006/main" noGrp="1"/>
          </p:cNvSpPr>
          <p:nvPr/>
        </p:nvSpPr>
        <p:spPr>
          <a:xfrm xmlns:a="http://schemas.openxmlformats.org/drawingml/2006/main">
            <a:off x="8267700" y="3981450"/>
            <a:ext cx="295275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200" b="0">
                <a:solidFill>
                  <a:srgbClr val="657184"/>
                </a:solidFill>
                <a:latin typeface="Aptos"/>
                <a:ea typeface="Aptos"/>
                <a:cs typeface="Aptos"/>
              </a:defRPr>
            </a:pPr>
            <a:r>
              <a:rPr sz="1350" b="0">
                <a:solidFill>
                  <a:srgbClr val="657184"/>
                </a:solidFill>
                <a:latin typeface="Aptos"/>
                <a:ea typeface="Aptos"/>
                <a:cs typeface="Aptos"/>
              </a:rPr>
              <a:t>Видљив доказ</a:t>
            </a:r>
          </a:p>
        </p:txBody>
      </p:sp>
    </p:spTree>
    <p:extLst>
      <p:ext uri="{BB962C8B-B14F-4D97-AF65-F5344CB8AC3E}">
        <p14:creationId xmlns:p14="http://schemas.microsoft.com/office/powerpoint/2010/main" val="201223591"/>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Rectangle 18">
            <a:extLst xmlns:a="http://schemas.openxmlformats.org/drawingml/2006/main">
              <a:ext uri="{FF2B5EF4-FFF2-40B4-BE49-F238E27FC236}">
                <a16:creationId xmlns:a16="http://schemas.microsoft.com/office/drawing/2014/main" id="{9F207137-267F-40EF-8E8E-71FA4A5D0ECE}"/>
              </a:ext>
            </a:extLst>
          </p:cNvPr>
          <p:cNvSpPr>
            <a:spLocks xmlns:a="http://schemas.openxmlformats.org/drawingml/2006/main" noGrp="1"/>
          </p:cNvSpPr>
          <p:nvPr/>
        </p:nvSpPr>
        <p:spPr>
          <a:xfrm xmlns:a="http://schemas.openxmlformats.org/drawingml/2006/main">
            <a:off x="495300" y="238125"/>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57184"/>
                </a:solidFill>
                <a:latin typeface="Aptos"/>
                <a:ea typeface="Aptos"/>
                <a:cs typeface="Aptos"/>
              </a:defRPr>
            </a:pPr>
            <a:r>
              <a:rPr sz="825" b="0">
                <a:solidFill>
                  <a:srgbClr val="5E6B7D"/>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ED0BEE18-D6C4-4B07-A1B6-E4F239ACB3A7}"/>
              </a:ext>
            </a:extLst>
          </p:cNvPr>
          <p:cNvSpPr>
            <a:spLocks xmlns:a="http://schemas.openxmlformats.org/drawingml/2006/main" noGrp="1"/>
          </p:cNvSpPr>
          <p:nvPr/>
        </p:nvSpPr>
        <p:spPr>
          <a:xfrm xmlns:a="http://schemas.openxmlformats.org/drawingml/2006/main">
            <a:off x="495300" y="476250"/>
            <a:ext cx="11201400" cy="9525"/>
          </a:xfrm>
          <a:prstGeom xmlns:a="http://schemas.openxmlformats.org/drawingml/2006/main" prst="line">
            <a:avLst/>
          </a:prstGeom>
          <a:solidFill xmlns:a="http://schemas.openxmlformats.org/drawingml/2006/main">
            <a:srgbClr val="8D5560"/>
          </a:solidFill>
          <a:ln xmlns:a="http://schemas.openxmlformats.org/drawingml/2006/main" w="7144">
            <a:solidFill>
              <a:srgbClr val="8D5560"/>
            </a:solidFill>
            <a:prstDash val="solid"/>
          </a:ln>
        </p:spPr>
      </p:sp>
      <p:sp>
        <p:nvSpPr>
          <p:cNvPr id="3" name="Rectangle 2">
            <a:extLst xmlns:a="http://schemas.openxmlformats.org/drawingml/2006/main">
              <a:ext uri="{FF2B5EF4-FFF2-40B4-BE49-F238E27FC236}">
                <a16:creationId xmlns:a16="http://schemas.microsoft.com/office/drawing/2014/main" id="{61790812-C4E9-4293-8985-942E889F49EC}"/>
              </a:ext>
            </a:extLst>
          </p:cNvPr>
          <p:cNvSpPr>
            <a:spLocks xmlns:a="http://schemas.openxmlformats.org/drawingml/2006/main" noGrp="1"/>
          </p:cNvSpPr>
          <p:nvPr/>
        </p:nvSpPr>
        <p:spPr>
          <a:xfrm xmlns:a="http://schemas.openxmlformats.org/drawingml/2006/main">
            <a:off x="11372850" y="6477000"/>
            <a:ext cx="323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12</a:t>
            </a:r>
          </a:p>
        </p:txBody>
      </p:sp>
      <p:sp>
        <p:nvSpPr>
          <p:cNvPr id="4" name="Rectangle 3">
            <a:extLst xmlns:a="http://schemas.openxmlformats.org/drawingml/2006/main">
              <a:ext uri="{FF2B5EF4-FFF2-40B4-BE49-F238E27FC236}">
                <a16:creationId xmlns:a16="http://schemas.microsoft.com/office/drawing/2014/main" id="{F54912C5-8A60-47DF-A842-BA5128106166}"/>
              </a:ext>
            </a:extLst>
          </p:cNvPr>
          <p:cNvSpPr>
            <a:spLocks xmlns:a="http://schemas.openxmlformats.org/drawingml/2006/main" noGrp="1"/>
          </p:cNvSpPr>
          <p:nvPr/>
        </p:nvSpPr>
        <p:spPr>
          <a:xfrm xmlns:a="http://schemas.openxmlformats.org/drawingml/2006/main">
            <a:off x="685800" y="781050"/>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Примена у развоју</a:t>
            </a:r>
          </a:p>
        </p:txBody>
      </p:sp>
      <p:sp>
        <p:nvSpPr>
          <p:cNvPr id="5" name="Rectangle 4">
            <a:extLst xmlns:a="http://schemas.openxmlformats.org/drawingml/2006/main">
              <a:ext uri="{FF2B5EF4-FFF2-40B4-BE49-F238E27FC236}">
                <a16:creationId xmlns:a16="http://schemas.microsoft.com/office/drawing/2014/main" id="{B5C10F75-9CB0-4F12-A263-84579BFA512D}"/>
              </a:ext>
            </a:extLst>
          </p:cNvPr>
          <p:cNvSpPr>
            <a:spLocks xmlns:a="http://schemas.openxmlformats.org/drawingml/2006/main" noGrp="1"/>
          </p:cNvSpPr>
          <p:nvPr/>
        </p:nvSpPr>
        <p:spPr>
          <a:xfrm xmlns:a="http://schemas.openxmlformats.org/drawingml/2006/main">
            <a:off x="685800" y="1428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Тим примењује тему кроз серверске провере, тестове и ревизионе записе током развоја.</a:t>
            </a:r>
          </a:p>
        </p:txBody>
      </p:sp>
      <p:sp>
        <p:nvSpPr>
          <p:cNvPr id="6" name="Rounded Rectangle 5">
            <a:extLst xmlns:a="http://schemas.openxmlformats.org/drawingml/2006/main">
              <a:ext uri="{FF2B5EF4-FFF2-40B4-BE49-F238E27FC236}">
                <a16:creationId xmlns:a16="http://schemas.microsoft.com/office/drawing/2014/main" id="{E2365EB8-70FE-4CB3-AB9E-935D18405BBE}"/>
              </a:ext>
            </a:extLst>
          </p:cNvPr>
          <p:cNvSpPr>
            <a:spLocks xmlns:a="http://schemas.openxmlformats.org/drawingml/2006/main" noGrp="1"/>
          </p:cNvSpPr>
          <p:nvPr/>
        </p:nvSpPr>
        <p:spPr>
          <a:xfrm xmlns:a="http://schemas.openxmlformats.org/drawingml/2006/main">
            <a:off x="800100" y="2209800"/>
            <a:ext cx="4810125" cy="2489791"/>
          </a:xfrm>
          <a:prstGeom xmlns:a="http://schemas.openxmlformats.org/drawingml/2006/main" prst="roundRect">
            <a:avLst>
              <a:gd name="adj" fmla="val 4667"/>
            </a:avLst>
          </a:prstGeom>
          <a:solidFill xmlns:a="http://schemas.openxmlformats.org/drawingml/2006/main">
            <a:srgbClr val="F7EFF1"/>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Rectangle 6">
            <a:extLst xmlns:a="http://schemas.openxmlformats.org/drawingml/2006/main">
              <a:ext uri="{FF2B5EF4-FFF2-40B4-BE49-F238E27FC236}">
                <a16:creationId xmlns:a16="http://schemas.microsoft.com/office/drawing/2014/main" id="{C437406F-F372-4984-A812-637723795F0A}"/>
              </a:ext>
            </a:extLst>
          </p:cNvPr>
          <p:cNvSpPr>
            <a:spLocks xmlns:a="http://schemas.openxmlformats.org/drawingml/2006/main" noGrp="1"/>
          </p:cNvSpPr>
          <p:nvPr/>
        </p:nvSpPr>
        <p:spPr>
          <a:xfrm xmlns:a="http://schemas.openxmlformats.org/drawingml/2006/main">
            <a:off x="952500" y="2333625"/>
            <a:ext cx="4505325"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2F5EF5"/>
                </a:solidFill>
                <a:latin typeface="Aptos"/>
                <a:ea typeface="Aptos"/>
                <a:cs typeface="Aptos"/>
              </a:defRPr>
            </a:pPr>
            <a:r>
              <a:rPr sz="1200" b="1">
                <a:solidFill>
                  <a:srgbClr val="7A2636"/>
                </a:solidFill>
                <a:latin typeface="Aptos"/>
                <a:ea typeface="Aptos"/>
                <a:cs typeface="Aptos"/>
              </a:rPr>
              <a:t>РАЗВОЈНИ КОНТЕКСТ</a:t>
            </a:r>
          </a:p>
        </p:txBody>
      </p:sp>
      <p:sp>
        <p:nvSpPr>
          <p:cNvPr id="8" name="Rectangle 7">
            <a:extLst xmlns:a="http://schemas.openxmlformats.org/drawingml/2006/main">
              <a:ext uri="{FF2B5EF4-FFF2-40B4-BE49-F238E27FC236}">
                <a16:creationId xmlns:a16="http://schemas.microsoft.com/office/drawing/2014/main" id="{6B555463-DA8B-4497-ABF5-D474C9C2DF94}"/>
              </a:ext>
            </a:extLst>
          </p:cNvPr>
          <p:cNvSpPr>
            <a:spLocks xmlns:a="http://schemas.openxmlformats.org/drawingml/2006/main" noGrp="1"/>
          </p:cNvSpPr>
          <p:nvPr/>
        </p:nvSpPr>
        <p:spPr>
          <a:xfrm xmlns:a="http://schemas.openxmlformats.org/drawingml/2006/main">
            <a:off x="952500" y="2581275"/>
            <a:ext cx="4505325"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2000"/>
              </a:lnSpc>
              <a:buNone/>
              <a:defRPr sz="1725" b="1">
                <a:solidFill>
                  <a:srgbClr val="1A202C"/>
                </a:solidFill>
                <a:latin typeface="Aptos"/>
                <a:ea typeface="Aptos"/>
                <a:cs typeface="Aptos"/>
              </a:defRPr>
            </a:pPr>
            <a:r>
              <a:rPr sz="1725" b="1">
                <a:solidFill>
                  <a:srgbClr val="1A202C"/>
                </a:solidFill>
                <a:latin typeface="Aptos"/>
                <a:ea typeface="Aptos"/>
                <a:cs typeface="Aptos"/>
              </a:rPr>
              <a:t>Примена принципа у коду</a:t>
            </a:r>
          </a:p>
        </p:txBody>
      </p:sp>
      <p:sp>
        <p:nvSpPr>
          <p:cNvPr id="9" name="Rectangle 8">
            <a:extLst xmlns:a="http://schemas.openxmlformats.org/drawingml/2006/main">
              <a:ext uri="{FF2B5EF4-FFF2-40B4-BE49-F238E27FC236}">
                <a16:creationId xmlns:a16="http://schemas.microsoft.com/office/drawing/2014/main" id="{40EDECFD-DB79-47B9-9032-7F232CCC7E04}"/>
              </a:ext>
            </a:extLst>
          </p:cNvPr>
          <p:cNvSpPr>
            <a:spLocks xmlns:a="http://schemas.openxmlformats.org/drawingml/2006/main" noGrp="1"/>
          </p:cNvSpPr>
          <p:nvPr/>
        </p:nvSpPr>
        <p:spPr>
          <a:xfrm xmlns:a="http://schemas.openxmlformats.org/drawingml/2006/main">
            <a:off x="952500" y="3124200"/>
            <a:ext cx="4505325" cy="1838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350" b="0">
                <a:solidFill>
                  <a:srgbClr val="657184"/>
                </a:solidFill>
                <a:latin typeface="Aptos"/>
                <a:ea typeface="Aptos"/>
                <a:cs typeface="Aptos"/>
              </a:defRPr>
            </a:pPr>
            <a:r>
              <a:rPr sz="1350" b="0">
                <a:solidFill>
                  <a:srgbClr val="657184"/>
                </a:solidFill>
                <a:latin typeface="Aptos"/>
                <a:ea typeface="Aptos"/>
                <a:cs typeface="Aptos"/>
              </a:rPr>
              <a:t>Развојни тим унапред одређује које ситуације мењају ниво поверења: промена привилегије, приступ осетљивом податку или сумњива пријава. Тајне се референцирају из безбедног извора и никада се не преносе кроз код, тестне исписе или историју репозиторијума.</a:t>
            </a:r>
          </a:p>
        </p:txBody>
      </p:sp>
      <p:sp>
        <p:nvSpPr>
          <p:cNvPr id="10" name="Rounded Rectangle 9">
            <a:extLst xmlns:a="http://schemas.openxmlformats.org/drawingml/2006/main">
              <a:ext uri="{FF2B5EF4-FFF2-40B4-BE49-F238E27FC236}">
                <a16:creationId xmlns:a16="http://schemas.microsoft.com/office/drawing/2014/main" id="{6BD61561-0E7A-477A-8243-50E7DC407904}"/>
              </a:ext>
            </a:extLst>
          </p:cNvPr>
          <p:cNvSpPr>
            <a:spLocks xmlns:a="http://schemas.openxmlformats.org/drawingml/2006/main" noGrp="1"/>
          </p:cNvSpPr>
          <p:nvPr/>
        </p:nvSpPr>
        <p:spPr>
          <a:xfrm xmlns:a="http://schemas.openxmlformats.org/drawingml/2006/main">
            <a:off x="6038850" y="2209800"/>
            <a:ext cx="5353050" cy="819150"/>
          </a:xfrm>
          <a:prstGeom xmlns:a="http://schemas.openxmlformats.org/drawingml/2006/main" prst="roundRect">
            <a:avLst>
              <a:gd name="adj" fmla="val 16279"/>
            </a:avLst>
          </a:prstGeom>
          <a:solidFill xmlns:a="http://schemas.openxmlformats.org/drawingml/2006/main">
            <a:srgbClr val="F4F6F9"/>
          </a:solidFill>
          <a:ln xmlns:a="http://schemas.openxmlformats.org/drawingml/2006/main" w="9525">
            <a:solidFill>
              <a:srgbClr val="D7DEE8"/>
            </a:solidFill>
            <a:prstDash val="solid"/>
          </a:ln>
        </p:spPr>
      </p:sp>
      <p:sp>
        <p:nvSpPr>
          <p:cNvPr id="11" name="Rectangle 10">
            <a:extLst xmlns:a="http://schemas.openxmlformats.org/drawingml/2006/main">
              <a:ext uri="{FF2B5EF4-FFF2-40B4-BE49-F238E27FC236}">
                <a16:creationId xmlns:a16="http://schemas.microsoft.com/office/drawing/2014/main" id="{D8926BAF-790A-4C4E-93D7-6496F2EA8F14}"/>
              </a:ext>
            </a:extLst>
          </p:cNvPr>
          <p:cNvSpPr>
            <a:spLocks xmlns:a="http://schemas.openxmlformats.org/drawingml/2006/main" noGrp="1"/>
          </p:cNvSpPr>
          <p:nvPr/>
        </p:nvSpPr>
        <p:spPr>
          <a:xfrm xmlns:a="http://schemas.openxmlformats.org/drawingml/2006/main">
            <a:off x="6191250" y="2333625"/>
            <a:ext cx="5048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748092"/>
                </a:solidFill>
                <a:latin typeface="Aptos"/>
                <a:ea typeface="Aptos"/>
                <a:cs typeface="Aptos"/>
              </a:defRPr>
            </a:pPr>
            <a:r>
              <a:rPr sz="1200" b="1">
                <a:solidFill>
                  <a:srgbClr val="748092"/>
                </a:solidFill>
                <a:latin typeface="Aptos"/>
                <a:ea typeface="Aptos"/>
                <a:cs typeface="Aptos"/>
              </a:rPr>
              <a:t>01</a:t>
            </a:r>
          </a:p>
        </p:txBody>
      </p:sp>
      <p:sp>
        <p:nvSpPr>
          <p:cNvPr id="12" name="Rectangle 11">
            <a:extLst xmlns:a="http://schemas.openxmlformats.org/drawingml/2006/main">
              <a:ext uri="{FF2B5EF4-FFF2-40B4-BE49-F238E27FC236}">
                <a16:creationId xmlns:a16="http://schemas.microsoft.com/office/drawing/2014/main" id="{C0569D33-1726-487A-9BE8-F3361406EFC1}"/>
              </a:ext>
            </a:extLst>
          </p:cNvPr>
          <p:cNvSpPr>
            <a:spLocks xmlns:a="http://schemas.openxmlformats.org/drawingml/2006/main" noGrp="1"/>
          </p:cNvSpPr>
          <p:nvPr/>
        </p:nvSpPr>
        <p:spPr>
          <a:xfrm xmlns:a="http://schemas.openxmlformats.org/drawingml/2006/main">
            <a:off x="6191250" y="2581275"/>
            <a:ext cx="5048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Дефинисана одлука и њена граница.</a:t>
            </a:r>
          </a:p>
        </p:txBody>
      </p:sp>
      <p:sp>
        <p:nvSpPr>
          <p:cNvPr id="13" name="Rounded Rectangle 12">
            <a:extLst xmlns:a="http://schemas.openxmlformats.org/drawingml/2006/main">
              <a:ext uri="{FF2B5EF4-FFF2-40B4-BE49-F238E27FC236}">
                <a16:creationId xmlns:a16="http://schemas.microsoft.com/office/drawing/2014/main" id="{F95483CD-7003-4E70-AF28-EB5FA8C5FD11}"/>
              </a:ext>
            </a:extLst>
          </p:cNvPr>
          <p:cNvSpPr>
            <a:spLocks xmlns:a="http://schemas.openxmlformats.org/drawingml/2006/main" noGrp="1"/>
          </p:cNvSpPr>
          <p:nvPr/>
        </p:nvSpPr>
        <p:spPr>
          <a:xfrm xmlns:a="http://schemas.openxmlformats.org/drawingml/2006/main">
            <a:off x="6038850" y="3200400"/>
            <a:ext cx="5353050" cy="819150"/>
          </a:xfrm>
          <a:prstGeom xmlns:a="http://schemas.openxmlformats.org/drawingml/2006/main" prst="roundRect">
            <a:avLst>
              <a:gd name="adj" fmla="val 16279"/>
            </a:avLst>
          </a:prstGeom>
          <a:solidFill xmlns:a="http://schemas.openxmlformats.org/drawingml/2006/main">
            <a:srgbClr val="F7F4F5"/>
          </a:solidFill>
          <a:ln xmlns:a="http://schemas.openxmlformats.org/drawingml/2006/main" w="9525">
            <a:solidFill>
              <a:srgbClr val="D7DEE8"/>
            </a:solidFill>
            <a:prstDash val="solid"/>
          </a:ln>
        </p:spPr>
      </p:sp>
      <p:sp>
        <p:nvSpPr>
          <p:cNvPr id="14" name="Rectangle 13">
            <a:extLst xmlns:a="http://schemas.openxmlformats.org/drawingml/2006/main">
              <a:ext uri="{FF2B5EF4-FFF2-40B4-BE49-F238E27FC236}">
                <a16:creationId xmlns:a16="http://schemas.microsoft.com/office/drawing/2014/main" id="{D90A9C39-D5A7-468B-BCAC-36200D43CA74}"/>
              </a:ext>
            </a:extLst>
          </p:cNvPr>
          <p:cNvSpPr>
            <a:spLocks xmlns:a="http://schemas.openxmlformats.org/drawingml/2006/main" noGrp="1"/>
          </p:cNvSpPr>
          <p:nvPr/>
        </p:nvSpPr>
        <p:spPr>
          <a:xfrm xmlns:a="http://schemas.openxmlformats.org/drawingml/2006/main">
            <a:off x="6191250" y="3324225"/>
            <a:ext cx="5048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7651D4"/>
                </a:solidFill>
                <a:latin typeface="Aptos"/>
                <a:ea typeface="Aptos"/>
                <a:cs typeface="Aptos"/>
              </a:defRPr>
            </a:pPr>
            <a:r>
              <a:rPr sz="1200" b="1">
                <a:solidFill>
                  <a:srgbClr val="7A2636"/>
                </a:solidFill>
                <a:latin typeface="Aptos"/>
                <a:ea typeface="Aptos"/>
                <a:cs typeface="Aptos"/>
              </a:rPr>
              <a:t>02</a:t>
            </a:r>
          </a:p>
        </p:txBody>
      </p:sp>
      <p:sp>
        <p:nvSpPr>
          <p:cNvPr id="15" name="Rectangle 14">
            <a:extLst xmlns:a="http://schemas.openxmlformats.org/drawingml/2006/main">
              <a:ext uri="{FF2B5EF4-FFF2-40B4-BE49-F238E27FC236}">
                <a16:creationId xmlns:a16="http://schemas.microsoft.com/office/drawing/2014/main" id="{116E3B98-042F-4064-B24B-5C30A28A0D07}"/>
              </a:ext>
            </a:extLst>
          </p:cNvPr>
          <p:cNvSpPr>
            <a:spLocks xmlns:a="http://schemas.openxmlformats.org/drawingml/2006/main" noGrp="1"/>
          </p:cNvSpPr>
          <p:nvPr/>
        </p:nvSpPr>
        <p:spPr>
          <a:xfrm xmlns:a="http://schemas.openxmlformats.org/drawingml/2006/main">
            <a:off x="6191250" y="3571875"/>
            <a:ext cx="5048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Серверска имплементација провере.</a:t>
            </a:r>
          </a:p>
        </p:txBody>
      </p:sp>
      <p:sp>
        <p:nvSpPr>
          <p:cNvPr id="16" name="Rounded Rectangle 15">
            <a:extLst xmlns:a="http://schemas.openxmlformats.org/drawingml/2006/main">
              <a:ext uri="{FF2B5EF4-FFF2-40B4-BE49-F238E27FC236}">
                <a16:creationId xmlns:a16="http://schemas.microsoft.com/office/drawing/2014/main" id="{160EC521-1F62-4A7B-B84A-3E30011CCD0F}"/>
              </a:ext>
            </a:extLst>
          </p:cNvPr>
          <p:cNvSpPr>
            <a:spLocks xmlns:a="http://schemas.openxmlformats.org/drawingml/2006/main" noGrp="1"/>
          </p:cNvSpPr>
          <p:nvPr/>
        </p:nvSpPr>
        <p:spPr>
          <a:xfrm xmlns:a="http://schemas.openxmlformats.org/drawingml/2006/main">
            <a:off x="6038850" y="4191000"/>
            <a:ext cx="5353050" cy="819150"/>
          </a:xfrm>
          <a:prstGeom xmlns:a="http://schemas.openxmlformats.org/drawingml/2006/main" prst="roundRect">
            <a:avLst>
              <a:gd name="adj" fmla="val 16279"/>
            </a:avLst>
          </a:prstGeom>
          <a:solidFill xmlns:a="http://schemas.openxmlformats.org/drawingml/2006/main">
            <a:srgbClr val="EDF8F2"/>
          </a:solidFill>
          <a:ln xmlns:a="http://schemas.openxmlformats.org/drawingml/2006/main" w="9525">
            <a:solidFill>
              <a:srgbClr val="D7DEE8"/>
            </a:solidFill>
            <a:prstDash val="solid"/>
          </a:ln>
        </p:spPr>
      </p:sp>
      <p:sp>
        <p:nvSpPr>
          <p:cNvPr id="17" name="Rectangle 16">
            <a:extLst xmlns:a="http://schemas.openxmlformats.org/drawingml/2006/main">
              <a:ext uri="{FF2B5EF4-FFF2-40B4-BE49-F238E27FC236}">
                <a16:creationId xmlns:a16="http://schemas.microsoft.com/office/drawing/2014/main" id="{C0E24C8D-E811-4A81-9215-F4167C52F7D3}"/>
              </a:ext>
            </a:extLst>
          </p:cNvPr>
          <p:cNvSpPr>
            <a:spLocks xmlns:a="http://schemas.openxmlformats.org/drawingml/2006/main" noGrp="1"/>
          </p:cNvSpPr>
          <p:nvPr/>
        </p:nvSpPr>
        <p:spPr>
          <a:xfrm xmlns:a="http://schemas.openxmlformats.org/drawingml/2006/main">
            <a:off x="6191250" y="4314825"/>
            <a:ext cx="5048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03</a:t>
            </a:r>
          </a:p>
        </p:txBody>
      </p:sp>
      <p:sp>
        <p:nvSpPr>
          <p:cNvPr id="18" name="Rectangle 17">
            <a:extLst xmlns:a="http://schemas.openxmlformats.org/drawingml/2006/main">
              <a:ext uri="{FF2B5EF4-FFF2-40B4-BE49-F238E27FC236}">
                <a16:creationId xmlns:a16="http://schemas.microsoft.com/office/drawing/2014/main" id="{E1211A18-C48D-456A-9456-54466B4B2179}"/>
              </a:ext>
            </a:extLst>
          </p:cNvPr>
          <p:cNvSpPr>
            <a:spLocks xmlns:a="http://schemas.openxmlformats.org/drawingml/2006/main" noGrp="1"/>
          </p:cNvSpPr>
          <p:nvPr/>
        </p:nvSpPr>
        <p:spPr>
          <a:xfrm xmlns:a="http://schemas.openxmlformats.org/drawingml/2006/main">
            <a:off x="6191250" y="4562475"/>
            <a:ext cx="5048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Позитиван и негативан доказ.</a:t>
            </a:r>
          </a:p>
        </p:txBody>
      </p:sp>
    </p:spTree>
    <p:extLst>
      <p:ext uri="{BB962C8B-B14F-4D97-AF65-F5344CB8AC3E}">
        <p14:creationId xmlns:p14="http://schemas.microsoft.com/office/powerpoint/2010/main" val="15824570"/>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Rectangle 18">
            <a:extLst xmlns:a="http://schemas.openxmlformats.org/drawingml/2006/main">
              <a:ext uri="{FF2B5EF4-FFF2-40B4-BE49-F238E27FC236}">
                <a16:creationId xmlns:a16="http://schemas.microsoft.com/office/drawing/2014/main" id="{AF8666B0-7314-44A0-948F-288F12134D6E}"/>
              </a:ext>
            </a:extLst>
          </p:cNvPr>
          <p:cNvSpPr>
            <a:spLocks xmlns:a="http://schemas.openxmlformats.org/drawingml/2006/main" noGrp="1"/>
          </p:cNvSpPr>
          <p:nvPr/>
        </p:nvSpPr>
        <p:spPr>
          <a:xfrm xmlns:a="http://schemas.openxmlformats.org/drawingml/2006/main">
            <a:off x="495300" y="238125"/>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57184"/>
                </a:solidFill>
                <a:latin typeface="Aptos"/>
                <a:ea typeface="Aptos"/>
                <a:cs typeface="Aptos"/>
              </a:defRPr>
            </a:pPr>
            <a:r>
              <a:rPr sz="825" b="0">
                <a:solidFill>
                  <a:srgbClr val="5E6B7D"/>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B2AEF999-F629-4A89-B4C7-141AF654B2FC}"/>
              </a:ext>
            </a:extLst>
          </p:cNvPr>
          <p:cNvSpPr>
            <a:spLocks xmlns:a="http://schemas.openxmlformats.org/drawingml/2006/main" noGrp="1"/>
          </p:cNvSpPr>
          <p:nvPr/>
        </p:nvSpPr>
        <p:spPr>
          <a:xfrm xmlns:a="http://schemas.openxmlformats.org/drawingml/2006/main">
            <a:off x="495300" y="476250"/>
            <a:ext cx="11201400" cy="9525"/>
          </a:xfrm>
          <a:prstGeom xmlns:a="http://schemas.openxmlformats.org/drawingml/2006/main" prst="line">
            <a:avLst/>
          </a:prstGeom>
          <a:solidFill xmlns:a="http://schemas.openxmlformats.org/drawingml/2006/main">
            <a:srgbClr val="8D5560"/>
          </a:solidFill>
          <a:ln xmlns:a="http://schemas.openxmlformats.org/drawingml/2006/main" w="7144">
            <a:solidFill>
              <a:srgbClr val="8D5560"/>
            </a:solidFill>
            <a:prstDash val="solid"/>
          </a:ln>
        </p:spPr>
      </p:sp>
      <p:sp>
        <p:nvSpPr>
          <p:cNvPr id="3" name="Rectangle 2">
            <a:extLst xmlns:a="http://schemas.openxmlformats.org/drawingml/2006/main">
              <a:ext uri="{FF2B5EF4-FFF2-40B4-BE49-F238E27FC236}">
                <a16:creationId xmlns:a16="http://schemas.microsoft.com/office/drawing/2014/main" id="{39025FFF-8516-40AA-9F8C-EA1423FC1B39}"/>
              </a:ext>
            </a:extLst>
          </p:cNvPr>
          <p:cNvSpPr>
            <a:spLocks xmlns:a="http://schemas.openxmlformats.org/drawingml/2006/main" noGrp="1"/>
          </p:cNvSpPr>
          <p:nvPr/>
        </p:nvSpPr>
        <p:spPr>
          <a:xfrm xmlns:a="http://schemas.openxmlformats.org/drawingml/2006/main">
            <a:off x="11372850" y="6477000"/>
            <a:ext cx="323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13</a:t>
            </a:r>
          </a:p>
        </p:txBody>
      </p:sp>
      <p:sp>
        <p:nvSpPr>
          <p:cNvPr id="4" name="Rectangle 3">
            <a:extLst xmlns:a="http://schemas.openxmlformats.org/drawingml/2006/main">
              <a:ext uri="{FF2B5EF4-FFF2-40B4-BE49-F238E27FC236}">
                <a16:creationId xmlns:a16="http://schemas.microsoft.com/office/drawing/2014/main" id="{A38A2FBC-C1D9-4707-B809-599FC662CF46}"/>
              </a:ext>
            </a:extLst>
          </p:cNvPr>
          <p:cNvSpPr>
            <a:spLocks xmlns:a="http://schemas.openxmlformats.org/drawingml/2006/main" noGrp="1"/>
          </p:cNvSpPr>
          <p:nvPr/>
        </p:nvSpPr>
        <p:spPr>
          <a:xfrm xmlns:a="http://schemas.openxmlformats.org/drawingml/2006/main">
            <a:off x="685800" y="781050"/>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Случај: сесија после промене привилегије</a:t>
            </a:r>
          </a:p>
        </p:txBody>
      </p:sp>
      <p:sp>
        <p:nvSpPr>
          <p:cNvPr id="5" name="Rectangle 4">
            <a:extLst xmlns:a="http://schemas.openxmlformats.org/drawingml/2006/main">
              <a:ext uri="{FF2B5EF4-FFF2-40B4-BE49-F238E27FC236}">
                <a16:creationId xmlns:a16="http://schemas.microsoft.com/office/drawing/2014/main" id="{314DA63B-20AD-4736-8974-EBFFC2ACC2CC}"/>
              </a:ext>
            </a:extLst>
          </p:cNvPr>
          <p:cNvSpPr>
            <a:spLocks xmlns:a="http://schemas.openxmlformats.org/drawingml/2006/main" noGrp="1"/>
          </p:cNvSpPr>
          <p:nvPr/>
        </p:nvSpPr>
        <p:spPr>
          <a:xfrm xmlns:a="http://schemas.openxmlformats.org/drawingml/2006/main">
            <a:off x="685800" y="1428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Случај повезује опште правило са конкретним контекстом, серверском провером и очекиваним исходом.</a:t>
            </a:r>
          </a:p>
        </p:txBody>
      </p:sp>
      <p:sp>
        <p:nvSpPr>
          <p:cNvPr id="6" name="Rounded Rectangle 5">
            <a:extLst xmlns:a="http://schemas.openxmlformats.org/drawingml/2006/main">
              <a:ext uri="{FF2B5EF4-FFF2-40B4-BE49-F238E27FC236}">
                <a16:creationId xmlns:a16="http://schemas.microsoft.com/office/drawing/2014/main" id="{96CFFB0C-90B8-4192-BD5A-F562F0C59EF0}"/>
              </a:ext>
            </a:extLst>
          </p:cNvPr>
          <p:cNvSpPr>
            <a:spLocks xmlns:a="http://schemas.openxmlformats.org/drawingml/2006/main" noGrp="1"/>
          </p:cNvSpPr>
          <p:nvPr/>
        </p:nvSpPr>
        <p:spPr>
          <a:xfrm xmlns:a="http://schemas.openxmlformats.org/drawingml/2006/main">
            <a:off x="781050" y="2143125"/>
            <a:ext cx="10629900" cy="1619250"/>
          </a:xfrm>
          <a:prstGeom xmlns:a="http://schemas.openxmlformats.org/drawingml/2006/main" prst="roundRect">
            <a:avLst>
              <a:gd name="adj" fmla="val 8235"/>
            </a:avLst>
          </a:prstGeom>
          <a:solidFill xmlns:a="http://schemas.openxmlformats.org/drawingml/2006/main">
            <a:srgbClr val="F4F6F9"/>
          </a:solidFill>
          <a:ln xmlns:a="http://schemas.openxmlformats.org/drawingml/2006/main" w="9525">
            <a:solidFill>
              <a:srgbClr val="D7DEE8"/>
            </a:solidFill>
            <a:prstDash val="solid"/>
          </a:ln>
        </p:spPr>
      </p:sp>
      <p:sp>
        <p:nvSpPr>
          <p:cNvPr id="7" name="Rectangle 6">
            <a:extLst xmlns:a="http://schemas.openxmlformats.org/drawingml/2006/main">
              <a:ext uri="{FF2B5EF4-FFF2-40B4-BE49-F238E27FC236}">
                <a16:creationId xmlns:a16="http://schemas.microsoft.com/office/drawing/2014/main" id="{A8BB0E95-EF0D-4B5E-B347-067CFEB71127}"/>
              </a:ext>
            </a:extLst>
          </p:cNvPr>
          <p:cNvSpPr>
            <a:spLocks xmlns:a="http://schemas.openxmlformats.org/drawingml/2006/main" noGrp="1"/>
          </p:cNvSpPr>
          <p:nvPr/>
        </p:nvSpPr>
        <p:spPr>
          <a:xfrm xmlns:a="http://schemas.openxmlformats.org/drawingml/2006/main">
            <a:off x="933450" y="2266950"/>
            <a:ext cx="103251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748092"/>
                </a:solidFill>
                <a:latin typeface="Aptos"/>
                <a:ea typeface="Aptos"/>
                <a:cs typeface="Aptos"/>
              </a:defRPr>
            </a:pPr>
            <a:r>
              <a:rPr sz="1200" b="1">
                <a:solidFill>
                  <a:srgbClr val="748092"/>
                </a:solidFill>
                <a:latin typeface="Aptos"/>
                <a:ea typeface="Aptos"/>
                <a:cs typeface="Aptos"/>
              </a:rPr>
              <a:t>СЦЕНАРИО</a:t>
            </a:r>
          </a:p>
        </p:txBody>
      </p:sp>
      <p:sp>
        <p:nvSpPr>
          <p:cNvPr id="8" name="Rectangle 7">
            <a:extLst xmlns:a="http://schemas.openxmlformats.org/drawingml/2006/main">
              <a:ext uri="{FF2B5EF4-FFF2-40B4-BE49-F238E27FC236}">
                <a16:creationId xmlns:a16="http://schemas.microsoft.com/office/drawing/2014/main" id="{1DD3F05E-A243-4AF5-8B29-3E678C75A457}"/>
              </a:ext>
            </a:extLst>
          </p:cNvPr>
          <p:cNvSpPr>
            <a:spLocks xmlns:a="http://schemas.openxmlformats.org/drawingml/2006/main" noGrp="1"/>
          </p:cNvSpPr>
          <p:nvPr/>
        </p:nvSpPr>
        <p:spPr>
          <a:xfrm xmlns:a="http://schemas.openxmlformats.org/drawingml/2006/main">
            <a:off x="933450" y="2514600"/>
            <a:ext cx="103251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725" b="1">
                <a:solidFill>
                  <a:srgbClr val="1A202C"/>
                </a:solidFill>
                <a:latin typeface="Aptos"/>
                <a:ea typeface="Aptos"/>
                <a:cs typeface="Aptos"/>
              </a:defRPr>
            </a:pPr>
            <a:r>
              <a:rPr sz="1725" b="1">
                <a:solidFill>
                  <a:srgbClr val="1A202C"/>
                </a:solidFill>
                <a:latin typeface="Aptos"/>
                <a:ea typeface="Aptos"/>
                <a:cs typeface="Aptos"/>
              </a:rPr>
              <a:t>Пример: сесија после промене привилегије</a:t>
            </a:r>
          </a:p>
        </p:txBody>
      </p:sp>
      <p:sp>
        <p:nvSpPr>
          <p:cNvPr id="9" name="Rectangle 8">
            <a:extLst xmlns:a="http://schemas.openxmlformats.org/drawingml/2006/main">
              <a:ext uri="{FF2B5EF4-FFF2-40B4-BE49-F238E27FC236}">
                <a16:creationId xmlns:a16="http://schemas.microsoft.com/office/drawing/2014/main" id="{59D1F3B8-3EEE-4D97-B30F-EBBC81B5659F}"/>
              </a:ext>
            </a:extLst>
          </p:cNvPr>
          <p:cNvSpPr>
            <a:spLocks xmlns:a="http://schemas.openxmlformats.org/drawingml/2006/main" noGrp="1"/>
          </p:cNvSpPr>
          <p:nvPr/>
        </p:nvSpPr>
        <p:spPr>
          <a:xfrm xmlns:a="http://schemas.openxmlformats.org/drawingml/2006/main">
            <a:off x="933450" y="2981325"/>
            <a:ext cx="10325100"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275" b="0">
                <a:solidFill>
                  <a:srgbClr val="657184"/>
                </a:solidFill>
                <a:latin typeface="Aptos"/>
                <a:ea typeface="Aptos"/>
                <a:cs typeface="Aptos"/>
              </a:defRPr>
            </a:pPr>
            <a:r>
              <a:rPr sz="1275" b="0">
                <a:solidFill>
                  <a:srgbClr val="657184"/>
                </a:solidFill>
                <a:latin typeface="Aptos"/>
                <a:ea typeface="Aptos"/>
                <a:cs typeface="Aptos"/>
              </a:rPr>
              <a:t>Корисник се пријавио ујутру, а касније током дана добија виши ниво приступа. Ако систем не преиспита постојећу сесију, корисник може извршити ризичну радњу без додатне потврде која би била потребна да се пријављује у том тренутку. Обрнуто, одузета привилегија мора заиста да престане да важи, а не да чека крај дуготрајне сесије.</a:t>
            </a:r>
          </a:p>
        </p:txBody>
      </p:sp>
      <p:sp>
        <p:nvSpPr>
          <p:cNvPr id="10" name="Rounded Rectangle 9">
            <a:extLst xmlns:a="http://schemas.openxmlformats.org/drawingml/2006/main">
              <a:ext uri="{FF2B5EF4-FFF2-40B4-BE49-F238E27FC236}">
                <a16:creationId xmlns:a16="http://schemas.microsoft.com/office/drawing/2014/main" id="{8ABF42BF-8012-4C99-975B-CED13F5F8F70}"/>
              </a:ext>
            </a:extLst>
          </p:cNvPr>
          <p:cNvSpPr>
            <a:spLocks xmlns:a="http://schemas.openxmlformats.org/drawingml/2006/main" noGrp="1"/>
          </p:cNvSpPr>
          <p:nvPr/>
        </p:nvSpPr>
        <p:spPr>
          <a:xfrm xmlns:a="http://schemas.openxmlformats.org/drawingml/2006/main">
            <a:off x="781050" y="4048125"/>
            <a:ext cx="3352800" cy="1352550"/>
          </a:xfrm>
          <a:prstGeom xmlns:a="http://schemas.openxmlformats.org/drawingml/2006/main" prst="roundRect">
            <a:avLst>
              <a:gd name="adj" fmla="val 9859"/>
            </a:avLst>
          </a:prstGeom>
          <a:solidFill xmlns:a="http://schemas.openxmlformats.org/drawingml/2006/main">
            <a:srgbClr val="F7EFF1"/>
          </a:solidFill>
          <a:ln xmlns:a="http://schemas.openxmlformats.org/drawingml/2006/main" w="9525">
            <a:solidFill>
              <a:srgbClr val="D7DEE8"/>
            </a:solidFill>
            <a:prstDash val="solid"/>
          </a:ln>
        </p:spPr>
      </p:sp>
      <p:sp>
        <p:nvSpPr>
          <p:cNvPr id="11" name="Rectangle 10">
            <a:extLst xmlns:a="http://schemas.openxmlformats.org/drawingml/2006/main">
              <a:ext uri="{FF2B5EF4-FFF2-40B4-BE49-F238E27FC236}">
                <a16:creationId xmlns:a16="http://schemas.microsoft.com/office/drawing/2014/main" id="{D5DC3B68-EB8A-4185-A601-C7B4B2C043D4}"/>
              </a:ext>
            </a:extLst>
          </p:cNvPr>
          <p:cNvSpPr>
            <a:spLocks xmlns:a="http://schemas.openxmlformats.org/drawingml/2006/main" noGrp="1"/>
          </p:cNvSpPr>
          <p:nvPr/>
        </p:nvSpPr>
        <p:spPr>
          <a:xfrm xmlns:a="http://schemas.openxmlformats.org/drawingml/2006/main">
            <a:off x="933450" y="4171950"/>
            <a:ext cx="3048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2F5EF5"/>
                </a:solidFill>
                <a:latin typeface="Aptos"/>
                <a:ea typeface="Aptos"/>
                <a:cs typeface="Aptos"/>
              </a:defRPr>
            </a:pPr>
            <a:r>
              <a:rPr sz="1200" b="1">
                <a:solidFill>
                  <a:srgbClr val="7A2636"/>
                </a:solidFill>
                <a:latin typeface="Aptos"/>
                <a:ea typeface="Aptos"/>
                <a:cs typeface="Aptos"/>
              </a:rPr>
              <a:t>01</a:t>
            </a:r>
          </a:p>
        </p:txBody>
      </p:sp>
      <p:sp>
        <p:nvSpPr>
          <p:cNvPr id="12" name="Rectangle 11">
            <a:extLst xmlns:a="http://schemas.openxmlformats.org/drawingml/2006/main">
              <a:ext uri="{FF2B5EF4-FFF2-40B4-BE49-F238E27FC236}">
                <a16:creationId xmlns:a16="http://schemas.microsoft.com/office/drawing/2014/main" id="{8834A574-5419-42F9-BD3F-8ECBB800E3CE}"/>
              </a:ext>
            </a:extLst>
          </p:cNvPr>
          <p:cNvSpPr>
            <a:spLocks xmlns:a="http://schemas.openxmlformats.org/drawingml/2006/main" noGrp="1"/>
          </p:cNvSpPr>
          <p:nvPr/>
        </p:nvSpPr>
        <p:spPr>
          <a:xfrm xmlns:a="http://schemas.openxmlformats.org/drawingml/2006/main">
            <a:off x="933450" y="4419600"/>
            <a:ext cx="3048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275" b="1">
                <a:solidFill>
                  <a:srgbClr val="1A202C"/>
                </a:solidFill>
                <a:latin typeface="Aptos"/>
                <a:ea typeface="Aptos"/>
                <a:cs typeface="Aptos"/>
              </a:defRPr>
            </a:pPr>
            <a:r>
              <a:rPr sz="1275" b="1">
                <a:solidFill>
                  <a:srgbClr val="1A202C"/>
                </a:solidFill>
                <a:latin typeface="Aptos"/>
                <a:ea typeface="Aptos"/>
                <a:cs typeface="Aptos"/>
              </a:rPr>
              <a:t>Сесија је привремени доказ контекста, не трајна потврда поверења.</a:t>
            </a:r>
          </a:p>
        </p:txBody>
      </p:sp>
      <p:sp>
        <p:nvSpPr>
          <p:cNvPr id="13" name="Rounded Rectangle 12">
            <a:extLst xmlns:a="http://schemas.openxmlformats.org/drawingml/2006/main">
              <a:ext uri="{FF2B5EF4-FFF2-40B4-BE49-F238E27FC236}">
                <a16:creationId xmlns:a16="http://schemas.microsoft.com/office/drawing/2014/main" id="{2658D6EB-DDB2-43D0-B2AE-412D21ADFA2F}"/>
              </a:ext>
            </a:extLst>
          </p:cNvPr>
          <p:cNvSpPr>
            <a:spLocks xmlns:a="http://schemas.openxmlformats.org/drawingml/2006/main" noGrp="1"/>
          </p:cNvSpPr>
          <p:nvPr/>
        </p:nvSpPr>
        <p:spPr>
          <a:xfrm xmlns:a="http://schemas.openxmlformats.org/drawingml/2006/main">
            <a:off x="4391025" y="4048125"/>
            <a:ext cx="3352800" cy="1352550"/>
          </a:xfrm>
          <a:prstGeom xmlns:a="http://schemas.openxmlformats.org/drawingml/2006/main" prst="roundRect">
            <a:avLst>
              <a:gd name="adj" fmla="val 9859"/>
            </a:avLst>
          </a:prstGeom>
          <a:solidFill xmlns:a="http://schemas.openxmlformats.org/drawingml/2006/main">
            <a:srgbClr val="FFF6E9"/>
          </a:solidFill>
          <a:ln xmlns:a="http://schemas.openxmlformats.org/drawingml/2006/main" w="9525">
            <a:solidFill>
              <a:srgbClr val="D7DEE8"/>
            </a:solidFill>
            <a:prstDash val="solid"/>
          </a:ln>
        </p:spPr>
      </p:sp>
      <p:sp>
        <p:nvSpPr>
          <p:cNvPr id="14" name="Rectangle 13">
            <a:extLst xmlns:a="http://schemas.openxmlformats.org/drawingml/2006/main">
              <a:ext uri="{FF2B5EF4-FFF2-40B4-BE49-F238E27FC236}">
                <a16:creationId xmlns:a16="http://schemas.microsoft.com/office/drawing/2014/main" id="{CB1FD298-890F-496F-95AC-F33B4C274E03}"/>
              </a:ext>
            </a:extLst>
          </p:cNvPr>
          <p:cNvSpPr>
            <a:spLocks xmlns:a="http://schemas.openxmlformats.org/drawingml/2006/main" noGrp="1"/>
          </p:cNvSpPr>
          <p:nvPr/>
        </p:nvSpPr>
        <p:spPr>
          <a:xfrm xmlns:a="http://schemas.openxmlformats.org/drawingml/2006/main">
            <a:off x="4543425" y="4171950"/>
            <a:ext cx="3048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B86A09"/>
                </a:solidFill>
                <a:latin typeface="Aptos"/>
                <a:ea typeface="Aptos"/>
                <a:cs typeface="Aptos"/>
              </a:defRPr>
            </a:pPr>
            <a:r>
              <a:rPr sz="1200" b="1">
                <a:solidFill>
                  <a:srgbClr val="B86A09"/>
                </a:solidFill>
                <a:latin typeface="Aptos"/>
                <a:ea typeface="Aptos"/>
                <a:cs typeface="Aptos"/>
              </a:rPr>
              <a:t>02</a:t>
            </a:r>
          </a:p>
        </p:txBody>
      </p:sp>
      <p:sp>
        <p:nvSpPr>
          <p:cNvPr id="15" name="Rectangle 14">
            <a:extLst xmlns:a="http://schemas.openxmlformats.org/drawingml/2006/main">
              <a:ext uri="{FF2B5EF4-FFF2-40B4-BE49-F238E27FC236}">
                <a16:creationId xmlns:a16="http://schemas.microsoft.com/office/drawing/2014/main" id="{ACA01015-E263-4ED5-93F6-6588435638B0}"/>
              </a:ext>
            </a:extLst>
          </p:cNvPr>
          <p:cNvSpPr>
            <a:spLocks xmlns:a="http://schemas.openxmlformats.org/drawingml/2006/main" noGrp="1"/>
          </p:cNvSpPr>
          <p:nvPr/>
        </p:nvSpPr>
        <p:spPr>
          <a:xfrm xmlns:a="http://schemas.openxmlformats.org/drawingml/2006/main">
            <a:off x="4543425" y="4419600"/>
            <a:ext cx="3048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98520"/>
          </a:bodyPr>
          <a:lstStyle xmlns:a="http://schemas.openxmlformats.org/drawingml/2006/main"/>
          <a:p xmlns:a="http://schemas.openxmlformats.org/drawingml/2006/main">
            <a:pPr algn="l">
              <a:lnSpc>
                <a:spcPct val="102000"/>
              </a:lnSpc>
              <a:buNone/>
              <a:defRPr sz="1275" b="1">
                <a:solidFill>
                  <a:srgbClr val="1A202C"/>
                </a:solidFill>
                <a:latin typeface="Aptos"/>
                <a:ea typeface="Aptos"/>
                <a:cs typeface="Aptos"/>
              </a:defRPr>
            </a:pPr>
            <a:r>
              <a:rPr sz="1275" b="1">
                <a:solidFill>
                  <a:srgbClr val="1A202C"/>
                </a:solidFill>
                <a:latin typeface="Aptos"/>
                <a:ea typeface="Aptos"/>
                <a:cs typeface="Aptos"/>
              </a:rPr>
              <a:t>Step-up аутентикација има смисла када се ризик радње промени, а не као произвољна препрека за све кориснике.</a:t>
            </a:r>
          </a:p>
        </p:txBody>
      </p:sp>
      <p:sp>
        <p:nvSpPr>
          <p:cNvPr id="16" name="Rounded Rectangle 15">
            <a:extLst xmlns:a="http://schemas.openxmlformats.org/drawingml/2006/main">
              <a:ext uri="{FF2B5EF4-FFF2-40B4-BE49-F238E27FC236}">
                <a16:creationId xmlns:a16="http://schemas.microsoft.com/office/drawing/2014/main" id="{C22D51D6-0109-446A-A3E2-CFCF86D6CB21}"/>
              </a:ext>
            </a:extLst>
          </p:cNvPr>
          <p:cNvSpPr>
            <a:spLocks xmlns:a="http://schemas.openxmlformats.org/drawingml/2006/main" noGrp="1"/>
          </p:cNvSpPr>
          <p:nvPr/>
        </p:nvSpPr>
        <p:spPr>
          <a:xfrm xmlns:a="http://schemas.openxmlformats.org/drawingml/2006/main">
            <a:off x="8001000" y="4048125"/>
            <a:ext cx="3352800" cy="1352550"/>
          </a:xfrm>
          <a:prstGeom xmlns:a="http://schemas.openxmlformats.org/drawingml/2006/main" prst="roundRect">
            <a:avLst>
              <a:gd name="adj" fmla="val 9859"/>
            </a:avLst>
          </a:prstGeom>
          <a:solidFill xmlns:a="http://schemas.openxmlformats.org/drawingml/2006/main">
            <a:srgbClr val="EDF8F2"/>
          </a:solidFill>
          <a:ln xmlns:a="http://schemas.openxmlformats.org/drawingml/2006/main" w="9525">
            <a:solidFill>
              <a:srgbClr val="D7DEE8"/>
            </a:solidFill>
            <a:prstDash val="solid"/>
          </a:ln>
        </p:spPr>
      </p:sp>
      <p:sp>
        <p:nvSpPr>
          <p:cNvPr id="17" name="Rectangle 16">
            <a:extLst xmlns:a="http://schemas.openxmlformats.org/drawingml/2006/main">
              <a:ext uri="{FF2B5EF4-FFF2-40B4-BE49-F238E27FC236}">
                <a16:creationId xmlns:a16="http://schemas.microsoft.com/office/drawing/2014/main" id="{B56A2683-DAAA-4F66-BFF4-D10C1D9F69F3}"/>
              </a:ext>
            </a:extLst>
          </p:cNvPr>
          <p:cNvSpPr>
            <a:spLocks xmlns:a="http://schemas.openxmlformats.org/drawingml/2006/main" noGrp="1"/>
          </p:cNvSpPr>
          <p:nvPr/>
        </p:nvSpPr>
        <p:spPr>
          <a:xfrm xmlns:a="http://schemas.openxmlformats.org/drawingml/2006/main">
            <a:off x="8153400" y="4171950"/>
            <a:ext cx="30480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03</a:t>
            </a:r>
          </a:p>
        </p:txBody>
      </p:sp>
      <p:sp>
        <p:nvSpPr>
          <p:cNvPr id="18" name="Rectangle 17">
            <a:extLst xmlns:a="http://schemas.openxmlformats.org/drawingml/2006/main">
              <a:ext uri="{FF2B5EF4-FFF2-40B4-BE49-F238E27FC236}">
                <a16:creationId xmlns:a16="http://schemas.microsoft.com/office/drawing/2014/main" id="{CA573F2C-5BA5-4324-B1D6-099C1C60BD20}"/>
              </a:ext>
            </a:extLst>
          </p:cNvPr>
          <p:cNvSpPr>
            <a:spLocks xmlns:a="http://schemas.openxmlformats.org/drawingml/2006/main" noGrp="1"/>
          </p:cNvSpPr>
          <p:nvPr/>
        </p:nvSpPr>
        <p:spPr>
          <a:xfrm xmlns:a="http://schemas.openxmlformats.org/drawingml/2006/main">
            <a:off x="8153400" y="4419600"/>
            <a:ext cx="3048000" cy="781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98520"/>
          </a:bodyPr>
          <a:lstStyle xmlns:a="http://schemas.openxmlformats.org/drawingml/2006/main"/>
          <a:p xmlns:a="http://schemas.openxmlformats.org/drawingml/2006/main">
            <a:pPr algn="l">
              <a:lnSpc>
                <a:spcPct val="102000"/>
              </a:lnSpc>
              <a:buNone/>
              <a:defRPr sz="1275" b="1">
                <a:solidFill>
                  <a:srgbClr val="1A202C"/>
                </a:solidFill>
                <a:latin typeface="Aptos"/>
                <a:ea typeface="Aptos"/>
                <a:cs typeface="Aptos"/>
              </a:defRPr>
            </a:pPr>
            <a:r>
              <a:rPr sz="1275" b="1">
                <a:solidFill>
                  <a:srgbClr val="1A202C"/>
                </a:solidFill>
                <a:latin typeface="Aptos"/>
                <a:ea typeface="Aptos"/>
                <a:cs typeface="Aptos"/>
              </a:rPr>
              <a:t>Сервисни налог добија исти третман као корисник: најмањи потребан опсег, рок важења и контролисану ротацију тајне.</a:t>
            </a:r>
          </a:p>
        </p:txBody>
      </p:sp>
    </p:spTree>
    <p:extLst>
      <p:ext uri="{BB962C8B-B14F-4D97-AF65-F5344CB8AC3E}">
        <p14:creationId xmlns:p14="http://schemas.microsoft.com/office/powerpoint/2010/main" val="698488389"/>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Rectangle 18">
            <a:extLst xmlns:a="http://schemas.openxmlformats.org/drawingml/2006/main">
              <a:ext uri="{FF2B5EF4-FFF2-40B4-BE49-F238E27FC236}">
                <a16:creationId xmlns:a16="http://schemas.microsoft.com/office/drawing/2014/main" id="{777B7EF0-D340-4577-BA21-24909DFCC5EF}"/>
              </a:ext>
            </a:extLst>
          </p:cNvPr>
          <p:cNvSpPr>
            <a:spLocks xmlns:a="http://schemas.openxmlformats.org/drawingml/2006/main" noGrp="1"/>
          </p:cNvSpPr>
          <p:nvPr/>
        </p:nvSpPr>
        <p:spPr>
          <a:xfrm xmlns:a="http://schemas.openxmlformats.org/drawingml/2006/main">
            <a:off x="495300" y="238125"/>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57184"/>
                </a:solidFill>
                <a:latin typeface="Aptos"/>
                <a:ea typeface="Aptos"/>
                <a:cs typeface="Aptos"/>
              </a:defRPr>
            </a:pPr>
            <a:r>
              <a:rPr sz="825" b="0">
                <a:solidFill>
                  <a:srgbClr val="5E6B7D"/>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2F836305-B7A6-4B07-9C28-EF6FFA1EABD7}"/>
              </a:ext>
            </a:extLst>
          </p:cNvPr>
          <p:cNvSpPr>
            <a:spLocks xmlns:a="http://schemas.openxmlformats.org/drawingml/2006/main" noGrp="1"/>
          </p:cNvSpPr>
          <p:nvPr/>
        </p:nvSpPr>
        <p:spPr>
          <a:xfrm xmlns:a="http://schemas.openxmlformats.org/drawingml/2006/main">
            <a:off x="495300" y="476250"/>
            <a:ext cx="11201400" cy="9525"/>
          </a:xfrm>
          <a:prstGeom xmlns:a="http://schemas.openxmlformats.org/drawingml/2006/main" prst="line">
            <a:avLst/>
          </a:prstGeom>
          <a:solidFill xmlns:a="http://schemas.openxmlformats.org/drawingml/2006/main">
            <a:srgbClr val="8D5560"/>
          </a:solidFill>
          <a:ln xmlns:a="http://schemas.openxmlformats.org/drawingml/2006/main" w="7144">
            <a:solidFill>
              <a:srgbClr val="8D5560"/>
            </a:solidFill>
            <a:prstDash val="solid"/>
          </a:ln>
        </p:spPr>
      </p:sp>
      <p:sp>
        <p:nvSpPr>
          <p:cNvPr id="3" name="Rectangle 2">
            <a:extLst xmlns:a="http://schemas.openxmlformats.org/drawingml/2006/main">
              <a:ext uri="{FF2B5EF4-FFF2-40B4-BE49-F238E27FC236}">
                <a16:creationId xmlns:a16="http://schemas.microsoft.com/office/drawing/2014/main" id="{1A619A89-7407-4475-81BA-34A79405D2C2}"/>
              </a:ext>
            </a:extLst>
          </p:cNvPr>
          <p:cNvSpPr>
            <a:spLocks xmlns:a="http://schemas.openxmlformats.org/drawingml/2006/main" noGrp="1"/>
          </p:cNvSpPr>
          <p:nvPr/>
        </p:nvSpPr>
        <p:spPr>
          <a:xfrm xmlns:a="http://schemas.openxmlformats.org/drawingml/2006/main">
            <a:off x="11372850" y="6477000"/>
            <a:ext cx="323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14</a:t>
            </a:r>
          </a:p>
        </p:txBody>
      </p:sp>
      <p:sp>
        <p:nvSpPr>
          <p:cNvPr id="4" name="Rectangle 3">
            <a:extLst xmlns:a="http://schemas.openxmlformats.org/drawingml/2006/main">
              <a:ext uri="{FF2B5EF4-FFF2-40B4-BE49-F238E27FC236}">
                <a16:creationId xmlns:a16="http://schemas.microsoft.com/office/drawing/2014/main" id="{59CC4467-A471-44D0-AB84-A0A665856A36}"/>
              </a:ext>
            </a:extLst>
          </p:cNvPr>
          <p:cNvSpPr>
            <a:spLocks xmlns:a="http://schemas.openxmlformats.org/drawingml/2006/main" noGrp="1"/>
          </p:cNvSpPr>
          <p:nvPr/>
        </p:nvSpPr>
        <p:spPr>
          <a:xfrm xmlns:a="http://schemas.openxmlformats.org/drawingml/2006/main">
            <a:off x="685800" y="781050"/>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Step-up не замењује проверу сесије и дозволе</a:t>
            </a:r>
          </a:p>
        </p:txBody>
      </p:sp>
      <p:sp>
        <p:nvSpPr>
          <p:cNvPr id="5" name="Rectangle 4">
            <a:extLst xmlns:a="http://schemas.openxmlformats.org/drawingml/2006/main">
              <a:ext uri="{FF2B5EF4-FFF2-40B4-BE49-F238E27FC236}">
                <a16:creationId xmlns:a16="http://schemas.microsoft.com/office/drawing/2014/main" id="{A5B1776D-A15C-4C17-873B-921AAD717369}"/>
              </a:ext>
            </a:extLst>
          </p:cNvPr>
          <p:cNvSpPr>
            <a:spLocks xmlns:a="http://schemas.openxmlformats.org/drawingml/2006/main" noGrp="1"/>
          </p:cNvSpPr>
          <p:nvPr/>
        </p:nvSpPr>
        <p:spPr>
          <a:xfrm xmlns:a="http://schemas.openxmlformats.org/drawingml/2006/main">
            <a:off x="685800" y="1428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Додатна потврда идентитета примењује се уз проверу важења сесије и потребне дозволе.</a:t>
            </a:r>
          </a:p>
        </p:txBody>
      </p:sp>
      <p:sp>
        <p:nvSpPr>
          <p:cNvPr id="6" name="Rounded Rectangle 5">
            <a:extLst xmlns:a="http://schemas.openxmlformats.org/drawingml/2006/main">
              <a:ext uri="{FF2B5EF4-FFF2-40B4-BE49-F238E27FC236}">
                <a16:creationId xmlns:a16="http://schemas.microsoft.com/office/drawing/2014/main" id="{0D8D4B0D-9ADA-46AB-8D6F-3592DF577AE1}"/>
              </a:ext>
            </a:extLst>
          </p:cNvPr>
          <p:cNvSpPr>
            <a:spLocks xmlns:a="http://schemas.openxmlformats.org/drawingml/2006/main" noGrp="1"/>
          </p:cNvSpPr>
          <p:nvPr/>
        </p:nvSpPr>
        <p:spPr>
          <a:xfrm xmlns:a="http://schemas.openxmlformats.org/drawingml/2006/main">
            <a:off x="666750" y="2095500"/>
            <a:ext cx="6858000" cy="2352675"/>
          </a:xfrm>
          <a:prstGeom xmlns:a="http://schemas.openxmlformats.org/drawingml/2006/main" prst="roundRect">
            <a:avLst>
              <a:gd name="adj" fmla="val 4049"/>
            </a:avLst>
          </a:prstGeom>
          <a:solidFill xmlns:a="http://schemas.openxmlformats.org/drawingml/2006/main">
            <a:srgbClr val="F4F6F7"/>
          </a:solidFill>
          <a:ln xmlns:a="http://schemas.openxmlformats.org/drawingml/2006/main" w="9525">
            <a:solidFill>
              <a:srgbClr val="CCD6DE"/>
            </a:solidFill>
            <a:prstDash val="soli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ajor"/>
        </p:style>
      </p:sp>
      <p:sp>
        <p:nvSpPr>
          <p:cNvPr id="7" name="Straight Connector 6">
            <a:extLst xmlns:a="http://schemas.openxmlformats.org/drawingml/2006/main">
              <a:ext uri="{FF2B5EF4-FFF2-40B4-BE49-F238E27FC236}">
                <a16:creationId xmlns:a16="http://schemas.microsoft.com/office/drawing/2014/main" id="{4DAFA643-C604-4336-AA47-EF24793828EF}"/>
              </a:ext>
            </a:extLst>
          </p:cNvPr>
          <p:cNvSpPr>
            <a:spLocks xmlns:a="http://schemas.openxmlformats.org/drawingml/2006/main" noGrp="1"/>
          </p:cNvSpPr>
          <p:nvPr/>
        </p:nvSpPr>
        <p:spPr>
          <a:xfrm xmlns:a="http://schemas.openxmlformats.org/drawingml/2006/main">
            <a:off x="666750" y="2438400"/>
            <a:ext cx="6858000" cy="9525"/>
          </a:xfrm>
          <a:prstGeom xmlns:a="http://schemas.openxmlformats.org/drawingml/2006/main" prst="line">
            <a:avLst/>
          </a:prstGeom>
          <a:solidFill xmlns:a="http://schemas.openxmlformats.org/drawingml/2006/main">
            <a:srgbClr val="AFBEC9"/>
          </a:solidFill>
          <a:ln xmlns:a="http://schemas.openxmlformats.org/drawingml/2006/main" w="9525">
            <a:solidFill>
              <a:srgbClr val="AFBEC9"/>
            </a:solidFill>
            <a:prstDash val="solid"/>
          </a:ln>
        </p:spPr>
      </p:sp>
      <p:sp>
        <p:nvSpPr>
          <p:cNvPr id="8" name="Oval 7">
            <a:extLst xmlns:a="http://schemas.openxmlformats.org/drawingml/2006/main">
              <a:ext uri="{FF2B5EF4-FFF2-40B4-BE49-F238E27FC236}">
                <a16:creationId xmlns:a16="http://schemas.microsoft.com/office/drawing/2014/main" id="{F7B9AB50-92AE-4662-86FC-ABE64DDEBC8B}"/>
              </a:ext>
            </a:extLst>
          </p:cNvPr>
          <p:cNvSpPr>
            <a:spLocks xmlns:a="http://schemas.openxmlformats.org/drawingml/2006/main" noGrp="1"/>
          </p:cNvSpPr>
          <p:nvPr/>
        </p:nvSpPr>
        <p:spPr>
          <a:xfrm xmlns:a="http://schemas.openxmlformats.org/drawingml/2006/main">
            <a:off x="6972300" y="2214563"/>
            <a:ext cx="85725" cy="85725"/>
          </a:xfrm>
          <a:prstGeom xmlns:a="http://schemas.openxmlformats.org/drawingml/2006/main" prst="ellipse">
            <a:avLst/>
          </a:prstGeom>
          <a:solidFill xmlns:a="http://schemas.openxmlformats.org/drawingml/2006/main">
            <a:srgbClr val="EF6A60"/>
          </a:solidFill>
          <a:ln xmlns:a="http://schemas.openxmlformats.org/drawingml/2006/main" w="0">
            <a:noFill/>
          </a:ln>
        </p:spPr>
      </p:sp>
      <p:sp>
        <p:nvSpPr>
          <p:cNvPr id="9" name="Oval 8">
            <a:extLst xmlns:a="http://schemas.openxmlformats.org/drawingml/2006/main">
              <a:ext uri="{FF2B5EF4-FFF2-40B4-BE49-F238E27FC236}">
                <a16:creationId xmlns:a16="http://schemas.microsoft.com/office/drawing/2014/main" id="{F5E18037-2EC5-4288-AC0F-666AD4851F39}"/>
              </a:ext>
            </a:extLst>
          </p:cNvPr>
          <p:cNvSpPr>
            <a:spLocks xmlns:a="http://schemas.openxmlformats.org/drawingml/2006/main" noGrp="1"/>
          </p:cNvSpPr>
          <p:nvPr/>
        </p:nvSpPr>
        <p:spPr>
          <a:xfrm xmlns:a="http://schemas.openxmlformats.org/drawingml/2006/main">
            <a:off x="7129463" y="2214563"/>
            <a:ext cx="85725" cy="85725"/>
          </a:xfrm>
          <a:prstGeom xmlns:a="http://schemas.openxmlformats.org/drawingml/2006/main" prst="ellipse">
            <a:avLst/>
          </a:prstGeom>
          <a:solidFill xmlns:a="http://schemas.openxmlformats.org/drawingml/2006/main">
            <a:srgbClr val="F2BD42"/>
          </a:solidFill>
          <a:ln xmlns:a="http://schemas.openxmlformats.org/drawingml/2006/main" w="0">
            <a:noFill/>
          </a:ln>
        </p:spPr>
      </p:sp>
      <p:sp>
        <p:nvSpPr>
          <p:cNvPr id="10" name="Oval 9">
            <a:extLst xmlns:a="http://schemas.openxmlformats.org/drawingml/2006/main">
              <a:ext uri="{FF2B5EF4-FFF2-40B4-BE49-F238E27FC236}">
                <a16:creationId xmlns:a16="http://schemas.microsoft.com/office/drawing/2014/main" id="{74AB3004-2C49-405B-9A30-A6FF847EACDC}"/>
              </a:ext>
            </a:extLst>
          </p:cNvPr>
          <p:cNvSpPr>
            <a:spLocks xmlns:a="http://schemas.openxmlformats.org/drawingml/2006/main" noGrp="1"/>
          </p:cNvSpPr>
          <p:nvPr/>
        </p:nvSpPr>
        <p:spPr>
          <a:xfrm xmlns:a="http://schemas.openxmlformats.org/drawingml/2006/main">
            <a:off x="7286625" y="2214563"/>
            <a:ext cx="85725" cy="85725"/>
          </a:xfrm>
          <a:prstGeom xmlns:a="http://schemas.openxmlformats.org/drawingml/2006/main" prst="ellipse">
            <a:avLst/>
          </a:prstGeom>
          <a:solidFill xmlns:a="http://schemas.openxmlformats.org/drawingml/2006/main">
            <a:srgbClr val="65C466"/>
          </a:solidFill>
          <a:ln xmlns:a="http://schemas.openxmlformats.org/drawingml/2006/main" w="0">
            <a:noFill/>
          </a:ln>
        </p:spPr>
      </p:sp>
      <p:sp>
        <p:nvSpPr>
          <p:cNvPr id="11" name="Rectangle 10">
            <a:extLst xmlns:a="http://schemas.openxmlformats.org/drawingml/2006/main">
              <a:ext uri="{FF2B5EF4-FFF2-40B4-BE49-F238E27FC236}">
                <a16:creationId xmlns:a16="http://schemas.microsoft.com/office/drawing/2014/main" id="{F43F7927-18DA-4800-B419-351C7A67A489}"/>
              </a:ext>
            </a:extLst>
          </p:cNvPr>
          <p:cNvSpPr>
            <a:spLocks xmlns:a="http://schemas.openxmlformats.org/drawingml/2006/main" noGrp="1"/>
          </p:cNvSpPr>
          <p:nvPr/>
        </p:nvSpPr>
        <p:spPr>
          <a:xfrm xmlns:a="http://schemas.openxmlformats.org/drawingml/2006/main">
            <a:off x="781050" y="2571750"/>
            <a:ext cx="304800" cy="3028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1</a:t>
            </a:r>
          </a:p>
          <a:p xmlns:a="http://schemas.openxmlformats.org/drawingml/2006/main">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2</a:t>
            </a:r>
          </a:p>
          <a:p xmlns:a="http://schemas.openxmlformats.org/drawingml/2006/main">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3</a:t>
            </a:r>
          </a:p>
          <a:p xmlns:a="http://schemas.openxmlformats.org/drawingml/2006/main">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4</a:t>
            </a:r>
          </a:p>
          <a:p xmlns:a="http://schemas.openxmlformats.org/drawingml/2006/main">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5</a:t>
            </a:r>
          </a:p>
          <a:p xmlns:a="http://schemas.openxmlformats.org/drawingml/2006/main">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6</a:t>
            </a:r>
          </a:p>
          <a:p xmlns:a="http://schemas.openxmlformats.org/drawingml/2006/main">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7</a:t>
            </a:r>
          </a:p>
          <a:p xmlns:a="http://schemas.openxmlformats.org/drawingml/2006/main">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8</a:t>
            </a:r>
          </a:p>
          <a:p xmlns:a="http://schemas.openxmlformats.org/drawingml/2006/main">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9</a:t>
            </a:r>
          </a:p>
          <a:p xmlns:a="http://schemas.openxmlformats.org/drawingml/2006/main">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10</a:t>
            </a:r>
          </a:p>
        </p:txBody>
      </p:sp>
      <p:sp>
        <p:nvSpPr>
          <p:cNvPr id="12" name="Rectangle 11">
            <a:extLst xmlns:a="http://schemas.openxmlformats.org/drawingml/2006/main">
              <a:ext uri="{FF2B5EF4-FFF2-40B4-BE49-F238E27FC236}">
                <a16:creationId xmlns:a16="http://schemas.microsoft.com/office/drawing/2014/main" id="{0E1074D8-00DC-469A-9859-03FCD2B390B5}"/>
              </a:ext>
            </a:extLst>
          </p:cNvPr>
          <p:cNvSpPr>
            <a:spLocks xmlns:a="http://schemas.openxmlformats.org/drawingml/2006/main" noGrp="1"/>
          </p:cNvSpPr>
          <p:nvPr/>
        </p:nvSpPr>
        <p:spPr>
          <a:xfrm xmlns:a="http://schemas.openxmlformats.org/drawingml/2006/main">
            <a:off x="1200150" y="2571750"/>
            <a:ext cx="6153150" cy="3028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buNone/>
              <a:defRPr sz="1050">
                <a:solidFill>
                  <a:srgbClr val="263044"/>
                </a:solidFill>
                <a:latin typeface="Consolas"/>
                <a:ea typeface="Consolas"/>
                <a:cs typeface="Consolas"/>
              </a:defRPr>
            </a:pPr>
            <a:r>
              <a:rPr b="1">
                <a:solidFill>
                  <a:srgbClr val="0969C3"/>
                </a:solidFill>
              </a:rPr>
              <a:t>public</a:t>
            </a:r>
            <a:r>
              <a:rPr b="0">
                <a:solidFill>
                  <a:srgbClr val="263044"/>
                </a:solidFill>
              </a:rPr>
              <a:t> </a:t>
            </a:r>
            <a:r>
              <a:rPr b="0">
                <a:solidFill>
                  <a:srgbClr val="7651D4"/>
                </a:solidFill>
              </a:rPr>
              <a:t>Result</a:t>
            </a:r>
            <a:r>
              <a:rPr b="0">
                <a:solidFill>
                  <a:srgbClr val="263044"/>
                </a:solidFill>
              </a:rPr>
              <a:t> </a:t>
            </a:r>
            <a:r>
              <a:rPr b="0">
                <a:solidFill>
                  <a:srgbClr val="7651D4"/>
                </a:solidFill>
              </a:rPr>
              <a:t>Approve</a:t>
            </a:r>
            <a:r>
              <a:rPr b="0">
                <a:solidFill>
                  <a:srgbClr val="263044"/>
                </a:solidFill>
              </a:rPr>
              <a:t>(</a:t>
            </a:r>
            <a:r>
              <a:rPr b="0">
                <a:solidFill>
                  <a:srgbClr val="7651D4"/>
                </a:solidFill>
              </a:rPr>
              <a:t>Session</a:t>
            </a:r>
            <a:r>
              <a:rPr b="0">
                <a:solidFill>
                  <a:srgbClr val="263044"/>
                </a:solidFill>
              </a:rPr>
              <a:t> session, </a:t>
            </a:r>
            <a:r>
              <a:rPr b="0">
                <a:solidFill>
                  <a:srgbClr val="7651D4"/>
                </a:solidFill>
              </a:rPr>
              <a:t>MfaProof</a:t>
            </a:r>
            <a:r>
              <a:rPr b="0">
                <a:solidFill>
                  <a:srgbClr val="263044"/>
                </a:solidFill>
              </a:rPr>
              <a:t> proof)</a:t>
            </a:r>
          </a:p>
          <a:p xmlns:a="http://schemas.openxmlformats.org/drawingml/2006/main">
            <a:pPr>
              <a:buNone/>
              <a:defRPr sz="1050">
                <a:solidFill>
                  <a:srgbClr val="263044"/>
                </a:solidFill>
                <a:latin typeface="Consolas"/>
                <a:ea typeface="Consolas"/>
                <a:cs typeface="Consolas"/>
              </a:defRPr>
            </a:pPr>
            <a:r>
              <a:rPr b="0">
                <a:solidFill>
                  <a:srgbClr val="263044"/>
                </a:solidFill>
              </a:rPr>
              <a:t>{</a:t>
            </a:r>
          </a:p>
          <a:p xmlns:a="http://schemas.openxmlformats.org/drawingml/2006/main">
            <a:pPr>
              <a:buNone/>
              <a:defRPr sz="1050">
                <a:solidFill>
                  <a:srgbClr val="263044"/>
                </a:solidFill>
                <a:latin typeface="Consolas"/>
                <a:ea typeface="Consolas"/>
                <a:cs typeface="Consolas"/>
              </a:defRPr>
            </a:pPr>
            <a:r>
              <a:rPr b="0">
                <a:solidFill>
                  <a:srgbClr val="263044"/>
                </a:solidFill>
              </a:rPr>
              <a:t>    </a:t>
            </a:r>
            <a:r>
              <a:rPr b="1">
                <a:solidFill>
                  <a:srgbClr val="0969C3"/>
                </a:solidFill>
              </a:rPr>
              <a:t>if</a:t>
            </a:r>
            <a:r>
              <a:rPr b="0">
                <a:solidFill>
                  <a:srgbClr val="263044"/>
                </a:solidFill>
              </a:rPr>
              <a:t> (session.</a:t>
            </a:r>
            <a:r>
              <a:rPr b="0">
                <a:solidFill>
                  <a:srgbClr val="7651D4"/>
                </a:solidFill>
              </a:rPr>
              <a:t>IsExpired</a:t>
            </a:r>
            <a:r>
              <a:rPr b="0">
                <a:solidFill>
                  <a:srgbClr val="263044"/>
                </a:solidFill>
              </a:rPr>
              <a:t> || session.</a:t>
            </a:r>
            <a:r>
              <a:rPr b="0">
                <a:solidFill>
                  <a:srgbClr val="7651D4"/>
                </a:solidFill>
              </a:rPr>
              <a:t>IsRevoked</a:t>
            </a:r>
            <a:r>
              <a:rPr b="0">
                <a:solidFill>
                  <a:srgbClr val="263044"/>
                </a:solidFill>
              </a:rPr>
              <a:t>)</a:t>
            </a:r>
          </a:p>
          <a:p xmlns:a="http://schemas.openxmlformats.org/drawingml/2006/main">
            <a:pPr>
              <a:buNone/>
              <a:defRPr sz="1050">
                <a:solidFill>
                  <a:srgbClr val="263044"/>
                </a:solidFill>
                <a:latin typeface="Consolas"/>
                <a:ea typeface="Consolas"/>
                <a:cs typeface="Consolas"/>
              </a:defRPr>
            </a:pPr>
            <a:r>
              <a:rPr b="0">
                <a:solidFill>
                  <a:srgbClr val="263044"/>
                </a:solidFill>
              </a:rPr>
              <a:t>        </a:t>
            </a:r>
            <a:r>
              <a:rPr b="1">
                <a:solidFill>
                  <a:srgbClr val="0969C3"/>
                </a:solidFill>
              </a:rPr>
              <a:t>return</a:t>
            </a:r>
            <a:r>
              <a:rPr b="0">
                <a:solidFill>
                  <a:srgbClr val="263044"/>
                </a:solidFill>
              </a:rPr>
              <a:t> </a:t>
            </a:r>
            <a:r>
              <a:rPr b="0">
                <a:solidFill>
                  <a:srgbClr val="7651D4"/>
                </a:solidFill>
              </a:rPr>
              <a:t>Result</a:t>
            </a:r>
            <a:r>
              <a:rPr b="0">
                <a:solidFill>
                  <a:srgbClr val="263044"/>
                </a:solidFill>
              </a:rPr>
              <a:t>.</a:t>
            </a:r>
            <a:r>
              <a:rPr b="0">
                <a:solidFill>
                  <a:srgbClr val="7651D4"/>
                </a:solidFill>
              </a:rPr>
              <a:t>Deny</a:t>
            </a:r>
            <a:r>
              <a:rPr b="0">
                <a:solidFill>
                  <a:srgbClr val="263044"/>
                </a:solidFill>
              </a:rPr>
              <a:t>(</a:t>
            </a:r>
            <a:r>
              <a:rPr b="0">
                <a:solidFill>
                  <a:srgbClr val="B45309"/>
                </a:solidFill>
              </a:rPr>
              <a:t>"invalid_session"</a:t>
            </a:r>
            <a:r>
              <a:rPr b="0">
                <a:solidFill>
                  <a:srgbClr val="263044"/>
                </a:solidFill>
              </a:rPr>
              <a:t>);</a:t>
            </a:r>
          </a:p>
          <a:p xmlns:a="http://schemas.openxmlformats.org/drawingml/2006/main">
            <a:pPr>
              <a:buNone/>
              <a:defRPr sz="1050">
                <a:solidFill>
                  <a:srgbClr val="263044"/>
                </a:solidFill>
                <a:latin typeface="Consolas"/>
                <a:ea typeface="Consolas"/>
                <a:cs typeface="Consolas"/>
              </a:defRPr>
            </a:pPr>
            <a:r>
              <a:rPr b="0">
                <a:solidFill>
                  <a:srgbClr val="263044"/>
                </a:solidFill>
              </a:rPr>
              <a:t>    </a:t>
            </a:r>
            <a:r>
              <a:rPr b="1">
                <a:solidFill>
                  <a:srgbClr val="0969C3"/>
                </a:solidFill>
              </a:rPr>
              <a:t>if</a:t>
            </a:r>
            <a:r>
              <a:rPr b="0">
                <a:solidFill>
                  <a:srgbClr val="263044"/>
                </a:solidFill>
              </a:rPr>
              <a:t> (!proof.</a:t>
            </a:r>
            <a:r>
              <a:rPr b="0">
                <a:solidFill>
                  <a:srgbClr val="7651D4"/>
                </a:solidFill>
              </a:rPr>
              <a:t>IsValidFor</a:t>
            </a:r>
            <a:r>
              <a:rPr b="0">
                <a:solidFill>
                  <a:srgbClr val="263044"/>
                </a:solidFill>
              </a:rPr>
              <a:t>(session.</a:t>
            </a:r>
            <a:r>
              <a:rPr b="0">
                <a:solidFill>
                  <a:srgbClr val="7651D4"/>
                </a:solidFill>
              </a:rPr>
              <a:t>SubjectId</a:t>
            </a:r>
            <a:r>
              <a:rPr b="0">
                <a:solidFill>
                  <a:srgbClr val="263044"/>
                </a:solidFill>
              </a:rPr>
              <a:t>, clock.</a:t>
            </a:r>
            <a:r>
              <a:rPr b="0">
                <a:solidFill>
                  <a:srgbClr val="7651D4"/>
                </a:solidFill>
              </a:rPr>
              <a:t>UtcNow</a:t>
            </a:r>
            <a:r>
              <a:rPr b="0">
                <a:solidFill>
                  <a:srgbClr val="263044"/>
                </a:solidFill>
              </a:rPr>
              <a:t>))</a:t>
            </a:r>
          </a:p>
          <a:p xmlns:a="http://schemas.openxmlformats.org/drawingml/2006/main">
            <a:pPr>
              <a:buNone/>
              <a:defRPr sz="1050">
                <a:solidFill>
                  <a:srgbClr val="263044"/>
                </a:solidFill>
                <a:latin typeface="Consolas"/>
                <a:ea typeface="Consolas"/>
                <a:cs typeface="Consolas"/>
              </a:defRPr>
            </a:pPr>
            <a:r>
              <a:rPr b="0">
                <a:solidFill>
                  <a:srgbClr val="263044"/>
                </a:solidFill>
              </a:rPr>
              <a:t>        </a:t>
            </a:r>
            <a:r>
              <a:rPr b="1">
                <a:solidFill>
                  <a:srgbClr val="0969C3"/>
                </a:solidFill>
              </a:rPr>
              <a:t>return</a:t>
            </a:r>
            <a:r>
              <a:rPr b="0">
                <a:solidFill>
                  <a:srgbClr val="263044"/>
                </a:solidFill>
              </a:rPr>
              <a:t> </a:t>
            </a:r>
            <a:r>
              <a:rPr b="0">
                <a:solidFill>
                  <a:srgbClr val="7651D4"/>
                </a:solidFill>
              </a:rPr>
              <a:t>Result</a:t>
            </a:r>
            <a:r>
              <a:rPr b="0">
                <a:solidFill>
                  <a:srgbClr val="263044"/>
                </a:solidFill>
              </a:rPr>
              <a:t>.</a:t>
            </a:r>
            <a:r>
              <a:rPr b="0">
                <a:solidFill>
                  <a:srgbClr val="7651D4"/>
                </a:solidFill>
              </a:rPr>
              <a:t>Deny</a:t>
            </a:r>
            <a:r>
              <a:rPr b="0">
                <a:solidFill>
                  <a:srgbClr val="263044"/>
                </a:solidFill>
              </a:rPr>
              <a:t>(</a:t>
            </a:r>
            <a:r>
              <a:rPr b="0">
                <a:solidFill>
                  <a:srgbClr val="B45309"/>
                </a:solidFill>
              </a:rPr>
              <a:t>"step_up_required"</a:t>
            </a:r>
            <a:r>
              <a:rPr b="0">
                <a:solidFill>
                  <a:srgbClr val="263044"/>
                </a:solidFill>
              </a:rPr>
              <a:t>);</a:t>
            </a:r>
          </a:p>
          <a:p xmlns:a="http://schemas.openxmlformats.org/drawingml/2006/main">
            <a:pPr>
              <a:buNone/>
              <a:defRPr sz="1050">
                <a:solidFill>
                  <a:srgbClr val="263044"/>
                </a:solidFill>
                <a:latin typeface="Consolas"/>
                <a:ea typeface="Consolas"/>
                <a:cs typeface="Consolas"/>
              </a:defRPr>
            </a:pPr>
            <a:r>
              <a:rPr b="0">
                <a:solidFill>
                  <a:srgbClr val="263044"/>
                </a:solidFill>
              </a:rPr>
              <a:t>    </a:t>
            </a:r>
            <a:r>
              <a:rPr b="1">
                <a:solidFill>
                  <a:srgbClr val="0969C3"/>
                </a:solidFill>
              </a:rPr>
              <a:t>if</a:t>
            </a:r>
            <a:r>
              <a:rPr b="0">
                <a:solidFill>
                  <a:srgbClr val="263044"/>
                </a:solidFill>
              </a:rPr>
              <a:t> (!session.</a:t>
            </a:r>
            <a:r>
              <a:rPr b="0">
                <a:solidFill>
                  <a:srgbClr val="7651D4"/>
                </a:solidFill>
              </a:rPr>
              <a:t>Has</a:t>
            </a:r>
            <a:r>
              <a:rPr b="0">
                <a:solidFill>
                  <a:srgbClr val="263044"/>
                </a:solidFill>
              </a:rPr>
              <a:t>(</a:t>
            </a:r>
            <a:r>
              <a:rPr b="0">
                <a:solidFill>
                  <a:srgbClr val="B45309"/>
                </a:solidFill>
              </a:rPr>
              <a:t>"payment.approve"</a:t>
            </a:r>
            <a:r>
              <a:rPr b="0">
                <a:solidFill>
                  <a:srgbClr val="263044"/>
                </a:solidFill>
              </a:rPr>
              <a:t>))</a:t>
            </a:r>
          </a:p>
          <a:p xmlns:a="http://schemas.openxmlformats.org/drawingml/2006/main">
            <a:pPr>
              <a:buNone/>
              <a:defRPr sz="1050">
                <a:solidFill>
                  <a:srgbClr val="263044"/>
                </a:solidFill>
                <a:latin typeface="Consolas"/>
                <a:ea typeface="Consolas"/>
                <a:cs typeface="Consolas"/>
              </a:defRPr>
            </a:pPr>
            <a:r>
              <a:rPr b="0">
                <a:solidFill>
                  <a:srgbClr val="263044"/>
                </a:solidFill>
              </a:rPr>
              <a:t>        </a:t>
            </a:r>
            <a:r>
              <a:rPr b="1">
                <a:solidFill>
                  <a:srgbClr val="0969C3"/>
                </a:solidFill>
              </a:rPr>
              <a:t>return</a:t>
            </a:r>
            <a:r>
              <a:rPr b="0">
                <a:solidFill>
                  <a:srgbClr val="263044"/>
                </a:solidFill>
              </a:rPr>
              <a:t> </a:t>
            </a:r>
            <a:r>
              <a:rPr b="0">
                <a:solidFill>
                  <a:srgbClr val="7651D4"/>
                </a:solidFill>
              </a:rPr>
              <a:t>Result</a:t>
            </a:r>
            <a:r>
              <a:rPr b="0">
                <a:solidFill>
                  <a:srgbClr val="263044"/>
                </a:solidFill>
              </a:rPr>
              <a:t>.</a:t>
            </a:r>
            <a:r>
              <a:rPr b="0">
                <a:solidFill>
                  <a:srgbClr val="7651D4"/>
                </a:solidFill>
              </a:rPr>
              <a:t>Deny</a:t>
            </a:r>
            <a:r>
              <a:rPr b="0">
                <a:solidFill>
                  <a:srgbClr val="263044"/>
                </a:solidFill>
              </a:rPr>
              <a:t>(</a:t>
            </a:r>
            <a:r>
              <a:rPr b="0">
                <a:solidFill>
                  <a:srgbClr val="B45309"/>
                </a:solidFill>
              </a:rPr>
              <a:t>"missing_permission"</a:t>
            </a:r>
            <a:r>
              <a:rPr b="0">
                <a:solidFill>
                  <a:srgbClr val="263044"/>
                </a:solidFill>
              </a:rPr>
              <a:t>);</a:t>
            </a:r>
          </a:p>
          <a:p xmlns:a="http://schemas.openxmlformats.org/drawingml/2006/main">
            <a:pPr>
              <a:buNone/>
              <a:defRPr sz="1050">
                <a:solidFill>
                  <a:srgbClr val="263044"/>
                </a:solidFill>
                <a:latin typeface="Consolas"/>
                <a:ea typeface="Consolas"/>
                <a:cs typeface="Consolas"/>
              </a:defRPr>
            </a:pPr>
            <a:r>
              <a:rPr b="0">
                <a:solidFill>
                  <a:srgbClr val="263044"/>
                </a:solidFill>
              </a:rPr>
              <a:t>    </a:t>
            </a:r>
            <a:r>
              <a:rPr b="1">
                <a:solidFill>
                  <a:srgbClr val="0969C3"/>
                </a:solidFill>
              </a:rPr>
              <a:t>return</a:t>
            </a:r>
            <a:r>
              <a:rPr b="0">
                <a:solidFill>
                  <a:srgbClr val="263044"/>
                </a:solidFill>
              </a:rPr>
              <a:t> </a:t>
            </a:r>
            <a:r>
              <a:rPr b="0">
                <a:solidFill>
                  <a:srgbClr val="7651D4"/>
                </a:solidFill>
              </a:rPr>
              <a:t>Result</a:t>
            </a:r>
            <a:r>
              <a:rPr b="0">
                <a:solidFill>
                  <a:srgbClr val="263044"/>
                </a:solidFill>
              </a:rPr>
              <a:t>.</a:t>
            </a:r>
            <a:r>
              <a:rPr b="0">
                <a:solidFill>
                  <a:srgbClr val="7651D4"/>
                </a:solidFill>
              </a:rPr>
              <a:t>Ok</a:t>
            </a:r>
            <a:r>
              <a:rPr b="0">
                <a:solidFill>
                  <a:srgbClr val="263044"/>
                </a:solidFill>
              </a:rPr>
              <a:t>();</a:t>
            </a:r>
          </a:p>
          <a:p xmlns:a="http://schemas.openxmlformats.org/drawingml/2006/main">
            <a:pPr>
              <a:buNone/>
              <a:defRPr sz="1050">
                <a:solidFill>
                  <a:srgbClr val="263044"/>
                </a:solidFill>
                <a:latin typeface="Consolas"/>
                <a:ea typeface="Consolas"/>
                <a:cs typeface="Consolas"/>
              </a:defRPr>
            </a:pPr>
            <a:r>
              <a:rPr b="0">
                <a:solidFill>
                  <a:srgbClr val="263044"/>
                </a:solidFill>
              </a:rPr>
              <a:t>}</a:t>
            </a:r>
          </a:p>
        </p:txBody>
      </p:sp>
      <p:sp>
        <p:nvSpPr>
          <p:cNvPr id="13" name="Rounded Rectangle 12">
            <a:extLst xmlns:a="http://schemas.openxmlformats.org/drawingml/2006/main">
              <a:ext uri="{FF2B5EF4-FFF2-40B4-BE49-F238E27FC236}">
                <a16:creationId xmlns:a16="http://schemas.microsoft.com/office/drawing/2014/main" id="{1CBBE798-7273-4724-98CF-B3F2B1ED0C61}"/>
              </a:ext>
            </a:extLst>
          </p:cNvPr>
          <p:cNvSpPr>
            <a:spLocks xmlns:a="http://schemas.openxmlformats.org/drawingml/2006/main" noGrp="1"/>
          </p:cNvSpPr>
          <p:nvPr/>
        </p:nvSpPr>
        <p:spPr>
          <a:xfrm xmlns:a="http://schemas.openxmlformats.org/drawingml/2006/main">
            <a:off x="7924800" y="2152650"/>
            <a:ext cx="3600450" cy="1809750"/>
          </a:xfrm>
          <a:prstGeom xmlns:a="http://schemas.openxmlformats.org/drawingml/2006/main" prst="roundRect">
            <a:avLst>
              <a:gd name="adj" fmla="val 7368"/>
            </a:avLst>
          </a:prstGeom>
          <a:solidFill xmlns:a="http://schemas.openxmlformats.org/drawingml/2006/main">
            <a:srgbClr val="F7EFF1"/>
          </a:solidFill>
          <a:ln xmlns:a="http://schemas.openxmlformats.org/drawingml/2006/main" w="9525">
            <a:solidFill>
              <a:srgbClr val="D7DEE8"/>
            </a:solidFill>
            <a:prstDash val="solid"/>
          </a:ln>
        </p:spPr>
      </p:sp>
      <p:sp>
        <p:nvSpPr>
          <p:cNvPr id="14" name="Rectangle 13">
            <a:extLst xmlns:a="http://schemas.openxmlformats.org/drawingml/2006/main">
              <a:ext uri="{FF2B5EF4-FFF2-40B4-BE49-F238E27FC236}">
                <a16:creationId xmlns:a16="http://schemas.microsoft.com/office/drawing/2014/main" id="{7B64B8BC-10B4-4521-A757-45CAF388A6AB}"/>
              </a:ext>
            </a:extLst>
          </p:cNvPr>
          <p:cNvSpPr>
            <a:spLocks xmlns:a="http://schemas.openxmlformats.org/drawingml/2006/main" noGrp="1"/>
          </p:cNvSpPr>
          <p:nvPr/>
        </p:nvSpPr>
        <p:spPr>
          <a:xfrm xmlns:a="http://schemas.openxmlformats.org/drawingml/2006/main">
            <a:off x="8077200" y="2276475"/>
            <a:ext cx="32956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2F5EF5"/>
                </a:solidFill>
                <a:latin typeface="Aptos"/>
                <a:ea typeface="Aptos"/>
                <a:cs typeface="Aptos"/>
              </a:defRPr>
            </a:pPr>
            <a:r>
              <a:rPr sz="1200" b="1">
                <a:solidFill>
                  <a:srgbClr val="7A2636"/>
                </a:solidFill>
                <a:latin typeface="Aptos"/>
                <a:ea typeface="Aptos"/>
                <a:cs typeface="Aptos"/>
              </a:rPr>
              <a:t>ТУМАЧЕЊЕ</a:t>
            </a:r>
          </a:p>
        </p:txBody>
      </p:sp>
      <p:sp>
        <p:nvSpPr>
          <p:cNvPr id="15" name="Rectangle 14">
            <a:extLst xmlns:a="http://schemas.openxmlformats.org/drawingml/2006/main">
              <a:ext uri="{FF2B5EF4-FFF2-40B4-BE49-F238E27FC236}">
                <a16:creationId xmlns:a16="http://schemas.microsoft.com/office/drawing/2014/main" id="{C9DCDBFC-C1C6-49FD-A5DF-06C924D88D02}"/>
              </a:ext>
            </a:extLst>
          </p:cNvPr>
          <p:cNvSpPr>
            <a:spLocks xmlns:a="http://schemas.openxmlformats.org/drawingml/2006/main" noGrp="1"/>
          </p:cNvSpPr>
          <p:nvPr/>
        </p:nvSpPr>
        <p:spPr>
          <a:xfrm xmlns:a="http://schemas.openxmlformats.org/drawingml/2006/main">
            <a:off x="8077200" y="2524125"/>
            <a:ext cx="3295650" cy="990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Додатна потврда подиже ниво поверења само за ограничену радњу и кратак временски прозор.</a:t>
            </a:r>
          </a:p>
        </p:txBody>
      </p:sp>
      <p:sp>
        <p:nvSpPr>
          <p:cNvPr id="16" name="Rounded Rectangle 15">
            <a:extLst xmlns:a="http://schemas.openxmlformats.org/drawingml/2006/main">
              <a:ext uri="{FF2B5EF4-FFF2-40B4-BE49-F238E27FC236}">
                <a16:creationId xmlns:a16="http://schemas.microsoft.com/office/drawing/2014/main" id="{101EC110-06A9-4494-B095-968AA410770C}"/>
              </a:ext>
            </a:extLst>
          </p:cNvPr>
          <p:cNvSpPr>
            <a:spLocks xmlns:a="http://schemas.openxmlformats.org/drawingml/2006/main" noGrp="1"/>
          </p:cNvSpPr>
          <p:nvPr/>
        </p:nvSpPr>
        <p:spPr>
          <a:xfrm xmlns:a="http://schemas.openxmlformats.org/drawingml/2006/main">
            <a:off x="7924800" y="4248150"/>
            <a:ext cx="3600450" cy="1428750"/>
          </a:xfrm>
          <a:prstGeom xmlns:a="http://schemas.openxmlformats.org/drawingml/2006/main" prst="roundRect">
            <a:avLst>
              <a:gd name="adj" fmla="val 9333"/>
            </a:avLst>
          </a:prstGeom>
          <a:solidFill xmlns:a="http://schemas.openxmlformats.org/drawingml/2006/main">
            <a:srgbClr val="FFF6E9"/>
          </a:solidFill>
          <a:ln xmlns:a="http://schemas.openxmlformats.org/drawingml/2006/main" w="9525">
            <a:solidFill>
              <a:srgbClr val="D7DEE8"/>
            </a:solidFill>
            <a:prstDash val="solid"/>
          </a:ln>
        </p:spPr>
      </p:sp>
      <p:sp>
        <p:nvSpPr>
          <p:cNvPr id="17" name="Rectangle 16">
            <a:extLst xmlns:a="http://schemas.openxmlformats.org/drawingml/2006/main">
              <a:ext uri="{FF2B5EF4-FFF2-40B4-BE49-F238E27FC236}">
                <a16:creationId xmlns:a16="http://schemas.microsoft.com/office/drawing/2014/main" id="{D57FFFB4-66B4-4E12-87A0-CFE419FFF68A}"/>
              </a:ext>
            </a:extLst>
          </p:cNvPr>
          <p:cNvSpPr>
            <a:spLocks xmlns:a="http://schemas.openxmlformats.org/drawingml/2006/main" noGrp="1"/>
          </p:cNvSpPr>
          <p:nvPr/>
        </p:nvSpPr>
        <p:spPr>
          <a:xfrm xmlns:a="http://schemas.openxmlformats.org/drawingml/2006/main">
            <a:off x="8077200" y="4371975"/>
            <a:ext cx="32956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B86A09"/>
                </a:solidFill>
                <a:latin typeface="Aptos"/>
                <a:ea typeface="Aptos"/>
                <a:cs typeface="Aptos"/>
              </a:defRPr>
            </a:pPr>
            <a:r>
              <a:rPr sz="1200" b="1">
                <a:solidFill>
                  <a:srgbClr val="B86A09"/>
                </a:solidFill>
                <a:latin typeface="Aptos"/>
                <a:ea typeface="Aptos"/>
                <a:cs typeface="Aptos"/>
              </a:rPr>
              <a:t>БЕЗБЕДНОСНА ГРАНИЦА</a:t>
            </a:r>
          </a:p>
        </p:txBody>
      </p:sp>
      <p:sp>
        <p:nvSpPr>
          <p:cNvPr id="18" name="Rectangle 17">
            <a:extLst xmlns:a="http://schemas.openxmlformats.org/drawingml/2006/main">
              <a:ext uri="{FF2B5EF4-FFF2-40B4-BE49-F238E27FC236}">
                <a16:creationId xmlns:a16="http://schemas.microsoft.com/office/drawing/2014/main" id="{FAD97ABD-190A-418C-BC7A-16CD6E16C712}"/>
              </a:ext>
            </a:extLst>
          </p:cNvPr>
          <p:cNvSpPr>
            <a:spLocks xmlns:a="http://schemas.openxmlformats.org/drawingml/2006/main" noGrp="1"/>
          </p:cNvSpPr>
          <p:nvPr/>
        </p:nvSpPr>
        <p:spPr>
          <a:xfrm xmlns:a="http://schemas.openxmlformats.org/drawingml/2006/main">
            <a:off x="8077200" y="4619625"/>
            <a:ext cx="32956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275" b="1">
                <a:solidFill>
                  <a:srgbClr val="1A202C"/>
                </a:solidFill>
                <a:latin typeface="Aptos"/>
                <a:ea typeface="Aptos"/>
                <a:cs typeface="Aptos"/>
              </a:defRPr>
            </a:pPr>
            <a:r>
              <a:rPr sz="1275" b="1">
                <a:solidFill>
                  <a:srgbClr val="1A202C"/>
                </a:solidFill>
                <a:latin typeface="Aptos"/>
                <a:ea typeface="Aptos"/>
                <a:cs typeface="Aptos"/>
              </a:rPr>
              <a:t>Одбијање је експлицитан исход са разлогом који се може тестирати и објаснити.</a:t>
            </a:r>
          </a:p>
        </p:txBody>
      </p:sp>
    </p:spTree>
    <p:extLst>
      <p:ext uri="{BB962C8B-B14F-4D97-AF65-F5344CB8AC3E}">
        <p14:creationId xmlns:p14="http://schemas.microsoft.com/office/powerpoint/2010/main" val="499500648"/>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Rectangle 18">
            <a:extLst xmlns:a="http://schemas.openxmlformats.org/drawingml/2006/main">
              <a:ext uri="{FF2B5EF4-FFF2-40B4-BE49-F238E27FC236}">
                <a16:creationId xmlns:a16="http://schemas.microsoft.com/office/drawing/2014/main" id="{0EF2E753-B3EC-4FA9-98D3-3DC3366D33D1}"/>
              </a:ext>
            </a:extLst>
          </p:cNvPr>
          <p:cNvSpPr>
            <a:spLocks xmlns:a="http://schemas.openxmlformats.org/drawingml/2006/main" noGrp="1"/>
          </p:cNvSpPr>
          <p:nvPr/>
        </p:nvSpPr>
        <p:spPr>
          <a:xfrm xmlns:a="http://schemas.openxmlformats.org/drawingml/2006/main">
            <a:off x="495300" y="238125"/>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57184"/>
                </a:solidFill>
                <a:latin typeface="Aptos"/>
                <a:ea typeface="Aptos"/>
                <a:cs typeface="Aptos"/>
              </a:defRPr>
            </a:pPr>
            <a:r>
              <a:rPr sz="825" b="0">
                <a:solidFill>
                  <a:srgbClr val="5E6B7D"/>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68C5E10B-162C-4855-981B-06F0AB8B46AA}"/>
              </a:ext>
            </a:extLst>
          </p:cNvPr>
          <p:cNvSpPr>
            <a:spLocks xmlns:a="http://schemas.openxmlformats.org/drawingml/2006/main" noGrp="1"/>
          </p:cNvSpPr>
          <p:nvPr/>
        </p:nvSpPr>
        <p:spPr>
          <a:xfrm xmlns:a="http://schemas.openxmlformats.org/drawingml/2006/main">
            <a:off x="495300" y="476250"/>
            <a:ext cx="11201400" cy="9525"/>
          </a:xfrm>
          <a:prstGeom xmlns:a="http://schemas.openxmlformats.org/drawingml/2006/main" prst="line">
            <a:avLst/>
          </a:prstGeom>
          <a:solidFill xmlns:a="http://schemas.openxmlformats.org/drawingml/2006/main">
            <a:srgbClr val="8D5560"/>
          </a:solidFill>
          <a:ln xmlns:a="http://schemas.openxmlformats.org/drawingml/2006/main" w="7144">
            <a:solidFill>
              <a:srgbClr val="8D5560"/>
            </a:solidFill>
            <a:prstDash val="solid"/>
          </a:ln>
        </p:spPr>
      </p:sp>
      <p:sp>
        <p:nvSpPr>
          <p:cNvPr id="3" name="Rectangle 2">
            <a:extLst xmlns:a="http://schemas.openxmlformats.org/drawingml/2006/main">
              <a:ext uri="{FF2B5EF4-FFF2-40B4-BE49-F238E27FC236}">
                <a16:creationId xmlns:a16="http://schemas.microsoft.com/office/drawing/2014/main" id="{74A074E4-C960-4F21-B128-21677B212961}"/>
              </a:ext>
            </a:extLst>
          </p:cNvPr>
          <p:cNvSpPr>
            <a:spLocks xmlns:a="http://schemas.openxmlformats.org/drawingml/2006/main" noGrp="1"/>
          </p:cNvSpPr>
          <p:nvPr/>
        </p:nvSpPr>
        <p:spPr>
          <a:xfrm xmlns:a="http://schemas.openxmlformats.org/drawingml/2006/main">
            <a:off x="11372850" y="6477000"/>
            <a:ext cx="323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15</a:t>
            </a:r>
          </a:p>
        </p:txBody>
      </p:sp>
      <p:sp>
        <p:nvSpPr>
          <p:cNvPr id="4" name="Rectangle 3">
            <a:extLst xmlns:a="http://schemas.openxmlformats.org/drawingml/2006/main">
              <a:ext uri="{FF2B5EF4-FFF2-40B4-BE49-F238E27FC236}">
                <a16:creationId xmlns:a16="http://schemas.microsoft.com/office/drawing/2014/main" id="{0B2B9F64-19D6-45E0-80F2-D88214BE30FB}"/>
              </a:ext>
            </a:extLst>
          </p:cNvPr>
          <p:cNvSpPr>
            <a:spLocks xmlns:a="http://schemas.openxmlformats.org/drawingml/2006/main" noGrp="1"/>
          </p:cNvSpPr>
          <p:nvPr/>
        </p:nvSpPr>
        <p:spPr>
          <a:xfrm xmlns:a="http://schemas.openxmlformats.org/drawingml/2006/main">
            <a:off x="685800" y="781050"/>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Опозив има предност над старим доказом</a:t>
            </a:r>
          </a:p>
        </p:txBody>
      </p:sp>
      <p:sp>
        <p:nvSpPr>
          <p:cNvPr id="5" name="Rectangle 4">
            <a:extLst xmlns:a="http://schemas.openxmlformats.org/drawingml/2006/main">
              <a:ext uri="{FF2B5EF4-FFF2-40B4-BE49-F238E27FC236}">
                <a16:creationId xmlns:a16="http://schemas.microsoft.com/office/drawing/2014/main" id="{5FBE151A-D01E-457A-8DAA-6FE4D0B14962}"/>
              </a:ext>
            </a:extLst>
          </p:cNvPr>
          <p:cNvSpPr>
            <a:spLocks xmlns:a="http://schemas.openxmlformats.org/drawingml/2006/main" noGrp="1"/>
          </p:cNvSpPr>
          <p:nvPr/>
        </p:nvSpPr>
        <p:spPr>
          <a:xfrm xmlns:a="http://schemas.openxmlformats.org/drawingml/2006/main">
            <a:off x="685800" y="1428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Тест потврђује да опозвана сесија или промењена привилегија поништавају ранији доказ идентитета.</a:t>
            </a:r>
          </a:p>
        </p:txBody>
      </p:sp>
      <p:sp>
        <p:nvSpPr>
          <p:cNvPr id="6" name="Rounded Rectangle 5">
            <a:extLst xmlns:a="http://schemas.openxmlformats.org/drawingml/2006/main">
              <a:ext uri="{FF2B5EF4-FFF2-40B4-BE49-F238E27FC236}">
                <a16:creationId xmlns:a16="http://schemas.microsoft.com/office/drawing/2014/main" id="{134F8F15-907D-4FEC-9383-1512BB812B0B}"/>
              </a:ext>
            </a:extLst>
          </p:cNvPr>
          <p:cNvSpPr>
            <a:spLocks xmlns:a="http://schemas.openxmlformats.org/drawingml/2006/main" noGrp="1"/>
          </p:cNvSpPr>
          <p:nvPr/>
        </p:nvSpPr>
        <p:spPr>
          <a:xfrm xmlns:a="http://schemas.openxmlformats.org/drawingml/2006/main">
            <a:off x="666750" y="2095500"/>
            <a:ext cx="6858000" cy="2276475"/>
          </a:xfrm>
          <a:prstGeom xmlns:a="http://schemas.openxmlformats.org/drawingml/2006/main" prst="roundRect">
            <a:avLst>
              <a:gd name="adj" fmla="val 4184"/>
            </a:avLst>
          </a:prstGeom>
          <a:solidFill xmlns:a="http://schemas.openxmlformats.org/drawingml/2006/main">
            <a:srgbClr val="F4F6F7"/>
          </a:solidFill>
          <a:ln xmlns:a="http://schemas.openxmlformats.org/drawingml/2006/main" w="9525">
            <a:solidFill>
              <a:srgbClr val="CCD6DE"/>
            </a:solidFill>
            <a:prstDash val="soli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ajor"/>
        </p:style>
      </p:sp>
      <p:sp>
        <p:nvSpPr>
          <p:cNvPr id="7" name="Straight Connector 6">
            <a:extLst xmlns:a="http://schemas.openxmlformats.org/drawingml/2006/main">
              <a:ext uri="{FF2B5EF4-FFF2-40B4-BE49-F238E27FC236}">
                <a16:creationId xmlns:a16="http://schemas.microsoft.com/office/drawing/2014/main" id="{676C64B8-87DC-4E3C-A9BE-ADE25B6D8B8A}"/>
              </a:ext>
            </a:extLst>
          </p:cNvPr>
          <p:cNvSpPr>
            <a:spLocks xmlns:a="http://schemas.openxmlformats.org/drawingml/2006/main" noGrp="1"/>
          </p:cNvSpPr>
          <p:nvPr/>
        </p:nvSpPr>
        <p:spPr>
          <a:xfrm xmlns:a="http://schemas.openxmlformats.org/drawingml/2006/main">
            <a:off x="666750" y="2438400"/>
            <a:ext cx="6858000" cy="9525"/>
          </a:xfrm>
          <a:prstGeom xmlns:a="http://schemas.openxmlformats.org/drawingml/2006/main" prst="line">
            <a:avLst/>
          </a:prstGeom>
          <a:solidFill xmlns:a="http://schemas.openxmlformats.org/drawingml/2006/main">
            <a:srgbClr val="AFBEC9"/>
          </a:solidFill>
          <a:ln xmlns:a="http://schemas.openxmlformats.org/drawingml/2006/main" w="9525">
            <a:solidFill>
              <a:srgbClr val="AFBEC9"/>
            </a:solidFill>
            <a:prstDash val="solid"/>
          </a:ln>
        </p:spPr>
      </p:sp>
      <p:sp>
        <p:nvSpPr>
          <p:cNvPr id="8" name="Oval 7">
            <a:extLst xmlns:a="http://schemas.openxmlformats.org/drawingml/2006/main">
              <a:ext uri="{FF2B5EF4-FFF2-40B4-BE49-F238E27FC236}">
                <a16:creationId xmlns:a16="http://schemas.microsoft.com/office/drawing/2014/main" id="{25F20EBD-3258-4F49-8C6F-5F18C4A17846}"/>
              </a:ext>
            </a:extLst>
          </p:cNvPr>
          <p:cNvSpPr>
            <a:spLocks xmlns:a="http://schemas.openxmlformats.org/drawingml/2006/main" noGrp="1"/>
          </p:cNvSpPr>
          <p:nvPr/>
        </p:nvSpPr>
        <p:spPr>
          <a:xfrm xmlns:a="http://schemas.openxmlformats.org/drawingml/2006/main">
            <a:off x="6972300" y="2214563"/>
            <a:ext cx="85725" cy="85725"/>
          </a:xfrm>
          <a:prstGeom xmlns:a="http://schemas.openxmlformats.org/drawingml/2006/main" prst="ellipse">
            <a:avLst/>
          </a:prstGeom>
          <a:solidFill xmlns:a="http://schemas.openxmlformats.org/drawingml/2006/main">
            <a:srgbClr val="EF6A60"/>
          </a:solidFill>
          <a:ln xmlns:a="http://schemas.openxmlformats.org/drawingml/2006/main" w="0">
            <a:noFill/>
          </a:ln>
        </p:spPr>
      </p:sp>
      <p:sp>
        <p:nvSpPr>
          <p:cNvPr id="9" name="Oval 8">
            <a:extLst xmlns:a="http://schemas.openxmlformats.org/drawingml/2006/main">
              <a:ext uri="{FF2B5EF4-FFF2-40B4-BE49-F238E27FC236}">
                <a16:creationId xmlns:a16="http://schemas.microsoft.com/office/drawing/2014/main" id="{37093661-B0DC-483D-828C-9BE368475390}"/>
              </a:ext>
            </a:extLst>
          </p:cNvPr>
          <p:cNvSpPr>
            <a:spLocks xmlns:a="http://schemas.openxmlformats.org/drawingml/2006/main" noGrp="1"/>
          </p:cNvSpPr>
          <p:nvPr/>
        </p:nvSpPr>
        <p:spPr>
          <a:xfrm xmlns:a="http://schemas.openxmlformats.org/drawingml/2006/main">
            <a:off x="7129463" y="2214563"/>
            <a:ext cx="85725" cy="85725"/>
          </a:xfrm>
          <a:prstGeom xmlns:a="http://schemas.openxmlformats.org/drawingml/2006/main" prst="ellipse">
            <a:avLst/>
          </a:prstGeom>
          <a:solidFill xmlns:a="http://schemas.openxmlformats.org/drawingml/2006/main">
            <a:srgbClr val="F2BD42"/>
          </a:solidFill>
          <a:ln xmlns:a="http://schemas.openxmlformats.org/drawingml/2006/main" w="0">
            <a:noFill/>
          </a:ln>
        </p:spPr>
      </p:sp>
      <p:sp>
        <p:nvSpPr>
          <p:cNvPr id="10" name="Oval 9">
            <a:extLst xmlns:a="http://schemas.openxmlformats.org/drawingml/2006/main">
              <a:ext uri="{FF2B5EF4-FFF2-40B4-BE49-F238E27FC236}">
                <a16:creationId xmlns:a16="http://schemas.microsoft.com/office/drawing/2014/main" id="{8EDD7A5D-8B33-48F7-A281-94F67B6D02D5}"/>
              </a:ext>
            </a:extLst>
          </p:cNvPr>
          <p:cNvSpPr>
            <a:spLocks xmlns:a="http://schemas.openxmlformats.org/drawingml/2006/main" noGrp="1"/>
          </p:cNvSpPr>
          <p:nvPr/>
        </p:nvSpPr>
        <p:spPr>
          <a:xfrm xmlns:a="http://schemas.openxmlformats.org/drawingml/2006/main">
            <a:off x="7286625" y="2214563"/>
            <a:ext cx="85725" cy="85725"/>
          </a:xfrm>
          <a:prstGeom xmlns:a="http://schemas.openxmlformats.org/drawingml/2006/main" prst="ellipse">
            <a:avLst/>
          </a:prstGeom>
          <a:solidFill xmlns:a="http://schemas.openxmlformats.org/drawingml/2006/main">
            <a:srgbClr val="65C466"/>
          </a:solidFill>
          <a:ln xmlns:a="http://schemas.openxmlformats.org/drawingml/2006/main" w="0">
            <a:noFill/>
          </a:ln>
        </p:spPr>
      </p:sp>
      <p:sp>
        <p:nvSpPr>
          <p:cNvPr id="11" name="Rectangle 10">
            <a:extLst xmlns:a="http://schemas.openxmlformats.org/drawingml/2006/main">
              <a:ext uri="{FF2B5EF4-FFF2-40B4-BE49-F238E27FC236}">
                <a16:creationId xmlns:a16="http://schemas.microsoft.com/office/drawing/2014/main" id="{0832FBCA-54A3-4385-AD14-4BE1C750F967}"/>
              </a:ext>
            </a:extLst>
          </p:cNvPr>
          <p:cNvSpPr>
            <a:spLocks xmlns:a="http://schemas.openxmlformats.org/drawingml/2006/main" noGrp="1"/>
          </p:cNvSpPr>
          <p:nvPr/>
        </p:nvSpPr>
        <p:spPr>
          <a:xfrm xmlns:a="http://schemas.openxmlformats.org/drawingml/2006/main">
            <a:off x="781050" y="2571750"/>
            <a:ext cx="304800" cy="3028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1</a:t>
            </a:r>
          </a:p>
          <a:p xmlns:a="http://schemas.openxmlformats.org/drawingml/2006/main">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2</a:t>
            </a:r>
          </a:p>
          <a:p xmlns:a="http://schemas.openxmlformats.org/drawingml/2006/main">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3</a:t>
            </a:r>
          </a:p>
          <a:p xmlns:a="http://schemas.openxmlformats.org/drawingml/2006/main">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4</a:t>
            </a:r>
          </a:p>
          <a:p xmlns:a="http://schemas.openxmlformats.org/drawingml/2006/main">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5</a:t>
            </a:r>
          </a:p>
          <a:p xmlns:a="http://schemas.openxmlformats.org/drawingml/2006/main">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6</a:t>
            </a:r>
          </a:p>
          <a:p xmlns:a="http://schemas.openxmlformats.org/drawingml/2006/main">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7</a:t>
            </a:r>
          </a:p>
          <a:p xmlns:a="http://schemas.openxmlformats.org/drawingml/2006/main">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8</a:t>
            </a:r>
          </a:p>
          <a:p xmlns:a="http://schemas.openxmlformats.org/drawingml/2006/main">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9</a:t>
            </a:r>
          </a:p>
          <a:p xmlns:a="http://schemas.openxmlformats.org/drawingml/2006/main">
            <a:pPr algn="r">
              <a:lnSpc>
                <a:spcPct val="100000"/>
              </a:lnSpc>
              <a:buNone/>
              <a:defRPr sz="975" b="0">
                <a:solidFill>
                  <a:srgbClr val="8792A6"/>
                </a:solidFill>
                <a:latin typeface="Consolas"/>
                <a:ea typeface="Consolas"/>
                <a:cs typeface="Consolas"/>
              </a:defRPr>
            </a:pPr>
            <a:r>
              <a:rPr sz="975" b="0">
                <a:solidFill>
                  <a:srgbClr val="8792A6"/>
                </a:solidFill>
                <a:latin typeface="Consolas"/>
                <a:ea typeface="Consolas"/>
                <a:cs typeface="Consolas"/>
              </a:rPr>
              <a:t>10</a:t>
            </a:r>
          </a:p>
        </p:txBody>
      </p:sp>
      <p:sp>
        <p:nvSpPr>
          <p:cNvPr id="12" name="Rectangle 11">
            <a:extLst xmlns:a="http://schemas.openxmlformats.org/drawingml/2006/main">
              <a:ext uri="{FF2B5EF4-FFF2-40B4-BE49-F238E27FC236}">
                <a16:creationId xmlns:a16="http://schemas.microsoft.com/office/drawing/2014/main" id="{E0AD5860-9E02-4DAE-989A-A41388D4C84C}"/>
              </a:ext>
            </a:extLst>
          </p:cNvPr>
          <p:cNvSpPr>
            <a:spLocks xmlns:a="http://schemas.openxmlformats.org/drawingml/2006/main" noGrp="1"/>
          </p:cNvSpPr>
          <p:nvPr/>
        </p:nvSpPr>
        <p:spPr>
          <a:xfrm xmlns:a="http://schemas.openxmlformats.org/drawingml/2006/main">
            <a:off x="1200150" y="2571750"/>
            <a:ext cx="6153150" cy="3028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buNone/>
              <a:defRPr sz="1050">
                <a:solidFill>
                  <a:srgbClr val="263044"/>
                </a:solidFill>
                <a:latin typeface="Consolas"/>
                <a:ea typeface="Consolas"/>
                <a:cs typeface="Consolas"/>
              </a:defRPr>
            </a:pPr>
            <a:r>
              <a:rPr b="0">
                <a:solidFill>
                  <a:srgbClr val="263044"/>
                </a:solidFill>
              </a:rPr>
              <a:t>[</a:t>
            </a:r>
            <a:r>
              <a:rPr b="0">
                <a:solidFill>
                  <a:srgbClr val="7651D4"/>
                </a:solidFill>
              </a:rPr>
              <a:t>Fact</a:t>
            </a:r>
            <a:r>
              <a:rPr b="0">
                <a:solidFill>
                  <a:srgbClr val="263044"/>
                </a:solidFill>
              </a:rPr>
              <a:t>]</a:t>
            </a:r>
          </a:p>
          <a:p xmlns:a="http://schemas.openxmlformats.org/drawingml/2006/main">
            <a:pPr>
              <a:buNone/>
              <a:defRPr sz="1050">
                <a:solidFill>
                  <a:srgbClr val="263044"/>
                </a:solidFill>
                <a:latin typeface="Consolas"/>
                <a:ea typeface="Consolas"/>
                <a:cs typeface="Consolas"/>
              </a:defRPr>
            </a:pPr>
            <a:r>
              <a:rPr b="1">
                <a:solidFill>
                  <a:srgbClr val="0969C3"/>
                </a:solidFill>
              </a:rPr>
              <a:t>public</a:t>
            </a:r>
            <a:r>
              <a:rPr b="0">
                <a:solidFill>
                  <a:srgbClr val="263044"/>
                </a:solidFill>
              </a:rPr>
              <a:t> </a:t>
            </a:r>
            <a:r>
              <a:rPr b="1">
                <a:solidFill>
                  <a:srgbClr val="0969C3"/>
                </a:solidFill>
              </a:rPr>
              <a:t>void</a:t>
            </a:r>
            <a:r>
              <a:rPr b="0">
                <a:solidFill>
                  <a:srgbClr val="263044"/>
                </a:solidFill>
              </a:rPr>
              <a:t> </a:t>
            </a:r>
            <a:r>
              <a:rPr b="0">
                <a:solidFill>
                  <a:srgbClr val="7651D4"/>
                </a:solidFill>
              </a:rPr>
              <a:t>Revoked_session_cannot_use_valid_old_mfa_proof</a:t>
            </a:r>
            <a:r>
              <a:rPr b="0">
                <a:solidFill>
                  <a:srgbClr val="263044"/>
                </a:solidFill>
              </a:rPr>
              <a:t>()</a:t>
            </a:r>
          </a:p>
          <a:p xmlns:a="http://schemas.openxmlformats.org/drawingml/2006/main">
            <a:pPr>
              <a:buNone/>
              <a:defRPr sz="1050">
                <a:solidFill>
                  <a:srgbClr val="263044"/>
                </a:solidFill>
                <a:latin typeface="Consolas"/>
                <a:ea typeface="Consolas"/>
                <a:cs typeface="Consolas"/>
              </a:defRPr>
            </a:pPr>
            <a:r>
              <a:rPr b="0">
                <a:solidFill>
                  <a:srgbClr val="263044"/>
                </a:solidFill>
              </a:rPr>
              <a:t>{</a:t>
            </a:r>
          </a:p>
          <a:p xmlns:a="http://schemas.openxmlformats.org/drawingml/2006/main">
            <a:pPr>
              <a:buNone/>
              <a:defRPr sz="1050">
                <a:solidFill>
                  <a:srgbClr val="263044"/>
                </a:solidFill>
                <a:latin typeface="Consolas"/>
                <a:ea typeface="Consolas"/>
                <a:cs typeface="Consolas"/>
              </a:defRPr>
            </a:pPr>
            <a:r>
              <a:rPr b="0">
                <a:solidFill>
                  <a:srgbClr val="263044"/>
                </a:solidFill>
              </a:rPr>
              <a:t>    </a:t>
            </a:r>
            <a:r>
              <a:rPr b="1">
                <a:solidFill>
                  <a:srgbClr val="0969C3"/>
                </a:solidFill>
              </a:rPr>
              <a:t>var</a:t>
            </a:r>
            <a:r>
              <a:rPr b="0">
                <a:solidFill>
                  <a:srgbClr val="263044"/>
                </a:solidFill>
              </a:rPr>
              <a:t> session = </a:t>
            </a:r>
            <a:r>
              <a:rPr b="0">
                <a:solidFill>
                  <a:srgbClr val="7651D4"/>
                </a:solidFill>
              </a:rPr>
              <a:t>Session</a:t>
            </a:r>
            <a:r>
              <a:rPr b="0">
                <a:solidFill>
                  <a:srgbClr val="263044"/>
                </a:solidFill>
              </a:rPr>
              <a:t>.</a:t>
            </a:r>
            <a:r>
              <a:rPr b="0">
                <a:solidFill>
                  <a:srgbClr val="7651D4"/>
                </a:solidFill>
              </a:rPr>
              <a:t>Revoked</a:t>
            </a:r>
            <a:r>
              <a:rPr b="0">
                <a:solidFill>
                  <a:srgbClr val="263044"/>
                </a:solidFill>
              </a:rPr>
              <a:t>(subject: </a:t>
            </a:r>
            <a:r>
              <a:rPr b="0">
                <a:solidFill>
                  <a:srgbClr val="B45309"/>
                </a:solidFill>
              </a:rPr>
              <a:t>"u-8"</a:t>
            </a:r>
            <a:r>
              <a:rPr b="0">
                <a:solidFill>
                  <a:srgbClr val="263044"/>
                </a:solidFill>
              </a:rPr>
              <a:t>);</a:t>
            </a:r>
          </a:p>
          <a:p xmlns:a="http://schemas.openxmlformats.org/drawingml/2006/main">
            <a:pPr>
              <a:buNone/>
              <a:defRPr sz="1050">
                <a:solidFill>
                  <a:srgbClr val="263044"/>
                </a:solidFill>
                <a:latin typeface="Consolas"/>
                <a:ea typeface="Consolas"/>
                <a:cs typeface="Consolas"/>
              </a:defRPr>
            </a:pPr>
            <a:r>
              <a:rPr b="0">
                <a:solidFill>
                  <a:srgbClr val="263044"/>
                </a:solidFill>
              </a:rPr>
              <a:t>    </a:t>
            </a:r>
            <a:r>
              <a:rPr b="1">
                <a:solidFill>
                  <a:srgbClr val="0969C3"/>
                </a:solidFill>
              </a:rPr>
              <a:t>var</a:t>
            </a:r>
            <a:r>
              <a:rPr b="0">
                <a:solidFill>
                  <a:srgbClr val="263044"/>
                </a:solidFill>
              </a:rPr>
              <a:t> proof = </a:t>
            </a:r>
            <a:r>
              <a:rPr b="0">
                <a:solidFill>
                  <a:srgbClr val="7651D4"/>
                </a:solidFill>
              </a:rPr>
              <a:t>MfaProof</a:t>
            </a:r>
            <a:r>
              <a:rPr b="0">
                <a:solidFill>
                  <a:srgbClr val="263044"/>
                </a:solidFill>
              </a:rPr>
              <a:t>.</a:t>
            </a:r>
            <a:r>
              <a:rPr b="0">
                <a:solidFill>
                  <a:srgbClr val="7651D4"/>
                </a:solidFill>
              </a:rPr>
              <a:t>ValidFor</a:t>
            </a:r>
            <a:r>
              <a:rPr b="0">
                <a:solidFill>
                  <a:srgbClr val="263044"/>
                </a:solidFill>
              </a:rPr>
              <a:t>(</a:t>
            </a:r>
            <a:r>
              <a:rPr b="0">
                <a:solidFill>
                  <a:srgbClr val="B45309"/>
                </a:solidFill>
              </a:rPr>
              <a:t>"u-8"</a:t>
            </a:r>
            <a:r>
              <a:rPr b="0">
                <a:solidFill>
                  <a:srgbClr val="263044"/>
                </a:solidFill>
              </a:rPr>
              <a:t>);</a:t>
            </a:r>
          </a:p>
          <a:p xmlns:a="http://schemas.openxmlformats.org/drawingml/2006/main">
            <a:pPr>
              <a:buNone/>
              <a:defRPr sz="1050">
                <a:solidFill>
                  <a:srgbClr val="263044"/>
                </a:solidFill>
                <a:latin typeface="Consolas"/>
                <a:ea typeface="Consolas"/>
                <a:cs typeface="Consolas"/>
              </a:defRPr>
            </a:pPr>
            <a:endParaRPr b="0">
              <a:solidFill>
                <a:srgbClr val="263044"/>
              </a:solidFill>
            </a:endParaRPr>
          </a:p>
          <a:p xmlns:a="http://schemas.openxmlformats.org/drawingml/2006/main">
            <a:pPr>
              <a:buNone/>
              <a:defRPr sz="1050">
                <a:solidFill>
                  <a:srgbClr val="263044"/>
                </a:solidFill>
                <a:latin typeface="Consolas"/>
                <a:ea typeface="Consolas"/>
                <a:cs typeface="Consolas"/>
              </a:defRPr>
            </a:pPr>
            <a:r>
              <a:rPr b="0">
                <a:solidFill>
                  <a:srgbClr val="263044"/>
                </a:solidFill>
              </a:rPr>
              <a:t>    </a:t>
            </a:r>
            <a:r>
              <a:rPr b="1">
                <a:solidFill>
                  <a:srgbClr val="0969C3"/>
                </a:solidFill>
              </a:rPr>
              <a:t>var</a:t>
            </a:r>
            <a:r>
              <a:rPr b="0">
                <a:solidFill>
                  <a:srgbClr val="263044"/>
                </a:solidFill>
              </a:rPr>
              <a:t> result = guard.</a:t>
            </a:r>
            <a:r>
              <a:rPr b="0">
                <a:solidFill>
                  <a:srgbClr val="7651D4"/>
                </a:solidFill>
              </a:rPr>
              <a:t>Approve</a:t>
            </a:r>
            <a:r>
              <a:rPr b="0">
                <a:solidFill>
                  <a:srgbClr val="263044"/>
                </a:solidFill>
              </a:rPr>
              <a:t>(session, proof);</a:t>
            </a:r>
          </a:p>
          <a:p xmlns:a="http://schemas.openxmlformats.org/drawingml/2006/main">
            <a:pPr>
              <a:buNone/>
              <a:defRPr sz="1050">
                <a:solidFill>
                  <a:srgbClr val="263044"/>
                </a:solidFill>
                <a:latin typeface="Consolas"/>
                <a:ea typeface="Consolas"/>
                <a:cs typeface="Consolas"/>
              </a:defRPr>
            </a:pPr>
            <a:endParaRPr b="0">
              <a:solidFill>
                <a:srgbClr val="263044"/>
              </a:solidFill>
            </a:endParaRPr>
          </a:p>
          <a:p xmlns:a="http://schemas.openxmlformats.org/drawingml/2006/main">
            <a:pPr>
              <a:buNone/>
              <a:defRPr sz="1050">
                <a:solidFill>
                  <a:srgbClr val="263044"/>
                </a:solidFill>
                <a:latin typeface="Consolas"/>
                <a:ea typeface="Consolas"/>
                <a:cs typeface="Consolas"/>
              </a:defRPr>
            </a:pPr>
            <a:r>
              <a:rPr b="0">
                <a:solidFill>
                  <a:srgbClr val="263044"/>
                </a:solidFill>
              </a:rPr>
              <a:t>    result.</a:t>
            </a:r>
            <a:r>
              <a:rPr b="0">
                <a:solidFill>
                  <a:srgbClr val="7651D4"/>
                </a:solidFill>
              </a:rPr>
              <a:t>Reason</a:t>
            </a:r>
            <a:r>
              <a:rPr b="0">
                <a:solidFill>
                  <a:srgbClr val="263044"/>
                </a:solidFill>
              </a:rPr>
              <a:t>.</a:t>
            </a:r>
            <a:r>
              <a:rPr b="0">
                <a:solidFill>
                  <a:srgbClr val="7651D4"/>
                </a:solidFill>
              </a:rPr>
              <a:t>Should</a:t>
            </a:r>
            <a:r>
              <a:rPr b="0">
                <a:solidFill>
                  <a:srgbClr val="263044"/>
                </a:solidFill>
              </a:rPr>
              <a:t>().</a:t>
            </a:r>
            <a:r>
              <a:rPr b="0">
                <a:solidFill>
                  <a:srgbClr val="7651D4"/>
                </a:solidFill>
              </a:rPr>
              <a:t>Be</a:t>
            </a:r>
            <a:r>
              <a:rPr b="0">
                <a:solidFill>
                  <a:srgbClr val="263044"/>
                </a:solidFill>
              </a:rPr>
              <a:t>(</a:t>
            </a:r>
            <a:r>
              <a:rPr b="0">
                <a:solidFill>
                  <a:srgbClr val="B45309"/>
                </a:solidFill>
              </a:rPr>
              <a:t>"invalid_session"</a:t>
            </a:r>
            <a:r>
              <a:rPr b="0">
                <a:solidFill>
                  <a:srgbClr val="263044"/>
                </a:solidFill>
              </a:rPr>
              <a:t>);</a:t>
            </a:r>
          </a:p>
          <a:p xmlns:a="http://schemas.openxmlformats.org/drawingml/2006/main">
            <a:pPr>
              <a:buNone/>
              <a:defRPr sz="1050">
                <a:solidFill>
                  <a:srgbClr val="263044"/>
                </a:solidFill>
                <a:latin typeface="Consolas"/>
                <a:ea typeface="Consolas"/>
                <a:cs typeface="Consolas"/>
              </a:defRPr>
            </a:pPr>
            <a:r>
              <a:rPr b="0">
                <a:solidFill>
                  <a:srgbClr val="263044"/>
                </a:solidFill>
              </a:rPr>
              <a:t>}</a:t>
            </a:r>
          </a:p>
        </p:txBody>
      </p:sp>
      <p:sp>
        <p:nvSpPr>
          <p:cNvPr id="13" name="Rounded Rectangle 12">
            <a:extLst xmlns:a="http://schemas.openxmlformats.org/drawingml/2006/main">
              <a:ext uri="{FF2B5EF4-FFF2-40B4-BE49-F238E27FC236}">
                <a16:creationId xmlns:a16="http://schemas.microsoft.com/office/drawing/2014/main" id="{05A355B1-0EF0-45F2-AC2B-0F76CA8DACDF}"/>
              </a:ext>
            </a:extLst>
          </p:cNvPr>
          <p:cNvSpPr>
            <a:spLocks xmlns:a="http://schemas.openxmlformats.org/drawingml/2006/main" noGrp="1"/>
          </p:cNvSpPr>
          <p:nvPr/>
        </p:nvSpPr>
        <p:spPr>
          <a:xfrm xmlns:a="http://schemas.openxmlformats.org/drawingml/2006/main">
            <a:off x="7924800" y="2152650"/>
            <a:ext cx="3600450" cy="1809750"/>
          </a:xfrm>
          <a:prstGeom xmlns:a="http://schemas.openxmlformats.org/drawingml/2006/main" prst="roundRect">
            <a:avLst>
              <a:gd name="adj" fmla="val 7368"/>
            </a:avLst>
          </a:prstGeom>
          <a:solidFill xmlns:a="http://schemas.openxmlformats.org/drawingml/2006/main">
            <a:srgbClr val="EDF8F2"/>
          </a:solidFill>
          <a:ln xmlns:a="http://schemas.openxmlformats.org/drawingml/2006/main" w="9525">
            <a:solidFill>
              <a:srgbClr val="D7DEE8"/>
            </a:solidFill>
            <a:prstDash val="solid"/>
          </a:ln>
        </p:spPr>
      </p:sp>
      <p:sp>
        <p:nvSpPr>
          <p:cNvPr id="14" name="Rectangle 13">
            <a:extLst xmlns:a="http://schemas.openxmlformats.org/drawingml/2006/main">
              <a:ext uri="{FF2B5EF4-FFF2-40B4-BE49-F238E27FC236}">
                <a16:creationId xmlns:a16="http://schemas.microsoft.com/office/drawing/2014/main" id="{DA9D490F-CE4F-4454-9FE1-D1F52433A1F6}"/>
              </a:ext>
            </a:extLst>
          </p:cNvPr>
          <p:cNvSpPr>
            <a:spLocks xmlns:a="http://schemas.openxmlformats.org/drawingml/2006/main" noGrp="1"/>
          </p:cNvSpPr>
          <p:nvPr/>
        </p:nvSpPr>
        <p:spPr>
          <a:xfrm xmlns:a="http://schemas.openxmlformats.org/drawingml/2006/main">
            <a:off x="8077200" y="2276475"/>
            <a:ext cx="32956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ДОКАЗ</a:t>
            </a:r>
          </a:p>
        </p:txBody>
      </p:sp>
      <p:sp>
        <p:nvSpPr>
          <p:cNvPr id="15" name="Rectangle 14">
            <a:extLst xmlns:a="http://schemas.openxmlformats.org/drawingml/2006/main">
              <a:ext uri="{FF2B5EF4-FFF2-40B4-BE49-F238E27FC236}">
                <a16:creationId xmlns:a16="http://schemas.microsoft.com/office/drawing/2014/main" id="{A4CB7022-A3EE-44B6-A9FB-2134DBD1370D}"/>
              </a:ext>
            </a:extLst>
          </p:cNvPr>
          <p:cNvSpPr>
            <a:spLocks xmlns:a="http://schemas.openxmlformats.org/drawingml/2006/main" noGrp="1"/>
          </p:cNvSpPr>
          <p:nvPr/>
        </p:nvSpPr>
        <p:spPr>
          <a:xfrm xmlns:a="http://schemas.openxmlformats.org/drawingml/2006/main">
            <a:off x="8077200" y="2524125"/>
            <a:ext cx="32956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Чак и валидан стари MFA доказ не оживљава сесију која је у међувремену опозвана.</a:t>
            </a:r>
          </a:p>
        </p:txBody>
      </p:sp>
      <p:sp>
        <p:nvSpPr>
          <p:cNvPr id="16" name="Rounded Rectangle 15">
            <a:extLst xmlns:a="http://schemas.openxmlformats.org/drawingml/2006/main">
              <a:ext uri="{FF2B5EF4-FFF2-40B4-BE49-F238E27FC236}">
                <a16:creationId xmlns:a16="http://schemas.microsoft.com/office/drawing/2014/main" id="{911BBC7D-BD6D-462C-8877-5F5BB9553A7A}"/>
              </a:ext>
            </a:extLst>
          </p:cNvPr>
          <p:cNvSpPr>
            <a:spLocks xmlns:a="http://schemas.openxmlformats.org/drawingml/2006/main" noGrp="1"/>
          </p:cNvSpPr>
          <p:nvPr/>
        </p:nvSpPr>
        <p:spPr>
          <a:xfrm xmlns:a="http://schemas.openxmlformats.org/drawingml/2006/main">
            <a:off x="7924800" y="4248150"/>
            <a:ext cx="3600450" cy="1428750"/>
          </a:xfrm>
          <a:prstGeom xmlns:a="http://schemas.openxmlformats.org/drawingml/2006/main" prst="roundRect">
            <a:avLst>
              <a:gd name="adj" fmla="val 9333"/>
            </a:avLst>
          </a:prstGeom>
          <a:solidFill xmlns:a="http://schemas.openxmlformats.org/drawingml/2006/main">
            <a:srgbClr val="F7F4F5"/>
          </a:solidFill>
          <a:ln xmlns:a="http://schemas.openxmlformats.org/drawingml/2006/main" w="9525">
            <a:solidFill>
              <a:srgbClr val="D7DEE8"/>
            </a:solidFill>
            <a:prstDash val="solid"/>
          </a:ln>
        </p:spPr>
      </p:sp>
      <p:sp>
        <p:nvSpPr>
          <p:cNvPr id="17" name="Rectangle 16">
            <a:extLst xmlns:a="http://schemas.openxmlformats.org/drawingml/2006/main">
              <a:ext uri="{FF2B5EF4-FFF2-40B4-BE49-F238E27FC236}">
                <a16:creationId xmlns:a16="http://schemas.microsoft.com/office/drawing/2014/main" id="{6D11506B-2B98-4E91-BE91-99FA47B329B3}"/>
              </a:ext>
            </a:extLst>
          </p:cNvPr>
          <p:cNvSpPr>
            <a:spLocks xmlns:a="http://schemas.openxmlformats.org/drawingml/2006/main" noGrp="1"/>
          </p:cNvSpPr>
          <p:nvPr/>
        </p:nvSpPr>
        <p:spPr>
          <a:xfrm xmlns:a="http://schemas.openxmlformats.org/drawingml/2006/main">
            <a:off x="8077200" y="4371975"/>
            <a:ext cx="32956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7651D4"/>
                </a:solidFill>
                <a:latin typeface="Aptos"/>
                <a:ea typeface="Aptos"/>
                <a:cs typeface="Aptos"/>
              </a:defRPr>
            </a:pPr>
            <a:r>
              <a:rPr sz="1200" b="1">
                <a:solidFill>
                  <a:srgbClr val="7A2636"/>
                </a:solidFill>
                <a:latin typeface="Aptos"/>
                <a:ea typeface="Aptos"/>
                <a:cs typeface="Aptos"/>
              </a:rPr>
              <a:t>ОЧЕКИВАНИ ИСХОД</a:t>
            </a:r>
          </a:p>
        </p:txBody>
      </p:sp>
      <p:sp>
        <p:nvSpPr>
          <p:cNvPr id="18" name="Rectangle 17">
            <a:extLst xmlns:a="http://schemas.openxmlformats.org/drawingml/2006/main">
              <a:ext uri="{FF2B5EF4-FFF2-40B4-BE49-F238E27FC236}">
                <a16:creationId xmlns:a16="http://schemas.microsoft.com/office/drawing/2014/main" id="{1714526B-7D99-40A6-99E7-42B2152115E0}"/>
              </a:ext>
            </a:extLst>
          </p:cNvPr>
          <p:cNvSpPr>
            <a:spLocks xmlns:a="http://schemas.openxmlformats.org/drawingml/2006/main" noGrp="1"/>
          </p:cNvSpPr>
          <p:nvPr/>
        </p:nvSpPr>
        <p:spPr>
          <a:xfrm xmlns:a="http://schemas.openxmlformats.org/drawingml/2006/main">
            <a:off x="8077200" y="4619625"/>
            <a:ext cx="3295650" cy="838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l">
              <a:lnSpc>
                <a:spcPct val="102000"/>
              </a:lnSpc>
              <a:buNone/>
              <a:defRPr sz="1275" b="1">
                <a:solidFill>
                  <a:srgbClr val="1A202C"/>
                </a:solidFill>
                <a:latin typeface="Aptos"/>
                <a:ea typeface="Aptos"/>
                <a:cs typeface="Aptos"/>
              </a:defRPr>
            </a:pPr>
            <a:r>
              <a:rPr sz="1275" b="1">
                <a:solidFill>
                  <a:srgbClr val="1A202C"/>
                </a:solidFill>
                <a:latin typeface="Aptos"/>
                <a:ea typeface="Aptos"/>
                <a:cs typeface="Aptos"/>
              </a:rPr>
              <a:t>Тест мења једну чињеницу и очекује јасан, стабилан разлог одбијања.</a:t>
            </a:r>
          </a:p>
        </p:txBody>
      </p:sp>
    </p:spTree>
    <p:extLst>
      <p:ext uri="{BB962C8B-B14F-4D97-AF65-F5344CB8AC3E}">
        <p14:creationId xmlns:p14="http://schemas.microsoft.com/office/powerpoint/2010/main" val="939208198"/>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Rectangle 20">
            <a:extLst xmlns:a="http://schemas.openxmlformats.org/drawingml/2006/main">
              <a:ext uri="{FF2B5EF4-FFF2-40B4-BE49-F238E27FC236}">
                <a16:creationId xmlns:a16="http://schemas.microsoft.com/office/drawing/2014/main" id="{4A5052AD-C5FA-437D-A64C-A64013996477}"/>
              </a:ext>
            </a:extLst>
          </p:cNvPr>
          <p:cNvSpPr>
            <a:spLocks xmlns:a="http://schemas.openxmlformats.org/drawingml/2006/main" noGrp="1"/>
          </p:cNvSpPr>
          <p:nvPr/>
        </p:nvSpPr>
        <p:spPr>
          <a:xfrm xmlns:a="http://schemas.openxmlformats.org/drawingml/2006/main">
            <a:off x="495300" y="238125"/>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57184"/>
                </a:solidFill>
                <a:latin typeface="Aptos"/>
                <a:ea typeface="Aptos"/>
                <a:cs typeface="Aptos"/>
              </a:defRPr>
            </a:pPr>
            <a:r>
              <a:rPr sz="825" b="0">
                <a:solidFill>
                  <a:srgbClr val="5E6B7D"/>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9B47E582-BC3B-49FC-8D43-EDBC8F175D8D}"/>
              </a:ext>
            </a:extLst>
          </p:cNvPr>
          <p:cNvSpPr>
            <a:spLocks xmlns:a="http://schemas.openxmlformats.org/drawingml/2006/main" noGrp="1"/>
          </p:cNvSpPr>
          <p:nvPr/>
        </p:nvSpPr>
        <p:spPr>
          <a:xfrm xmlns:a="http://schemas.openxmlformats.org/drawingml/2006/main">
            <a:off x="495300" y="476250"/>
            <a:ext cx="11201400" cy="9525"/>
          </a:xfrm>
          <a:prstGeom xmlns:a="http://schemas.openxmlformats.org/drawingml/2006/main" prst="line">
            <a:avLst/>
          </a:prstGeom>
          <a:solidFill xmlns:a="http://schemas.openxmlformats.org/drawingml/2006/main">
            <a:srgbClr val="8D5560"/>
          </a:solidFill>
          <a:ln xmlns:a="http://schemas.openxmlformats.org/drawingml/2006/main" w="7144">
            <a:solidFill>
              <a:srgbClr val="8D5560"/>
            </a:solidFill>
            <a:prstDash val="solid"/>
          </a:ln>
        </p:spPr>
      </p:sp>
      <p:sp>
        <p:nvSpPr>
          <p:cNvPr id="3" name="Rectangle 2">
            <a:extLst xmlns:a="http://schemas.openxmlformats.org/drawingml/2006/main">
              <a:ext uri="{FF2B5EF4-FFF2-40B4-BE49-F238E27FC236}">
                <a16:creationId xmlns:a16="http://schemas.microsoft.com/office/drawing/2014/main" id="{D3FD1510-FB92-453B-8560-B55EECA1D339}"/>
              </a:ext>
            </a:extLst>
          </p:cNvPr>
          <p:cNvSpPr>
            <a:spLocks xmlns:a="http://schemas.openxmlformats.org/drawingml/2006/main" noGrp="1"/>
          </p:cNvSpPr>
          <p:nvPr/>
        </p:nvSpPr>
        <p:spPr>
          <a:xfrm xmlns:a="http://schemas.openxmlformats.org/drawingml/2006/main">
            <a:off x="11372850" y="6477000"/>
            <a:ext cx="323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16</a:t>
            </a:r>
          </a:p>
        </p:txBody>
      </p:sp>
      <p:sp>
        <p:nvSpPr>
          <p:cNvPr id="4" name="Rectangle 3">
            <a:extLst xmlns:a="http://schemas.openxmlformats.org/drawingml/2006/main">
              <a:ext uri="{FF2B5EF4-FFF2-40B4-BE49-F238E27FC236}">
                <a16:creationId xmlns:a16="http://schemas.microsoft.com/office/drawing/2014/main" id="{CDE8D3BB-71DA-4A82-9316-33103D4FCE8F}"/>
              </a:ext>
            </a:extLst>
          </p:cNvPr>
          <p:cNvSpPr>
            <a:spLocks xmlns:a="http://schemas.openxmlformats.org/drawingml/2006/main" noGrp="1"/>
          </p:cNvSpPr>
          <p:nvPr/>
        </p:nvSpPr>
        <p:spPr>
          <a:xfrm xmlns:a="http://schemas.openxmlformats.org/drawingml/2006/main">
            <a:off x="685800" y="781050"/>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Садржај безбедносног записа</a:t>
            </a:r>
          </a:p>
        </p:txBody>
      </p:sp>
      <p:sp>
        <p:nvSpPr>
          <p:cNvPr id="5" name="Rectangle 4">
            <a:extLst xmlns:a="http://schemas.openxmlformats.org/drawingml/2006/main">
              <a:ext uri="{FF2B5EF4-FFF2-40B4-BE49-F238E27FC236}">
                <a16:creationId xmlns:a16="http://schemas.microsoft.com/office/drawing/2014/main" id="{7304EDAF-271C-49D8-9C9F-FEC6CA65F994}"/>
              </a:ext>
            </a:extLst>
          </p:cNvPr>
          <p:cNvSpPr>
            <a:spLocks xmlns:a="http://schemas.openxmlformats.org/drawingml/2006/main" noGrp="1"/>
          </p:cNvSpPr>
          <p:nvPr/>
        </p:nvSpPr>
        <p:spPr>
          <a:xfrm xmlns:a="http://schemas.openxmlformats.org/drawingml/2006/main">
            <a:off x="685800" y="1428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Запис садржи контекст потребан за реконструкцију одлуке, без тајни и непотребних личних података.</a:t>
            </a:r>
          </a:p>
        </p:txBody>
      </p:sp>
      <p:sp>
        <p:nvSpPr>
          <p:cNvPr id="6" name="Rounded Rectangle 5">
            <a:extLst xmlns:a="http://schemas.openxmlformats.org/drawingml/2006/main">
              <a:ext uri="{FF2B5EF4-FFF2-40B4-BE49-F238E27FC236}">
                <a16:creationId xmlns:a16="http://schemas.microsoft.com/office/drawing/2014/main" id="{0DDB940B-7689-404A-88E3-D55B30804276}"/>
              </a:ext>
            </a:extLst>
          </p:cNvPr>
          <p:cNvSpPr>
            <a:spLocks xmlns:a="http://schemas.openxmlformats.org/drawingml/2006/main" noGrp="1"/>
          </p:cNvSpPr>
          <p:nvPr/>
        </p:nvSpPr>
        <p:spPr>
          <a:xfrm xmlns:a="http://schemas.openxmlformats.org/drawingml/2006/main">
            <a:off x="857250" y="2152650"/>
            <a:ext cx="5334000" cy="2085975"/>
          </a:xfrm>
          <a:prstGeom xmlns:a="http://schemas.openxmlformats.org/drawingml/2006/main" prst="roundRect">
            <a:avLst>
              <a:gd name="adj" fmla="val 4566"/>
            </a:avLst>
          </a:prstGeom>
          <a:solidFill xmlns:a="http://schemas.openxmlformats.org/drawingml/2006/main">
            <a:srgbClr val="F4F6F7"/>
          </a:solidFill>
          <a:ln xmlns:a="http://schemas.openxmlformats.org/drawingml/2006/main" w="9525">
            <a:solidFill>
              <a:srgbClr val="CCD6DE"/>
            </a:solidFill>
            <a:prstDash val="solid"/>
          </a:ln>
        </p:spPr>
        <p:style>
          <a:lnRef xmlns:a="http://schemas.openxmlformats.org/drawingml/2006/main" idx="0"/>
          <a:fillRef xmlns:a="http://schemas.openxmlformats.org/drawingml/2006/main" idx="0"/>
          <a:effectRef xmlns:a="http://schemas.openxmlformats.org/drawingml/2006/main" idx="0"/>
          <a:fontRef xmlns:a="http://schemas.openxmlformats.org/drawingml/2006/main" idx="major"/>
        </p:style>
      </p:sp>
      <p:sp>
        <p:nvSpPr>
          <p:cNvPr id="7" name="Straight Connector 6">
            <a:extLst xmlns:a="http://schemas.openxmlformats.org/drawingml/2006/main">
              <a:ext uri="{FF2B5EF4-FFF2-40B4-BE49-F238E27FC236}">
                <a16:creationId xmlns:a16="http://schemas.microsoft.com/office/drawing/2014/main" id="{22D5732C-8915-4CC7-A449-3A815F09E66C}"/>
              </a:ext>
            </a:extLst>
          </p:cNvPr>
          <p:cNvSpPr>
            <a:spLocks xmlns:a="http://schemas.openxmlformats.org/drawingml/2006/main" noGrp="1"/>
          </p:cNvSpPr>
          <p:nvPr/>
        </p:nvSpPr>
        <p:spPr>
          <a:xfrm xmlns:a="http://schemas.openxmlformats.org/drawingml/2006/main">
            <a:off x="857250" y="2495550"/>
            <a:ext cx="5334000" cy="9525"/>
          </a:xfrm>
          <a:prstGeom xmlns:a="http://schemas.openxmlformats.org/drawingml/2006/main" prst="line">
            <a:avLst/>
          </a:prstGeom>
          <a:solidFill xmlns:a="http://schemas.openxmlformats.org/drawingml/2006/main">
            <a:srgbClr val="AFBEC9"/>
          </a:solidFill>
          <a:ln xmlns:a="http://schemas.openxmlformats.org/drawingml/2006/main" w="9525">
            <a:solidFill>
              <a:srgbClr val="AFBEC9"/>
            </a:solidFill>
            <a:prstDash val="solid"/>
          </a:ln>
        </p:spPr>
      </p:sp>
      <p:sp>
        <p:nvSpPr>
          <p:cNvPr id="8" name="Oval 7">
            <a:extLst xmlns:a="http://schemas.openxmlformats.org/drawingml/2006/main">
              <a:ext uri="{FF2B5EF4-FFF2-40B4-BE49-F238E27FC236}">
                <a16:creationId xmlns:a16="http://schemas.microsoft.com/office/drawing/2014/main" id="{4904EC86-031E-4EBF-B6BB-59FDACAB2CC1}"/>
              </a:ext>
            </a:extLst>
          </p:cNvPr>
          <p:cNvSpPr>
            <a:spLocks xmlns:a="http://schemas.openxmlformats.org/drawingml/2006/main" noGrp="1"/>
          </p:cNvSpPr>
          <p:nvPr/>
        </p:nvSpPr>
        <p:spPr>
          <a:xfrm xmlns:a="http://schemas.openxmlformats.org/drawingml/2006/main">
            <a:off x="5638800" y="2271713"/>
            <a:ext cx="85725" cy="85725"/>
          </a:xfrm>
          <a:prstGeom xmlns:a="http://schemas.openxmlformats.org/drawingml/2006/main" prst="ellipse">
            <a:avLst/>
          </a:prstGeom>
          <a:solidFill xmlns:a="http://schemas.openxmlformats.org/drawingml/2006/main">
            <a:srgbClr val="EF6A60"/>
          </a:solidFill>
          <a:ln xmlns:a="http://schemas.openxmlformats.org/drawingml/2006/main" w="0">
            <a:noFill/>
          </a:ln>
        </p:spPr>
      </p:sp>
      <p:sp>
        <p:nvSpPr>
          <p:cNvPr id="9" name="Oval 8">
            <a:extLst xmlns:a="http://schemas.openxmlformats.org/drawingml/2006/main">
              <a:ext uri="{FF2B5EF4-FFF2-40B4-BE49-F238E27FC236}">
                <a16:creationId xmlns:a16="http://schemas.microsoft.com/office/drawing/2014/main" id="{C33BF492-A312-478E-BADA-35FD6D239AA8}"/>
              </a:ext>
            </a:extLst>
          </p:cNvPr>
          <p:cNvSpPr>
            <a:spLocks xmlns:a="http://schemas.openxmlformats.org/drawingml/2006/main" noGrp="1"/>
          </p:cNvSpPr>
          <p:nvPr/>
        </p:nvSpPr>
        <p:spPr>
          <a:xfrm xmlns:a="http://schemas.openxmlformats.org/drawingml/2006/main">
            <a:off x="5795963" y="2271713"/>
            <a:ext cx="85725" cy="85725"/>
          </a:xfrm>
          <a:prstGeom xmlns:a="http://schemas.openxmlformats.org/drawingml/2006/main" prst="ellipse">
            <a:avLst/>
          </a:prstGeom>
          <a:solidFill xmlns:a="http://schemas.openxmlformats.org/drawingml/2006/main">
            <a:srgbClr val="F2BD42"/>
          </a:solidFill>
          <a:ln xmlns:a="http://schemas.openxmlformats.org/drawingml/2006/main" w="0">
            <a:noFill/>
          </a:ln>
        </p:spPr>
      </p:sp>
      <p:sp>
        <p:nvSpPr>
          <p:cNvPr id="10" name="Oval 9">
            <a:extLst xmlns:a="http://schemas.openxmlformats.org/drawingml/2006/main">
              <a:ext uri="{FF2B5EF4-FFF2-40B4-BE49-F238E27FC236}">
                <a16:creationId xmlns:a16="http://schemas.microsoft.com/office/drawing/2014/main" id="{85E458CA-C570-4CAD-AD5D-E1563DC48A0B}"/>
              </a:ext>
            </a:extLst>
          </p:cNvPr>
          <p:cNvSpPr>
            <a:spLocks xmlns:a="http://schemas.openxmlformats.org/drawingml/2006/main" noGrp="1"/>
          </p:cNvSpPr>
          <p:nvPr/>
        </p:nvSpPr>
        <p:spPr>
          <a:xfrm xmlns:a="http://schemas.openxmlformats.org/drawingml/2006/main">
            <a:off x="5953125" y="2271713"/>
            <a:ext cx="85725" cy="85725"/>
          </a:xfrm>
          <a:prstGeom xmlns:a="http://schemas.openxmlformats.org/drawingml/2006/main" prst="ellipse">
            <a:avLst/>
          </a:prstGeom>
          <a:solidFill xmlns:a="http://schemas.openxmlformats.org/drawingml/2006/main">
            <a:srgbClr val="65C466"/>
          </a:solidFill>
          <a:ln xmlns:a="http://schemas.openxmlformats.org/drawingml/2006/main" w="0">
            <a:noFill/>
          </a:ln>
        </p:spPr>
      </p:sp>
      <p:sp>
        <p:nvSpPr>
          <p:cNvPr id="11" name="Rectangle 10">
            <a:extLst xmlns:a="http://schemas.openxmlformats.org/drawingml/2006/main">
              <a:ext uri="{FF2B5EF4-FFF2-40B4-BE49-F238E27FC236}">
                <a16:creationId xmlns:a16="http://schemas.microsoft.com/office/drawing/2014/main" id="{3F5A76A0-9676-40E5-A87D-DC31A195B8E2}"/>
              </a:ext>
            </a:extLst>
          </p:cNvPr>
          <p:cNvSpPr>
            <a:spLocks xmlns:a="http://schemas.openxmlformats.org/drawingml/2006/main" noGrp="1"/>
          </p:cNvSpPr>
          <p:nvPr/>
        </p:nvSpPr>
        <p:spPr>
          <a:xfrm xmlns:a="http://schemas.openxmlformats.org/drawingml/2006/main">
            <a:off x="971550" y="2628900"/>
            <a:ext cx="304800" cy="2533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0000"/>
              </a:lnSpc>
              <a:buNone/>
              <a:defRPr sz="1050" b="0">
                <a:solidFill>
                  <a:srgbClr val="8792A6"/>
                </a:solidFill>
                <a:latin typeface="Consolas"/>
                <a:ea typeface="Consolas"/>
                <a:cs typeface="Consolas"/>
              </a:defRPr>
            </a:pPr>
            <a:r>
              <a:rPr sz="1050" b="0">
                <a:solidFill>
                  <a:srgbClr val="8792A6"/>
                </a:solidFill>
                <a:latin typeface="Consolas"/>
                <a:ea typeface="Consolas"/>
                <a:cs typeface="Consolas"/>
              </a:rPr>
              <a:t>1</a:t>
            </a:r>
          </a:p>
          <a:p xmlns:a="http://schemas.openxmlformats.org/drawingml/2006/main">
            <a:pPr algn="r">
              <a:lnSpc>
                <a:spcPct val="100000"/>
              </a:lnSpc>
              <a:buNone/>
              <a:defRPr sz="1050" b="0">
                <a:solidFill>
                  <a:srgbClr val="8792A6"/>
                </a:solidFill>
                <a:latin typeface="Consolas"/>
                <a:ea typeface="Consolas"/>
                <a:cs typeface="Consolas"/>
              </a:defRPr>
            </a:pPr>
            <a:r>
              <a:rPr sz="1050" b="0">
                <a:solidFill>
                  <a:srgbClr val="8792A6"/>
                </a:solidFill>
                <a:latin typeface="Consolas"/>
                <a:ea typeface="Consolas"/>
                <a:cs typeface="Consolas"/>
              </a:rPr>
              <a:t>2</a:t>
            </a:r>
          </a:p>
          <a:p xmlns:a="http://schemas.openxmlformats.org/drawingml/2006/main">
            <a:pPr algn="r">
              <a:lnSpc>
                <a:spcPct val="100000"/>
              </a:lnSpc>
              <a:buNone/>
              <a:defRPr sz="1050" b="0">
                <a:solidFill>
                  <a:srgbClr val="8792A6"/>
                </a:solidFill>
                <a:latin typeface="Consolas"/>
                <a:ea typeface="Consolas"/>
                <a:cs typeface="Consolas"/>
              </a:defRPr>
            </a:pPr>
            <a:r>
              <a:rPr sz="1050" b="0">
                <a:solidFill>
                  <a:srgbClr val="8792A6"/>
                </a:solidFill>
                <a:latin typeface="Consolas"/>
                <a:ea typeface="Consolas"/>
                <a:cs typeface="Consolas"/>
              </a:rPr>
              <a:t>3</a:t>
            </a:r>
          </a:p>
          <a:p xmlns:a="http://schemas.openxmlformats.org/drawingml/2006/main">
            <a:pPr algn="r">
              <a:lnSpc>
                <a:spcPct val="100000"/>
              </a:lnSpc>
              <a:buNone/>
              <a:defRPr sz="1050" b="0">
                <a:solidFill>
                  <a:srgbClr val="8792A6"/>
                </a:solidFill>
                <a:latin typeface="Consolas"/>
                <a:ea typeface="Consolas"/>
                <a:cs typeface="Consolas"/>
              </a:defRPr>
            </a:pPr>
            <a:r>
              <a:rPr sz="1050" b="0">
                <a:solidFill>
                  <a:srgbClr val="8792A6"/>
                </a:solidFill>
                <a:latin typeface="Consolas"/>
                <a:ea typeface="Consolas"/>
                <a:cs typeface="Consolas"/>
              </a:rPr>
              <a:t>4</a:t>
            </a:r>
          </a:p>
          <a:p xmlns:a="http://schemas.openxmlformats.org/drawingml/2006/main">
            <a:pPr algn="r">
              <a:lnSpc>
                <a:spcPct val="100000"/>
              </a:lnSpc>
              <a:buNone/>
              <a:defRPr sz="1050" b="0">
                <a:solidFill>
                  <a:srgbClr val="8792A6"/>
                </a:solidFill>
                <a:latin typeface="Consolas"/>
                <a:ea typeface="Consolas"/>
                <a:cs typeface="Consolas"/>
              </a:defRPr>
            </a:pPr>
            <a:r>
              <a:rPr sz="1050" b="0">
                <a:solidFill>
                  <a:srgbClr val="8792A6"/>
                </a:solidFill>
                <a:latin typeface="Consolas"/>
                <a:ea typeface="Consolas"/>
                <a:cs typeface="Consolas"/>
              </a:rPr>
              <a:t>5</a:t>
            </a:r>
          </a:p>
          <a:p xmlns:a="http://schemas.openxmlformats.org/drawingml/2006/main">
            <a:pPr algn="r">
              <a:lnSpc>
                <a:spcPct val="100000"/>
              </a:lnSpc>
              <a:buNone/>
              <a:defRPr sz="1050" b="0">
                <a:solidFill>
                  <a:srgbClr val="8792A6"/>
                </a:solidFill>
                <a:latin typeface="Consolas"/>
                <a:ea typeface="Consolas"/>
                <a:cs typeface="Consolas"/>
              </a:defRPr>
            </a:pPr>
            <a:r>
              <a:rPr sz="1050" b="0">
                <a:solidFill>
                  <a:srgbClr val="8792A6"/>
                </a:solidFill>
                <a:latin typeface="Consolas"/>
                <a:ea typeface="Consolas"/>
                <a:cs typeface="Consolas"/>
              </a:rPr>
              <a:t>6</a:t>
            </a:r>
          </a:p>
          <a:p xmlns:a="http://schemas.openxmlformats.org/drawingml/2006/main">
            <a:pPr algn="r">
              <a:lnSpc>
                <a:spcPct val="100000"/>
              </a:lnSpc>
              <a:buNone/>
              <a:defRPr sz="1050" b="0">
                <a:solidFill>
                  <a:srgbClr val="8792A6"/>
                </a:solidFill>
                <a:latin typeface="Consolas"/>
                <a:ea typeface="Consolas"/>
                <a:cs typeface="Consolas"/>
              </a:defRPr>
            </a:pPr>
            <a:r>
              <a:rPr sz="1050" b="0">
                <a:solidFill>
                  <a:srgbClr val="8792A6"/>
                </a:solidFill>
                <a:latin typeface="Consolas"/>
                <a:ea typeface="Consolas"/>
                <a:cs typeface="Consolas"/>
              </a:rPr>
              <a:t>7</a:t>
            </a:r>
          </a:p>
          <a:p xmlns:a="http://schemas.openxmlformats.org/drawingml/2006/main">
            <a:pPr algn="r">
              <a:lnSpc>
                <a:spcPct val="100000"/>
              </a:lnSpc>
              <a:buNone/>
              <a:defRPr sz="1050" b="0">
                <a:solidFill>
                  <a:srgbClr val="8792A6"/>
                </a:solidFill>
                <a:latin typeface="Consolas"/>
                <a:ea typeface="Consolas"/>
                <a:cs typeface="Consolas"/>
              </a:defRPr>
            </a:pPr>
            <a:r>
              <a:rPr sz="1050" b="0">
                <a:solidFill>
                  <a:srgbClr val="8792A6"/>
                </a:solidFill>
                <a:latin typeface="Consolas"/>
                <a:ea typeface="Consolas"/>
                <a:cs typeface="Consolas"/>
              </a:rPr>
              <a:t>8</a:t>
            </a:r>
          </a:p>
        </p:txBody>
      </p:sp>
      <p:sp>
        <p:nvSpPr>
          <p:cNvPr id="12" name="Rectangle 11">
            <a:extLst xmlns:a="http://schemas.openxmlformats.org/drawingml/2006/main">
              <a:ext uri="{FF2B5EF4-FFF2-40B4-BE49-F238E27FC236}">
                <a16:creationId xmlns:a16="http://schemas.microsoft.com/office/drawing/2014/main" id="{8D4CB142-BE17-4DC2-895F-F56D1C1E2C98}"/>
              </a:ext>
            </a:extLst>
          </p:cNvPr>
          <p:cNvSpPr>
            <a:spLocks xmlns:a="http://schemas.openxmlformats.org/drawingml/2006/main" noGrp="1"/>
          </p:cNvSpPr>
          <p:nvPr/>
        </p:nvSpPr>
        <p:spPr>
          <a:xfrm xmlns:a="http://schemas.openxmlformats.org/drawingml/2006/main">
            <a:off x="1390650" y="2628900"/>
            <a:ext cx="4629150" cy="2533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buNone/>
              <a:defRPr sz="1125">
                <a:solidFill>
                  <a:srgbClr val="263044"/>
                </a:solidFill>
                <a:latin typeface="Consolas"/>
                <a:ea typeface="Consolas"/>
                <a:cs typeface="Consolas"/>
              </a:defRPr>
            </a:pPr>
            <a:r>
              <a:rPr b="0">
                <a:solidFill>
                  <a:srgbClr val="263044"/>
                </a:solidFill>
              </a:rPr>
              <a:t>{</a:t>
            </a:r>
          </a:p>
          <a:p xmlns:a="http://schemas.openxmlformats.org/drawingml/2006/main">
            <a:pPr>
              <a:buNone/>
              <a:defRPr sz="1125">
                <a:solidFill>
                  <a:srgbClr val="263044"/>
                </a:solidFill>
                <a:latin typeface="Consolas"/>
                <a:ea typeface="Consolas"/>
                <a:cs typeface="Consolas"/>
              </a:defRPr>
            </a:pPr>
            <a:r>
              <a:rPr b="0">
                <a:solidFill>
                  <a:srgbClr val="263044"/>
                </a:solidFill>
              </a:rPr>
              <a:t>  </a:t>
            </a:r>
            <a:r>
              <a:rPr b="0">
                <a:solidFill>
                  <a:srgbClr val="B45309"/>
                </a:solidFill>
              </a:rPr>
              <a:t>"subject"</a:t>
            </a:r>
            <a:r>
              <a:rPr b="0">
                <a:solidFill>
                  <a:srgbClr val="263044"/>
                </a:solidFill>
              </a:rPr>
              <a:t>: </a:t>
            </a:r>
            <a:r>
              <a:rPr b="0">
                <a:solidFill>
                  <a:srgbClr val="B45309"/>
                </a:solidFill>
              </a:rPr>
              <a:t>"u-8"</a:t>
            </a:r>
            <a:r>
              <a:rPr b="0">
                <a:solidFill>
                  <a:srgbClr val="263044"/>
                </a:solidFill>
              </a:rPr>
              <a:t>,</a:t>
            </a:r>
          </a:p>
          <a:p xmlns:a="http://schemas.openxmlformats.org/drawingml/2006/main">
            <a:pPr>
              <a:buNone/>
              <a:defRPr sz="1125">
                <a:solidFill>
                  <a:srgbClr val="263044"/>
                </a:solidFill>
                <a:latin typeface="Consolas"/>
                <a:ea typeface="Consolas"/>
                <a:cs typeface="Consolas"/>
              </a:defRPr>
            </a:pPr>
            <a:r>
              <a:rPr b="0">
                <a:solidFill>
                  <a:srgbClr val="263044"/>
                </a:solidFill>
              </a:rPr>
              <a:t>  </a:t>
            </a:r>
            <a:r>
              <a:rPr b="0">
                <a:solidFill>
                  <a:srgbClr val="B45309"/>
                </a:solidFill>
              </a:rPr>
              <a:t>"action"</a:t>
            </a:r>
            <a:r>
              <a:rPr b="0">
                <a:solidFill>
                  <a:srgbClr val="263044"/>
                </a:solidFill>
              </a:rPr>
              <a:t>: </a:t>
            </a:r>
            <a:r>
              <a:rPr b="0">
                <a:solidFill>
                  <a:srgbClr val="B45309"/>
                </a:solidFill>
              </a:rPr>
              <a:t>"payment.approve"</a:t>
            </a:r>
            <a:r>
              <a:rPr b="0">
                <a:solidFill>
                  <a:srgbClr val="263044"/>
                </a:solidFill>
              </a:rPr>
              <a:t>,</a:t>
            </a:r>
          </a:p>
          <a:p xmlns:a="http://schemas.openxmlformats.org/drawingml/2006/main">
            <a:pPr>
              <a:buNone/>
              <a:defRPr sz="1125">
                <a:solidFill>
                  <a:srgbClr val="263044"/>
                </a:solidFill>
                <a:latin typeface="Consolas"/>
                <a:ea typeface="Consolas"/>
                <a:cs typeface="Consolas"/>
              </a:defRPr>
            </a:pPr>
            <a:r>
              <a:rPr b="0">
                <a:solidFill>
                  <a:srgbClr val="263044"/>
                </a:solidFill>
              </a:rPr>
              <a:t>  </a:t>
            </a:r>
            <a:r>
              <a:rPr b="0">
                <a:solidFill>
                  <a:srgbClr val="B45309"/>
                </a:solidFill>
              </a:rPr>
              <a:t>"sessionState"</a:t>
            </a:r>
            <a:r>
              <a:rPr b="0">
                <a:solidFill>
                  <a:srgbClr val="263044"/>
                </a:solidFill>
              </a:rPr>
              <a:t>: </a:t>
            </a:r>
            <a:r>
              <a:rPr b="0">
                <a:solidFill>
                  <a:srgbClr val="B45309"/>
                </a:solidFill>
              </a:rPr>
              <a:t>"revoked"</a:t>
            </a:r>
            <a:r>
              <a:rPr b="0">
                <a:solidFill>
                  <a:srgbClr val="263044"/>
                </a:solidFill>
              </a:rPr>
              <a:t>,</a:t>
            </a:r>
          </a:p>
          <a:p xmlns:a="http://schemas.openxmlformats.org/drawingml/2006/main">
            <a:pPr>
              <a:buNone/>
              <a:defRPr sz="1125">
                <a:solidFill>
                  <a:srgbClr val="263044"/>
                </a:solidFill>
                <a:latin typeface="Consolas"/>
                <a:ea typeface="Consolas"/>
                <a:cs typeface="Consolas"/>
              </a:defRPr>
            </a:pPr>
            <a:r>
              <a:rPr b="0">
                <a:solidFill>
                  <a:srgbClr val="263044"/>
                </a:solidFill>
              </a:rPr>
              <a:t>  </a:t>
            </a:r>
            <a:r>
              <a:rPr b="0">
                <a:solidFill>
                  <a:srgbClr val="B45309"/>
                </a:solidFill>
              </a:rPr>
              <a:t>"assurance"</a:t>
            </a:r>
            <a:r>
              <a:rPr b="0">
                <a:solidFill>
                  <a:srgbClr val="263044"/>
                </a:solidFill>
              </a:rPr>
              <a:t>: </a:t>
            </a:r>
            <a:r>
              <a:rPr b="0">
                <a:solidFill>
                  <a:srgbClr val="B45309"/>
                </a:solidFill>
              </a:rPr>
              <a:t>"mfa"</a:t>
            </a:r>
            <a:r>
              <a:rPr b="0">
                <a:solidFill>
                  <a:srgbClr val="263044"/>
                </a:solidFill>
              </a:rPr>
              <a:t>,</a:t>
            </a:r>
          </a:p>
          <a:p xmlns:a="http://schemas.openxmlformats.org/drawingml/2006/main">
            <a:pPr>
              <a:buNone/>
              <a:defRPr sz="1125">
                <a:solidFill>
                  <a:srgbClr val="263044"/>
                </a:solidFill>
                <a:latin typeface="Consolas"/>
                <a:ea typeface="Consolas"/>
                <a:cs typeface="Consolas"/>
              </a:defRPr>
            </a:pPr>
            <a:r>
              <a:rPr b="0">
                <a:solidFill>
                  <a:srgbClr val="263044"/>
                </a:solidFill>
              </a:rPr>
              <a:t>  </a:t>
            </a:r>
            <a:r>
              <a:rPr b="0">
                <a:solidFill>
                  <a:srgbClr val="B45309"/>
                </a:solidFill>
              </a:rPr>
              <a:t>"outcome"</a:t>
            </a:r>
            <a:r>
              <a:rPr b="0">
                <a:solidFill>
                  <a:srgbClr val="263044"/>
                </a:solidFill>
              </a:rPr>
              <a:t>: </a:t>
            </a:r>
            <a:r>
              <a:rPr b="0">
                <a:solidFill>
                  <a:srgbClr val="B45309"/>
                </a:solidFill>
              </a:rPr>
              <a:t>"denied"</a:t>
            </a:r>
            <a:r>
              <a:rPr b="0">
                <a:solidFill>
                  <a:srgbClr val="263044"/>
                </a:solidFill>
              </a:rPr>
              <a:t>,</a:t>
            </a:r>
          </a:p>
          <a:p xmlns:a="http://schemas.openxmlformats.org/drawingml/2006/main">
            <a:pPr>
              <a:buNone/>
              <a:defRPr sz="1125">
                <a:solidFill>
                  <a:srgbClr val="263044"/>
                </a:solidFill>
                <a:latin typeface="Consolas"/>
                <a:ea typeface="Consolas"/>
                <a:cs typeface="Consolas"/>
              </a:defRPr>
            </a:pPr>
            <a:r>
              <a:rPr b="0">
                <a:solidFill>
                  <a:srgbClr val="263044"/>
                </a:solidFill>
              </a:rPr>
              <a:t>  </a:t>
            </a:r>
            <a:r>
              <a:rPr b="0">
                <a:solidFill>
                  <a:srgbClr val="B45309"/>
                </a:solidFill>
              </a:rPr>
              <a:t>"secretValueLogged"</a:t>
            </a:r>
            <a:r>
              <a:rPr b="0">
                <a:solidFill>
                  <a:srgbClr val="263044"/>
                </a:solidFill>
              </a:rPr>
              <a:t>: </a:t>
            </a:r>
            <a:r>
              <a:rPr b="1">
                <a:solidFill>
                  <a:srgbClr val="0969C3"/>
                </a:solidFill>
              </a:rPr>
              <a:t>false</a:t>
            </a:r>
          </a:p>
          <a:p xmlns:a="http://schemas.openxmlformats.org/drawingml/2006/main">
            <a:pPr>
              <a:buNone/>
              <a:defRPr sz="1125">
                <a:solidFill>
                  <a:srgbClr val="263044"/>
                </a:solidFill>
                <a:latin typeface="Consolas"/>
                <a:ea typeface="Consolas"/>
                <a:cs typeface="Consolas"/>
              </a:defRPr>
            </a:pPr>
            <a:r>
              <a:rPr b="0">
                <a:solidFill>
                  <a:srgbClr val="263044"/>
                </a:solidFill>
              </a:rPr>
              <a:t>}</a:t>
            </a:r>
          </a:p>
        </p:txBody>
      </p:sp>
      <p:sp>
        <p:nvSpPr>
          <p:cNvPr id="13" name="Rounded Rectangle 12">
            <a:extLst xmlns:a="http://schemas.openxmlformats.org/drawingml/2006/main">
              <a:ext uri="{FF2B5EF4-FFF2-40B4-BE49-F238E27FC236}">
                <a16:creationId xmlns:a16="http://schemas.microsoft.com/office/drawing/2014/main" id="{0DEADB72-EB38-478F-A1DA-63DD73E6606D}"/>
              </a:ext>
            </a:extLst>
          </p:cNvPr>
          <p:cNvSpPr>
            <a:spLocks xmlns:a="http://schemas.openxmlformats.org/drawingml/2006/main" noGrp="1"/>
          </p:cNvSpPr>
          <p:nvPr/>
        </p:nvSpPr>
        <p:spPr>
          <a:xfrm xmlns:a="http://schemas.openxmlformats.org/drawingml/2006/main">
            <a:off x="6648450" y="2152650"/>
            <a:ext cx="4591050" cy="1352550"/>
          </a:xfrm>
          <a:prstGeom xmlns:a="http://schemas.openxmlformats.org/drawingml/2006/main" prst="roundRect">
            <a:avLst>
              <a:gd name="adj" fmla="val 9859"/>
            </a:avLst>
          </a:prstGeom>
          <a:solidFill xmlns:a="http://schemas.openxmlformats.org/drawingml/2006/main">
            <a:srgbClr val="EDF8F2"/>
          </a:solidFill>
          <a:ln xmlns:a="http://schemas.openxmlformats.org/drawingml/2006/main" w="9525">
            <a:solidFill>
              <a:srgbClr val="D7DEE8"/>
            </a:solidFill>
            <a:prstDash val="solid"/>
          </a:ln>
        </p:spPr>
      </p:sp>
      <p:sp>
        <p:nvSpPr>
          <p:cNvPr id="14" name="Rectangle 13">
            <a:extLst xmlns:a="http://schemas.openxmlformats.org/drawingml/2006/main">
              <a:ext uri="{FF2B5EF4-FFF2-40B4-BE49-F238E27FC236}">
                <a16:creationId xmlns:a16="http://schemas.microsoft.com/office/drawing/2014/main" id="{DCBD157B-4727-49B7-A9C3-00E38A63C80C}"/>
              </a:ext>
            </a:extLst>
          </p:cNvPr>
          <p:cNvSpPr>
            <a:spLocks xmlns:a="http://schemas.openxmlformats.org/drawingml/2006/main" noGrp="1"/>
          </p:cNvSpPr>
          <p:nvPr/>
        </p:nvSpPr>
        <p:spPr>
          <a:xfrm xmlns:a="http://schemas.openxmlformats.org/drawingml/2006/main">
            <a:off x="6800850" y="2276475"/>
            <a:ext cx="4286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ДОВОЉНО</a:t>
            </a:r>
          </a:p>
        </p:txBody>
      </p:sp>
      <p:sp>
        <p:nvSpPr>
          <p:cNvPr id="15" name="Rectangle 14">
            <a:extLst xmlns:a="http://schemas.openxmlformats.org/drawingml/2006/main">
              <a:ext uri="{FF2B5EF4-FFF2-40B4-BE49-F238E27FC236}">
                <a16:creationId xmlns:a16="http://schemas.microsoft.com/office/drawing/2014/main" id="{124915A3-8CF4-4417-8AF0-B1B9959DBCFD}"/>
              </a:ext>
            </a:extLst>
          </p:cNvPr>
          <p:cNvSpPr>
            <a:spLocks xmlns:a="http://schemas.openxmlformats.org/drawingml/2006/main" noGrp="1"/>
          </p:cNvSpPr>
          <p:nvPr/>
        </p:nvSpPr>
        <p:spPr>
          <a:xfrm xmlns:a="http://schemas.openxmlformats.org/drawingml/2006/main">
            <a:off x="6800850" y="2524125"/>
            <a:ext cx="4286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425" b="1">
                <a:solidFill>
                  <a:srgbClr val="1A202C"/>
                </a:solidFill>
                <a:latin typeface="Aptos"/>
                <a:ea typeface="Aptos"/>
                <a:cs typeface="Aptos"/>
              </a:defRPr>
            </a:pPr>
            <a:r>
              <a:rPr sz="1425" b="1">
                <a:solidFill>
                  <a:srgbClr val="1A202C"/>
                </a:solidFill>
                <a:latin typeface="Aptos"/>
                <a:ea typeface="Aptos"/>
                <a:cs typeface="Aptos"/>
              </a:rPr>
              <a:t>Актер, радња, циљ, исход и разлог</a:t>
            </a:r>
          </a:p>
        </p:txBody>
      </p:sp>
      <p:sp>
        <p:nvSpPr>
          <p:cNvPr id="16" name="Rectangle 15">
            <a:extLst xmlns:a="http://schemas.openxmlformats.org/drawingml/2006/main">
              <a:ext uri="{FF2B5EF4-FFF2-40B4-BE49-F238E27FC236}">
                <a16:creationId xmlns:a16="http://schemas.microsoft.com/office/drawing/2014/main" id="{F226C5FF-8C07-4826-86F8-4324ADAA9B92}"/>
              </a:ext>
            </a:extLst>
          </p:cNvPr>
          <p:cNvSpPr>
            <a:spLocks xmlns:a="http://schemas.openxmlformats.org/drawingml/2006/main" noGrp="1"/>
          </p:cNvSpPr>
          <p:nvPr/>
        </p:nvSpPr>
        <p:spPr>
          <a:xfrm xmlns:a="http://schemas.openxmlformats.org/drawingml/2006/main">
            <a:off x="6800850" y="2933700"/>
            <a:ext cx="4286250" cy="466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200" b="0">
                <a:solidFill>
                  <a:srgbClr val="657184"/>
                </a:solidFill>
                <a:latin typeface="Aptos"/>
                <a:ea typeface="Aptos"/>
                <a:cs typeface="Aptos"/>
              </a:defRPr>
            </a:pPr>
            <a:r>
              <a:rPr sz="1350" b="0">
                <a:solidFill>
                  <a:srgbClr val="657184"/>
                </a:solidFill>
                <a:latin typeface="Aptos"/>
                <a:ea typeface="Aptos"/>
                <a:cs typeface="Aptos"/>
              </a:rPr>
              <a:t>Временска ознака и correlation ID повезују траг са остатком тока.</a:t>
            </a:r>
          </a:p>
        </p:txBody>
      </p:sp>
      <p:sp>
        <p:nvSpPr>
          <p:cNvPr id="17" name="Rounded Rectangle 16">
            <a:extLst xmlns:a="http://schemas.openxmlformats.org/drawingml/2006/main">
              <a:ext uri="{FF2B5EF4-FFF2-40B4-BE49-F238E27FC236}">
                <a16:creationId xmlns:a16="http://schemas.microsoft.com/office/drawing/2014/main" id="{D408DCAC-0B90-4002-BD17-F3DF2997F596}"/>
              </a:ext>
            </a:extLst>
          </p:cNvPr>
          <p:cNvSpPr>
            <a:spLocks xmlns:a="http://schemas.openxmlformats.org/drawingml/2006/main" noGrp="1"/>
          </p:cNvSpPr>
          <p:nvPr/>
        </p:nvSpPr>
        <p:spPr>
          <a:xfrm xmlns:a="http://schemas.openxmlformats.org/drawingml/2006/main">
            <a:off x="6648450" y="3867150"/>
            <a:ext cx="4591050" cy="1428750"/>
          </a:xfrm>
          <a:prstGeom xmlns:a="http://schemas.openxmlformats.org/drawingml/2006/main" prst="roundRect">
            <a:avLst>
              <a:gd name="adj" fmla="val 9333"/>
            </a:avLst>
          </a:prstGeom>
          <a:solidFill xmlns:a="http://schemas.openxmlformats.org/drawingml/2006/main">
            <a:srgbClr val="FFF0F0"/>
          </a:solidFill>
          <a:ln xmlns:a="http://schemas.openxmlformats.org/drawingml/2006/main" w="9525">
            <a:solidFill>
              <a:srgbClr val="D7DEE8"/>
            </a:solidFill>
            <a:prstDash val="solid"/>
          </a:ln>
        </p:spPr>
      </p:sp>
      <p:sp>
        <p:nvSpPr>
          <p:cNvPr id="18" name="Rectangle 17">
            <a:extLst xmlns:a="http://schemas.openxmlformats.org/drawingml/2006/main">
              <a:ext uri="{FF2B5EF4-FFF2-40B4-BE49-F238E27FC236}">
                <a16:creationId xmlns:a16="http://schemas.microsoft.com/office/drawing/2014/main" id="{4D836D48-514E-480E-9890-2EFA1E059405}"/>
              </a:ext>
            </a:extLst>
          </p:cNvPr>
          <p:cNvSpPr>
            <a:spLocks xmlns:a="http://schemas.openxmlformats.org/drawingml/2006/main" noGrp="1"/>
          </p:cNvSpPr>
          <p:nvPr/>
        </p:nvSpPr>
        <p:spPr>
          <a:xfrm xmlns:a="http://schemas.openxmlformats.org/drawingml/2006/main">
            <a:off x="6800850" y="3990975"/>
            <a:ext cx="4286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C34747"/>
                </a:solidFill>
                <a:latin typeface="Aptos"/>
                <a:ea typeface="Aptos"/>
                <a:cs typeface="Aptos"/>
              </a:defRPr>
            </a:pPr>
            <a:r>
              <a:rPr sz="1200" b="1">
                <a:solidFill>
                  <a:srgbClr val="C34747"/>
                </a:solidFill>
                <a:latin typeface="Aptos"/>
                <a:ea typeface="Aptos"/>
                <a:cs typeface="Aptos"/>
              </a:rPr>
              <a:t>НЕ ПРИПАДА У ДОКАЗ</a:t>
            </a:r>
          </a:p>
        </p:txBody>
      </p:sp>
      <p:sp>
        <p:nvSpPr>
          <p:cNvPr id="19" name="Rectangle 18">
            <a:extLst xmlns:a="http://schemas.openxmlformats.org/drawingml/2006/main">
              <a:ext uri="{FF2B5EF4-FFF2-40B4-BE49-F238E27FC236}">
                <a16:creationId xmlns:a16="http://schemas.microsoft.com/office/drawing/2014/main" id="{53ACC8C6-2700-41D2-A0B7-DFE9F9364023}"/>
              </a:ext>
            </a:extLst>
          </p:cNvPr>
          <p:cNvSpPr>
            <a:spLocks xmlns:a="http://schemas.openxmlformats.org/drawingml/2006/main" noGrp="1"/>
          </p:cNvSpPr>
          <p:nvPr/>
        </p:nvSpPr>
        <p:spPr>
          <a:xfrm xmlns:a="http://schemas.openxmlformats.org/drawingml/2006/main">
            <a:off x="6800850" y="4238625"/>
            <a:ext cx="428625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350" b="1">
                <a:solidFill>
                  <a:srgbClr val="1A202C"/>
                </a:solidFill>
                <a:latin typeface="Aptos"/>
                <a:ea typeface="Aptos"/>
                <a:cs typeface="Aptos"/>
              </a:defRPr>
            </a:pPr>
            <a:r>
              <a:rPr sz="1350" b="1">
                <a:solidFill>
                  <a:srgbClr val="1A202C"/>
                </a:solidFill>
                <a:latin typeface="Aptos"/>
                <a:ea typeface="Aptos"/>
                <a:cs typeface="Aptos"/>
              </a:rPr>
              <a:t>Лозинка, token, тајна и сувишан садржај</a:t>
            </a:r>
          </a:p>
        </p:txBody>
      </p:sp>
      <p:sp>
        <p:nvSpPr>
          <p:cNvPr id="20" name="Rectangle 19">
            <a:extLst xmlns:a="http://schemas.openxmlformats.org/drawingml/2006/main">
              <a:ext uri="{FF2B5EF4-FFF2-40B4-BE49-F238E27FC236}">
                <a16:creationId xmlns:a16="http://schemas.microsoft.com/office/drawing/2014/main" id="{3AFA6733-55F6-4EED-96BE-296F9891E67A}"/>
              </a:ext>
            </a:extLst>
          </p:cNvPr>
          <p:cNvSpPr>
            <a:spLocks xmlns:a="http://schemas.openxmlformats.org/drawingml/2006/main" noGrp="1"/>
          </p:cNvSpPr>
          <p:nvPr/>
        </p:nvSpPr>
        <p:spPr>
          <a:xfrm xmlns:a="http://schemas.openxmlformats.org/drawingml/2006/main">
            <a:off x="6800850" y="4648200"/>
            <a:ext cx="428625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200" b="0">
                <a:solidFill>
                  <a:srgbClr val="657184"/>
                </a:solidFill>
                <a:latin typeface="Aptos"/>
                <a:ea typeface="Aptos"/>
                <a:cs typeface="Aptos"/>
              </a:defRPr>
            </a:pPr>
            <a:r>
              <a:rPr sz="1350" b="0">
                <a:solidFill>
                  <a:srgbClr val="657184"/>
                </a:solidFill>
                <a:latin typeface="Aptos"/>
                <a:ea typeface="Aptos"/>
                <a:cs typeface="Aptos"/>
              </a:rPr>
              <a:t>Траг не сме да постане нови извор цурења или збирка непотребних података.</a:t>
            </a:r>
          </a:p>
        </p:txBody>
      </p:sp>
    </p:spTree>
    <p:extLst>
      <p:ext uri="{BB962C8B-B14F-4D97-AF65-F5344CB8AC3E}">
        <p14:creationId xmlns:p14="http://schemas.microsoft.com/office/powerpoint/2010/main" val="873638329"/>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Rectangle 17">
            <a:extLst xmlns:a="http://schemas.openxmlformats.org/drawingml/2006/main">
              <a:ext uri="{FF2B5EF4-FFF2-40B4-BE49-F238E27FC236}">
                <a16:creationId xmlns:a16="http://schemas.microsoft.com/office/drawing/2014/main" id="{B4247C25-FF98-4FD1-A929-49E455BAA020}"/>
              </a:ext>
            </a:extLst>
          </p:cNvPr>
          <p:cNvSpPr>
            <a:spLocks xmlns:a="http://schemas.openxmlformats.org/drawingml/2006/main" noGrp="1"/>
          </p:cNvSpPr>
          <p:nvPr/>
        </p:nvSpPr>
        <p:spPr>
          <a:xfrm xmlns:a="http://schemas.openxmlformats.org/drawingml/2006/main">
            <a:off x="495300" y="238125"/>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57184"/>
                </a:solidFill>
                <a:latin typeface="Aptos"/>
                <a:ea typeface="Aptos"/>
                <a:cs typeface="Aptos"/>
              </a:defRPr>
            </a:pPr>
            <a:r>
              <a:rPr sz="825" b="0">
                <a:solidFill>
                  <a:srgbClr val="5E6B7D"/>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A5437B52-6B82-432E-A17A-476D17A4D846}"/>
              </a:ext>
            </a:extLst>
          </p:cNvPr>
          <p:cNvSpPr>
            <a:spLocks xmlns:a="http://schemas.openxmlformats.org/drawingml/2006/main" noGrp="1"/>
          </p:cNvSpPr>
          <p:nvPr/>
        </p:nvSpPr>
        <p:spPr>
          <a:xfrm xmlns:a="http://schemas.openxmlformats.org/drawingml/2006/main">
            <a:off x="495300" y="476250"/>
            <a:ext cx="11201400" cy="9525"/>
          </a:xfrm>
          <a:prstGeom xmlns:a="http://schemas.openxmlformats.org/drawingml/2006/main" prst="line">
            <a:avLst/>
          </a:prstGeom>
          <a:solidFill xmlns:a="http://schemas.openxmlformats.org/drawingml/2006/main">
            <a:srgbClr val="8D5560"/>
          </a:solidFill>
          <a:ln xmlns:a="http://schemas.openxmlformats.org/drawingml/2006/main" w="7144">
            <a:solidFill>
              <a:srgbClr val="8D5560"/>
            </a:solidFill>
            <a:prstDash val="solid"/>
          </a:ln>
        </p:spPr>
      </p:sp>
      <p:sp>
        <p:nvSpPr>
          <p:cNvPr id="3" name="Rectangle 2">
            <a:extLst xmlns:a="http://schemas.openxmlformats.org/drawingml/2006/main">
              <a:ext uri="{FF2B5EF4-FFF2-40B4-BE49-F238E27FC236}">
                <a16:creationId xmlns:a16="http://schemas.microsoft.com/office/drawing/2014/main" id="{E1E7966A-99D5-4AEA-A7D6-96BB0D157AF3}"/>
              </a:ext>
            </a:extLst>
          </p:cNvPr>
          <p:cNvSpPr>
            <a:spLocks xmlns:a="http://schemas.openxmlformats.org/drawingml/2006/main" noGrp="1"/>
          </p:cNvSpPr>
          <p:nvPr/>
        </p:nvSpPr>
        <p:spPr>
          <a:xfrm xmlns:a="http://schemas.openxmlformats.org/drawingml/2006/main">
            <a:off x="11372850" y="6477000"/>
            <a:ext cx="323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17</a:t>
            </a:r>
          </a:p>
        </p:txBody>
      </p:sp>
      <p:sp>
        <p:nvSpPr>
          <p:cNvPr id="4" name="Rectangle 3">
            <a:extLst xmlns:a="http://schemas.openxmlformats.org/drawingml/2006/main">
              <a:ext uri="{FF2B5EF4-FFF2-40B4-BE49-F238E27FC236}">
                <a16:creationId xmlns:a16="http://schemas.microsoft.com/office/drawing/2014/main" id="{9E777941-C0D0-40D7-B188-8B2231A97114}"/>
              </a:ext>
            </a:extLst>
          </p:cNvPr>
          <p:cNvSpPr>
            <a:spLocks xmlns:a="http://schemas.openxmlformats.org/drawingml/2006/main" noGrp="1"/>
          </p:cNvSpPr>
          <p:nvPr/>
        </p:nvSpPr>
        <p:spPr>
          <a:xfrm xmlns:a="http://schemas.openxmlformats.org/drawingml/2006/main">
            <a:off x="685800" y="781050"/>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Честе грешке у имплементацији</a:t>
            </a:r>
          </a:p>
        </p:txBody>
      </p:sp>
      <p:sp>
        <p:nvSpPr>
          <p:cNvPr id="5" name="Rectangle 4">
            <a:extLst xmlns:a="http://schemas.openxmlformats.org/drawingml/2006/main">
              <a:ext uri="{FF2B5EF4-FFF2-40B4-BE49-F238E27FC236}">
                <a16:creationId xmlns:a16="http://schemas.microsoft.com/office/drawing/2014/main" id="{8AE503B7-7F67-4B68-94C4-3B22E23E47FD}"/>
              </a:ext>
            </a:extLst>
          </p:cNvPr>
          <p:cNvSpPr>
            <a:spLocks xmlns:a="http://schemas.openxmlformats.org/drawingml/2006/main" noGrp="1"/>
          </p:cNvSpPr>
          <p:nvPr/>
        </p:nvSpPr>
        <p:spPr>
          <a:xfrm xmlns:a="http://schemas.openxmlformats.org/drawingml/2006/main">
            <a:off x="685800" y="1428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Грешке настају када контекст, место одлуке или доказ остану нејасни.</a:t>
            </a:r>
          </a:p>
        </p:txBody>
      </p:sp>
      <p:sp>
        <p:nvSpPr>
          <p:cNvPr id="6" name="Rounded Rectangle 5">
            <a:extLst xmlns:a="http://schemas.openxmlformats.org/drawingml/2006/main">
              <a:ext uri="{FF2B5EF4-FFF2-40B4-BE49-F238E27FC236}">
                <a16:creationId xmlns:a16="http://schemas.microsoft.com/office/drawing/2014/main" id="{C050AF20-5332-4307-A578-342069AE95E8}"/>
              </a:ext>
            </a:extLst>
          </p:cNvPr>
          <p:cNvSpPr>
            <a:spLocks xmlns:a="http://schemas.openxmlformats.org/drawingml/2006/main" noGrp="1"/>
          </p:cNvSpPr>
          <p:nvPr/>
        </p:nvSpPr>
        <p:spPr>
          <a:xfrm xmlns:a="http://schemas.openxmlformats.org/drawingml/2006/main">
            <a:off x="819150" y="2381250"/>
            <a:ext cx="3257550" cy="2381250"/>
          </a:xfrm>
          <a:prstGeom xmlns:a="http://schemas.openxmlformats.org/drawingml/2006/main" prst="roundRect">
            <a:avLst>
              <a:gd name="adj" fmla="val 5600"/>
            </a:avLst>
          </a:prstGeom>
          <a:solidFill xmlns:a="http://schemas.openxmlformats.org/drawingml/2006/main">
            <a:srgbClr val="FFF0F0"/>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Rectangle 6">
            <a:extLst xmlns:a="http://schemas.openxmlformats.org/drawingml/2006/main">
              <a:ext uri="{FF2B5EF4-FFF2-40B4-BE49-F238E27FC236}">
                <a16:creationId xmlns:a16="http://schemas.microsoft.com/office/drawing/2014/main" id="{7AF5D01A-5AA9-4517-B907-EAF475AB3D9F}"/>
              </a:ext>
            </a:extLst>
          </p:cNvPr>
          <p:cNvSpPr>
            <a:spLocks xmlns:a="http://schemas.openxmlformats.org/drawingml/2006/main" noGrp="1"/>
          </p:cNvSpPr>
          <p:nvPr/>
        </p:nvSpPr>
        <p:spPr>
          <a:xfrm xmlns:a="http://schemas.openxmlformats.org/drawingml/2006/main">
            <a:off x="971550" y="2505075"/>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C34747"/>
                </a:solidFill>
                <a:latin typeface="Aptos"/>
                <a:ea typeface="Aptos"/>
                <a:cs typeface="Aptos"/>
              </a:defRPr>
            </a:pPr>
            <a:r>
              <a:rPr sz="1200" b="1">
                <a:solidFill>
                  <a:srgbClr val="C34747"/>
                </a:solidFill>
                <a:latin typeface="Aptos"/>
                <a:ea typeface="Aptos"/>
                <a:cs typeface="Aptos"/>
              </a:rPr>
              <a:t>01</a:t>
            </a:r>
          </a:p>
        </p:txBody>
      </p:sp>
      <p:sp>
        <p:nvSpPr>
          <p:cNvPr id="8" name="Rectangle 7">
            <a:extLst xmlns:a="http://schemas.openxmlformats.org/drawingml/2006/main">
              <a:ext uri="{FF2B5EF4-FFF2-40B4-BE49-F238E27FC236}">
                <a16:creationId xmlns:a16="http://schemas.microsoft.com/office/drawing/2014/main" id="{92D3FC6B-BD1D-49D8-B264-2C2739007750}"/>
              </a:ext>
            </a:extLst>
          </p:cNvPr>
          <p:cNvSpPr>
            <a:spLocks xmlns:a="http://schemas.openxmlformats.org/drawingml/2006/main" noGrp="1"/>
          </p:cNvSpPr>
          <p:nvPr/>
        </p:nvSpPr>
        <p:spPr>
          <a:xfrm xmlns:a="http://schemas.openxmlformats.org/drawingml/2006/main">
            <a:off x="971550" y="2752725"/>
            <a:ext cx="29527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575" b="1">
                <a:solidFill>
                  <a:srgbClr val="1A202C"/>
                </a:solidFill>
                <a:latin typeface="Aptos"/>
                <a:ea typeface="Aptos"/>
                <a:cs typeface="Aptos"/>
              </a:defRPr>
            </a:pPr>
            <a:r>
              <a:rPr sz="1575" b="1">
                <a:solidFill>
                  <a:srgbClr val="1A202C"/>
                </a:solidFill>
                <a:latin typeface="Aptos"/>
                <a:ea typeface="Aptos"/>
                <a:cs typeface="Aptos"/>
              </a:rPr>
              <a:t>Token третиран као вечна дозвола.</a:t>
            </a:r>
          </a:p>
        </p:txBody>
      </p:sp>
      <p:sp>
        <p:nvSpPr>
          <p:cNvPr id="9" name="Rectangle 8">
            <a:extLst xmlns:a="http://schemas.openxmlformats.org/drawingml/2006/main">
              <a:ext uri="{FF2B5EF4-FFF2-40B4-BE49-F238E27FC236}">
                <a16:creationId xmlns:a16="http://schemas.microsoft.com/office/drawing/2014/main" id="{D15190D4-9511-4B71-B374-B0EC585DB0E2}"/>
              </a:ext>
            </a:extLst>
          </p:cNvPr>
          <p:cNvSpPr>
            <a:spLocks xmlns:a="http://schemas.openxmlformats.org/drawingml/2006/main" noGrp="1"/>
          </p:cNvSpPr>
          <p:nvPr/>
        </p:nvSpPr>
        <p:spPr>
          <a:xfrm xmlns:a="http://schemas.openxmlformats.org/drawingml/2006/main">
            <a:off x="971550" y="4038600"/>
            <a:ext cx="2952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200" b="0">
                <a:solidFill>
                  <a:srgbClr val="657184"/>
                </a:solidFill>
                <a:latin typeface="Aptos"/>
                <a:ea typeface="Aptos"/>
                <a:cs typeface="Aptos"/>
              </a:defRPr>
            </a:pPr>
            <a:r>
              <a:rPr sz="1350" b="0">
                <a:solidFill>
                  <a:srgbClr val="657184"/>
                </a:solidFill>
                <a:latin typeface="Aptos"/>
                <a:ea typeface="Aptos"/>
                <a:cs typeface="Aptos"/>
              </a:rPr>
              <a:t>Нема јасног власника одлуке.</a:t>
            </a:r>
          </a:p>
        </p:txBody>
      </p:sp>
      <p:sp>
        <p:nvSpPr>
          <p:cNvPr id="10" name="Rounded Rectangle 9">
            <a:extLst xmlns:a="http://schemas.openxmlformats.org/drawingml/2006/main">
              <a:ext uri="{FF2B5EF4-FFF2-40B4-BE49-F238E27FC236}">
                <a16:creationId xmlns:a16="http://schemas.microsoft.com/office/drawing/2014/main" id="{30D1C9A6-299E-4460-8408-3C8DD179A97E}"/>
              </a:ext>
            </a:extLst>
          </p:cNvPr>
          <p:cNvSpPr>
            <a:spLocks xmlns:a="http://schemas.openxmlformats.org/drawingml/2006/main" noGrp="1"/>
          </p:cNvSpPr>
          <p:nvPr/>
        </p:nvSpPr>
        <p:spPr>
          <a:xfrm xmlns:a="http://schemas.openxmlformats.org/drawingml/2006/main">
            <a:off x="4467225" y="2381250"/>
            <a:ext cx="3257550" cy="2381250"/>
          </a:xfrm>
          <a:prstGeom xmlns:a="http://schemas.openxmlformats.org/drawingml/2006/main" prst="roundRect">
            <a:avLst>
              <a:gd name="adj" fmla="val 5600"/>
            </a:avLst>
          </a:prstGeom>
          <a:solidFill xmlns:a="http://schemas.openxmlformats.org/drawingml/2006/main">
            <a:srgbClr val="FFF6E9"/>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1" name="Rectangle 10">
            <a:extLst xmlns:a="http://schemas.openxmlformats.org/drawingml/2006/main">
              <a:ext uri="{FF2B5EF4-FFF2-40B4-BE49-F238E27FC236}">
                <a16:creationId xmlns:a16="http://schemas.microsoft.com/office/drawing/2014/main" id="{BDC049F9-0A05-4BBD-B95C-505CA95E39E5}"/>
              </a:ext>
            </a:extLst>
          </p:cNvPr>
          <p:cNvSpPr>
            <a:spLocks xmlns:a="http://schemas.openxmlformats.org/drawingml/2006/main" noGrp="1"/>
          </p:cNvSpPr>
          <p:nvPr/>
        </p:nvSpPr>
        <p:spPr>
          <a:xfrm xmlns:a="http://schemas.openxmlformats.org/drawingml/2006/main">
            <a:off x="4619625" y="2505075"/>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B86A09"/>
                </a:solidFill>
                <a:latin typeface="Aptos"/>
                <a:ea typeface="Aptos"/>
                <a:cs typeface="Aptos"/>
              </a:defRPr>
            </a:pPr>
            <a:r>
              <a:rPr sz="1200" b="1">
                <a:solidFill>
                  <a:srgbClr val="B86A09"/>
                </a:solidFill>
                <a:latin typeface="Aptos"/>
                <a:ea typeface="Aptos"/>
                <a:cs typeface="Aptos"/>
              </a:rPr>
              <a:t>02</a:t>
            </a:r>
          </a:p>
        </p:txBody>
      </p:sp>
      <p:sp>
        <p:nvSpPr>
          <p:cNvPr id="12" name="Rectangle 11">
            <a:extLst xmlns:a="http://schemas.openxmlformats.org/drawingml/2006/main">
              <a:ext uri="{FF2B5EF4-FFF2-40B4-BE49-F238E27FC236}">
                <a16:creationId xmlns:a16="http://schemas.microsoft.com/office/drawing/2014/main" id="{3B2ED554-679D-4AD7-954B-D553CEF87567}"/>
              </a:ext>
            </a:extLst>
          </p:cNvPr>
          <p:cNvSpPr>
            <a:spLocks xmlns:a="http://schemas.openxmlformats.org/drawingml/2006/main" noGrp="1"/>
          </p:cNvSpPr>
          <p:nvPr/>
        </p:nvSpPr>
        <p:spPr>
          <a:xfrm xmlns:a="http://schemas.openxmlformats.org/drawingml/2006/main">
            <a:off x="4619625" y="2752725"/>
            <a:ext cx="29527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575" b="1">
                <a:solidFill>
                  <a:srgbClr val="1A202C"/>
                </a:solidFill>
                <a:latin typeface="Aptos"/>
                <a:ea typeface="Aptos"/>
                <a:cs typeface="Aptos"/>
              </a:defRPr>
            </a:pPr>
            <a:r>
              <a:rPr sz="1575" b="1">
                <a:solidFill>
                  <a:srgbClr val="1A202C"/>
                </a:solidFill>
                <a:latin typeface="Aptos"/>
                <a:ea typeface="Aptos"/>
                <a:cs typeface="Aptos"/>
              </a:rPr>
              <a:t>Администраторска права додељена без рока и прегледа.</a:t>
            </a:r>
          </a:p>
        </p:txBody>
      </p:sp>
      <p:sp>
        <p:nvSpPr>
          <p:cNvPr id="13" name="Rectangle 12">
            <a:extLst xmlns:a="http://schemas.openxmlformats.org/drawingml/2006/main">
              <a:ext uri="{FF2B5EF4-FFF2-40B4-BE49-F238E27FC236}">
                <a16:creationId xmlns:a16="http://schemas.microsoft.com/office/drawing/2014/main" id="{770A8BBF-1D9E-44F0-9BD8-EDEAD571AB73}"/>
              </a:ext>
            </a:extLst>
          </p:cNvPr>
          <p:cNvSpPr>
            <a:spLocks xmlns:a="http://schemas.openxmlformats.org/drawingml/2006/main" noGrp="1"/>
          </p:cNvSpPr>
          <p:nvPr/>
        </p:nvSpPr>
        <p:spPr>
          <a:xfrm xmlns:a="http://schemas.openxmlformats.org/drawingml/2006/main">
            <a:off x="4619625" y="4038600"/>
            <a:ext cx="2952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200" b="0">
                <a:solidFill>
                  <a:srgbClr val="657184"/>
                </a:solidFill>
                <a:latin typeface="Aptos"/>
                <a:ea typeface="Aptos"/>
                <a:cs typeface="Aptos"/>
              </a:defRPr>
            </a:pPr>
            <a:r>
              <a:rPr sz="1350" b="0">
                <a:solidFill>
                  <a:srgbClr val="657184"/>
                </a:solidFill>
                <a:latin typeface="Aptos"/>
                <a:ea typeface="Aptos"/>
                <a:cs typeface="Aptos"/>
              </a:rPr>
              <a:t>Не постоји негативан сценарио.</a:t>
            </a:r>
          </a:p>
        </p:txBody>
      </p:sp>
      <p:sp>
        <p:nvSpPr>
          <p:cNvPr id="14" name="Rounded Rectangle 13">
            <a:extLst xmlns:a="http://schemas.openxmlformats.org/drawingml/2006/main">
              <a:ext uri="{FF2B5EF4-FFF2-40B4-BE49-F238E27FC236}">
                <a16:creationId xmlns:a16="http://schemas.microsoft.com/office/drawing/2014/main" id="{9A9DF28F-F60C-4331-86D8-AA9815F4C992}"/>
              </a:ext>
            </a:extLst>
          </p:cNvPr>
          <p:cNvSpPr>
            <a:spLocks xmlns:a="http://schemas.openxmlformats.org/drawingml/2006/main" noGrp="1"/>
          </p:cNvSpPr>
          <p:nvPr/>
        </p:nvSpPr>
        <p:spPr>
          <a:xfrm xmlns:a="http://schemas.openxmlformats.org/drawingml/2006/main">
            <a:off x="8115300" y="2381250"/>
            <a:ext cx="3257550" cy="2381250"/>
          </a:xfrm>
          <a:prstGeom xmlns:a="http://schemas.openxmlformats.org/drawingml/2006/main" prst="roundRect">
            <a:avLst>
              <a:gd name="adj" fmla="val 5600"/>
            </a:avLst>
          </a:prstGeom>
          <a:solidFill xmlns:a="http://schemas.openxmlformats.org/drawingml/2006/main">
            <a:srgbClr val="F7F4F5"/>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5" name="Rectangle 14">
            <a:extLst xmlns:a="http://schemas.openxmlformats.org/drawingml/2006/main">
              <a:ext uri="{FF2B5EF4-FFF2-40B4-BE49-F238E27FC236}">
                <a16:creationId xmlns:a16="http://schemas.microsoft.com/office/drawing/2014/main" id="{0BB41FD3-65C4-4BA9-8369-160BBD33D87A}"/>
              </a:ext>
            </a:extLst>
          </p:cNvPr>
          <p:cNvSpPr>
            <a:spLocks xmlns:a="http://schemas.openxmlformats.org/drawingml/2006/main" noGrp="1"/>
          </p:cNvSpPr>
          <p:nvPr/>
        </p:nvSpPr>
        <p:spPr>
          <a:xfrm xmlns:a="http://schemas.openxmlformats.org/drawingml/2006/main">
            <a:off x="8267700" y="2505075"/>
            <a:ext cx="29527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7651D4"/>
                </a:solidFill>
                <a:latin typeface="Aptos"/>
                <a:ea typeface="Aptos"/>
                <a:cs typeface="Aptos"/>
              </a:defRPr>
            </a:pPr>
            <a:r>
              <a:rPr sz="1200" b="1">
                <a:solidFill>
                  <a:srgbClr val="7A2636"/>
                </a:solidFill>
                <a:latin typeface="Aptos"/>
                <a:ea typeface="Aptos"/>
                <a:cs typeface="Aptos"/>
              </a:rPr>
              <a:t>03</a:t>
            </a:r>
          </a:p>
        </p:txBody>
      </p:sp>
      <p:sp>
        <p:nvSpPr>
          <p:cNvPr id="16" name="Rectangle 15">
            <a:extLst xmlns:a="http://schemas.openxmlformats.org/drawingml/2006/main">
              <a:ext uri="{FF2B5EF4-FFF2-40B4-BE49-F238E27FC236}">
                <a16:creationId xmlns:a16="http://schemas.microsoft.com/office/drawing/2014/main" id="{907D0317-68CD-46C3-B999-EF841A8065BA}"/>
              </a:ext>
            </a:extLst>
          </p:cNvPr>
          <p:cNvSpPr>
            <a:spLocks xmlns:a="http://schemas.openxmlformats.org/drawingml/2006/main" noGrp="1"/>
          </p:cNvSpPr>
          <p:nvPr/>
        </p:nvSpPr>
        <p:spPr>
          <a:xfrm xmlns:a="http://schemas.openxmlformats.org/drawingml/2006/main">
            <a:off x="8267700" y="2752725"/>
            <a:ext cx="2952750" cy="1219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575" b="1">
                <a:solidFill>
                  <a:srgbClr val="1A202C"/>
                </a:solidFill>
                <a:latin typeface="Aptos"/>
                <a:ea typeface="Aptos"/>
                <a:cs typeface="Aptos"/>
              </a:defRPr>
            </a:pPr>
            <a:r>
              <a:rPr sz="1575" b="1">
                <a:solidFill>
                  <a:srgbClr val="1A202C"/>
                </a:solidFill>
                <a:latin typeface="Aptos"/>
                <a:ea typeface="Aptos"/>
                <a:cs typeface="Aptos"/>
              </a:rPr>
              <a:t>Једна широка тајна дељена међу више независних сервиса.</a:t>
            </a:r>
          </a:p>
        </p:txBody>
      </p:sp>
      <p:sp>
        <p:nvSpPr>
          <p:cNvPr id="17" name="Rectangle 16">
            <a:extLst xmlns:a="http://schemas.openxmlformats.org/drawingml/2006/main">
              <a:ext uri="{FF2B5EF4-FFF2-40B4-BE49-F238E27FC236}">
                <a16:creationId xmlns:a16="http://schemas.microsoft.com/office/drawing/2014/main" id="{8EDAA20C-C954-4923-A3B0-A3902333D303}"/>
              </a:ext>
            </a:extLst>
          </p:cNvPr>
          <p:cNvSpPr>
            <a:spLocks xmlns:a="http://schemas.openxmlformats.org/drawingml/2006/main" noGrp="1"/>
          </p:cNvSpPr>
          <p:nvPr/>
        </p:nvSpPr>
        <p:spPr>
          <a:xfrm xmlns:a="http://schemas.openxmlformats.org/drawingml/2006/main">
            <a:off x="8267700" y="4038600"/>
            <a:ext cx="2952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200" b="0">
                <a:solidFill>
                  <a:srgbClr val="657184"/>
                </a:solidFill>
                <a:latin typeface="Aptos"/>
                <a:ea typeface="Aptos"/>
                <a:cs typeface="Aptos"/>
              </a:defRPr>
            </a:pPr>
            <a:r>
              <a:rPr sz="1350" b="0">
                <a:solidFill>
                  <a:srgbClr val="657184"/>
                </a:solidFill>
                <a:latin typeface="Aptos"/>
                <a:ea typeface="Aptos"/>
                <a:cs typeface="Aptos"/>
              </a:rPr>
              <a:t>Доказ не показује стварни исход.</a:t>
            </a:r>
          </a:p>
        </p:txBody>
      </p:sp>
    </p:spTree>
    <p:extLst>
      <p:ext uri="{BB962C8B-B14F-4D97-AF65-F5344CB8AC3E}">
        <p14:creationId xmlns:p14="http://schemas.microsoft.com/office/powerpoint/2010/main" val="199437566"/>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9" name="Rectangle 18">
            <a:extLst xmlns:a="http://schemas.openxmlformats.org/drawingml/2006/main">
              <a:ext uri="{FF2B5EF4-FFF2-40B4-BE49-F238E27FC236}">
                <a16:creationId xmlns:a16="http://schemas.microsoft.com/office/drawing/2014/main" id="{EE524073-23F9-4B8E-89C4-964229393D76}"/>
              </a:ext>
            </a:extLst>
          </p:cNvPr>
          <p:cNvSpPr>
            <a:spLocks xmlns:a="http://schemas.openxmlformats.org/drawingml/2006/main" noGrp="1"/>
          </p:cNvSpPr>
          <p:nvPr/>
        </p:nvSpPr>
        <p:spPr>
          <a:xfrm xmlns:a="http://schemas.openxmlformats.org/drawingml/2006/main">
            <a:off x="495300" y="238125"/>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57184"/>
                </a:solidFill>
                <a:latin typeface="Aptos"/>
                <a:ea typeface="Aptos"/>
                <a:cs typeface="Aptos"/>
              </a:defRPr>
            </a:pPr>
            <a:r>
              <a:rPr sz="825" b="0">
                <a:solidFill>
                  <a:srgbClr val="5E6B7D"/>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8A62068B-5F2B-43F7-AE05-AD6E72496714}"/>
              </a:ext>
            </a:extLst>
          </p:cNvPr>
          <p:cNvSpPr>
            <a:spLocks xmlns:a="http://schemas.openxmlformats.org/drawingml/2006/main" noGrp="1"/>
          </p:cNvSpPr>
          <p:nvPr/>
        </p:nvSpPr>
        <p:spPr>
          <a:xfrm xmlns:a="http://schemas.openxmlformats.org/drawingml/2006/main">
            <a:off x="495300" y="476250"/>
            <a:ext cx="11201400" cy="9525"/>
          </a:xfrm>
          <a:prstGeom xmlns:a="http://schemas.openxmlformats.org/drawingml/2006/main" prst="line">
            <a:avLst/>
          </a:prstGeom>
          <a:solidFill xmlns:a="http://schemas.openxmlformats.org/drawingml/2006/main">
            <a:srgbClr val="8D5560"/>
          </a:solidFill>
          <a:ln xmlns:a="http://schemas.openxmlformats.org/drawingml/2006/main" w="7144">
            <a:solidFill>
              <a:srgbClr val="8D5560"/>
            </a:solidFill>
            <a:prstDash val="solid"/>
          </a:ln>
        </p:spPr>
      </p:sp>
      <p:sp>
        <p:nvSpPr>
          <p:cNvPr id="3" name="Rectangle 2">
            <a:extLst xmlns:a="http://schemas.openxmlformats.org/drawingml/2006/main">
              <a:ext uri="{FF2B5EF4-FFF2-40B4-BE49-F238E27FC236}">
                <a16:creationId xmlns:a16="http://schemas.microsoft.com/office/drawing/2014/main" id="{5EE3A7E4-E482-496B-825C-0019B4282006}"/>
              </a:ext>
            </a:extLst>
          </p:cNvPr>
          <p:cNvSpPr>
            <a:spLocks xmlns:a="http://schemas.openxmlformats.org/drawingml/2006/main" noGrp="1"/>
          </p:cNvSpPr>
          <p:nvPr/>
        </p:nvSpPr>
        <p:spPr>
          <a:xfrm xmlns:a="http://schemas.openxmlformats.org/drawingml/2006/main">
            <a:off x="11372850" y="6477000"/>
            <a:ext cx="323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18</a:t>
            </a:r>
          </a:p>
        </p:txBody>
      </p:sp>
      <p:sp>
        <p:nvSpPr>
          <p:cNvPr id="4" name="Rectangle 3">
            <a:extLst xmlns:a="http://schemas.openxmlformats.org/drawingml/2006/main">
              <a:ext uri="{FF2B5EF4-FFF2-40B4-BE49-F238E27FC236}">
                <a16:creationId xmlns:a16="http://schemas.microsoft.com/office/drawing/2014/main" id="{A61DC68E-61E3-4E55-B9B7-6487B984BF07}"/>
              </a:ext>
            </a:extLst>
          </p:cNvPr>
          <p:cNvSpPr>
            <a:spLocks xmlns:a="http://schemas.openxmlformats.org/drawingml/2006/main" noGrp="1"/>
          </p:cNvSpPr>
          <p:nvPr/>
        </p:nvSpPr>
        <p:spPr>
          <a:xfrm xmlns:a="http://schemas.openxmlformats.org/drawingml/2006/main">
            <a:off x="685800" y="781050"/>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Управљање тајнама у архитектури</a:t>
            </a:r>
          </a:p>
        </p:txBody>
      </p:sp>
      <p:sp>
        <p:nvSpPr>
          <p:cNvPr id="5" name="Rectangle 4">
            <a:extLst xmlns:a="http://schemas.openxmlformats.org/drawingml/2006/main">
              <a:ext uri="{FF2B5EF4-FFF2-40B4-BE49-F238E27FC236}">
                <a16:creationId xmlns:a16="http://schemas.microsoft.com/office/drawing/2014/main" id="{B90EDA34-266E-4EB7-8CE5-0ED78D7E8338}"/>
              </a:ext>
            </a:extLst>
          </p:cNvPr>
          <p:cNvSpPr>
            <a:spLocks xmlns:a="http://schemas.openxmlformats.org/drawingml/2006/main" noGrp="1"/>
          </p:cNvSpPr>
          <p:nvPr/>
        </p:nvSpPr>
        <p:spPr>
          <a:xfrm xmlns:a="http://schemas.openxmlformats.org/drawingml/2006/main">
            <a:off x="685800" y="1428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Тајне имају власника, ограничен опсег, рок важења и поступак ротације.</a:t>
            </a:r>
          </a:p>
        </p:txBody>
      </p:sp>
      <p:sp>
        <p:nvSpPr>
          <p:cNvPr id="6" name="Rounded Rectangle 5">
            <a:extLst xmlns:a="http://schemas.openxmlformats.org/drawingml/2006/main">
              <a:ext uri="{FF2B5EF4-FFF2-40B4-BE49-F238E27FC236}">
                <a16:creationId xmlns:a16="http://schemas.microsoft.com/office/drawing/2014/main" id="{90098335-023A-4D46-8724-791069AACBE6}"/>
              </a:ext>
            </a:extLst>
          </p:cNvPr>
          <p:cNvSpPr>
            <a:spLocks xmlns:a="http://schemas.openxmlformats.org/drawingml/2006/main" noGrp="1"/>
          </p:cNvSpPr>
          <p:nvPr/>
        </p:nvSpPr>
        <p:spPr>
          <a:xfrm xmlns:a="http://schemas.openxmlformats.org/drawingml/2006/main">
            <a:off x="781050" y="2152650"/>
            <a:ext cx="4476750" cy="3105150"/>
          </a:xfrm>
          <a:prstGeom xmlns:a="http://schemas.openxmlformats.org/drawingml/2006/main" prst="roundRect">
            <a:avLst>
              <a:gd name="adj" fmla="val 4294"/>
            </a:avLst>
          </a:prstGeom>
          <a:solidFill xmlns:a="http://schemas.openxmlformats.org/drawingml/2006/main">
            <a:srgbClr val="F4F6F9"/>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Rectangle 6">
            <a:extLst xmlns:a="http://schemas.openxmlformats.org/drawingml/2006/main">
              <a:ext uri="{FF2B5EF4-FFF2-40B4-BE49-F238E27FC236}">
                <a16:creationId xmlns:a16="http://schemas.microsoft.com/office/drawing/2014/main" id="{6DA8738D-A42B-4887-9EAF-864F385B2AEE}"/>
              </a:ext>
            </a:extLst>
          </p:cNvPr>
          <p:cNvSpPr>
            <a:spLocks xmlns:a="http://schemas.openxmlformats.org/drawingml/2006/main" noGrp="1"/>
          </p:cNvSpPr>
          <p:nvPr/>
        </p:nvSpPr>
        <p:spPr>
          <a:xfrm xmlns:a="http://schemas.openxmlformats.org/drawingml/2006/main">
            <a:off x="933450" y="2276475"/>
            <a:ext cx="41719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748092"/>
                </a:solidFill>
                <a:latin typeface="Aptos"/>
                <a:ea typeface="Aptos"/>
                <a:cs typeface="Aptos"/>
              </a:defRPr>
            </a:pPr>
            <a:r>
              <a:rPr sz="1200" b="1">
                <a:solidFill>
                  <a:srgbClr val="748092"/>
                </a:solidFill>
                <a:latin typeface="Aptos"/>
                <a:ea typeface="Aptos"/>
                <a:cs typeface="Aptos"/>
              </a:rPr>
              <a:t>ОБРАЗЛОЖЕЊЕ</a:t>
            </a:r>
          </a:p>
        </p:txBody>
      </p:sp>
      <p:sp>
        <p:nvSpPr>
          <p:cNvPr id="8" name="Rectangle 7">
            <a:extLst xmlns:a="http://schemas.openxmlformats.org/drawingml/2006/main">
              <a:ext uri="{FF2B5EF4-FFF2-40B4-BE49-F238E27FC236}">
                <a16:creationId xmlns:a16="http://schemas.microsoft.com/office/drawing/2014/main" id="{CC92A32E-7BAD-43B3-A8D9-D85FCE77FB69}"/>
              </a:ext>
            </a:extLst>
          </p:cNvPr>
          <p:cNvSpPr>
            <a:spLocks xmlns:a="http://schemas.openxmlformats.org/drawingml/2006/main" noGrp="1"/>
          </p:cNvSpPr>
          <p:nvPr/>
        </p:nvSpPr>
        <p:spPr>
          <a:xfrm xmlns:a="http://schemas.openxmlformats.org/drawingml/2006/main">
            <a:off x="933450" y="2524125"/>
            <a:ext cx="41719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650" b="1">
                <a:solidFill>
                  <a:srgbClr val="1A202C"/>
                </a:solidFill>
                <a:latin typeface="Aptos"/>
                <a:ea typeface="Aptos"/>
                <a:cs typeface="Aptos"/>
              </a:defRPr>
            </a:pPr>
            <a:r>
              <a:rPr sz="1650" b="1">
                <a:solidFill>
                  <a:srgbClr val="1A202C"/>
                </a:solidFill>
                <a:latin typeface="Aptos"/>
                <a:ea typeface="Aptos"/>
                <a:cs typeface="Aptos"/>
              </a:rPr>
              <a:t>Тајне као део архитектуре</a:t>
            </a:r>
          </a:p>
        </p:txBody>
      </p:sp>
      <p:sp>
        <p:nvSpPr>
          <p:cNvPr id="9" name="Rectangle 8">
            <a:extLst xmlns:a="http://schemas.openxmlformats.org/drawingml/2006/main">
              <a:ext uri="{FF2B5EF4-FFF2-40B4-BE49-F238E27FC236}">
                <a16:creationId xmlns:a16="http://schemas.microsoft.com/office/drawing/2014/main" id="{86480A5F-CFC6-4A88-AFBC-4C52F179A52D}"/>
              </a:ext>
            </a:extLst>
          </p:cNvPr>
          <p:cNvSpPr>
            <a:spLocks xmlns:a="http://schemas.openxmlformats.org/drawingml/2006/main" noGrp="1"/>
          </p:cNvSpPr>
          <p:nvPr/>
        </p:nvSpPr>
        <p:spPr>
          <a:xfrm xmlns:a="http://schemas.openxmlformats.org/drawingml/2006/main">
            <a:off x="933450" y="3143250"/>
            <a:ext cx="4171950" cy="2009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6000"/>
              </a:lnSpc>
              <a:buNone/>
              <a:defRPr sz="1275" b="0">
                <a:solidFill>
                  <a:srgbClr val="657184"/>
                </a:solidFill>
                <a:latin typeface="Aptos"/>
                <a:ea typeface="Aptos"/>
                <a:cs typeface="Aptos"/>
              </a:defRPr>
            </a:pPr>
            <a:r>
              <a:rPr sz="1275" b="0">
                <a:solidFill>
                  <a:srgbClr val="657184"/>
                </a:solidFill>
                <a:latin typeface="Aptos"/>
                <a:ea typeface="Aptos"/>
                <a:cs typeface="Aptos"/>
              </a:rPr>
              <a:t>Тајна није конфигурациона вредност као свака друга. Њено излагање може дати приступ без видљивог корисничког екрана, нарочито између сервиса. Зато развојни процес дефинише одакле тајна долази, ко је користи, када се ротира и како се проверава да није случајно завршила у репозиторијуму или логу.</a:t>
            </a:r>
          </a:p>
        </p:txBody>
      </p:sp>
      <p:sp>
        <p:nvSpPr>
          <p:cNvPr id="10" name="Rounded Rectangle 9">
            <a:extLst xmlns:a="http://schemas.openxmlformats.org/drawingml/2006/main">
              <a:ext uri="{FF2B5EF4-FFF2-40B4-BE49-F238E27FC236}">
                <a16:creationId xmlns:a16="http://schemas.microsoft.com/office/drawing/2014/main" id="{E42BF114-5F3C-4669-9184-594FD779BCF4}"/>
              </a:ext>
            </a:extLst>
          </p:cNvPr>
          <p:cNvSpPr>
            <a:spLocks xmlns:a="http://schemas.openxmlformats.org/drawingml/2006/main" noGrp="1"/>
          </p:cNvSpPr>
          <p:nvPr/>
        </p:nvSpPr>
        <p:spPr>
          <a:xfrm xmlns:a="http://schemas.openxmlformats.org/drawingml/2006/main">
            <a:off x="5676900" y="2152650"/>
            <a:ext cx="5734050" cy="828675"/>
          </a:xfrm>
          <a:prstGeom xmlns:a="http://schemas.openxmlformats.org/drawingml/2006/main" prst="roundRect">
            <a:avLst>
              <a:gd name="adj" fmla="val 16092"/>
            </a:avLst>
          </a:prstGeom>
          <a:solidFill xmlns:a="http://schemas.openxmlformats.org/drawingml/2006/main">
            <a:srgbClr val="F7EFF1"/>
          </a:solidFill>
          <a:ln xmlns:a="http://schemas.openxmlformats.org/drawingml/2006/main" w="9525">
            <a:solidFill>
              <a:srgbClr val="D7DEE8"/>
            </a:solidFill>
            <a:prstDash val="solid"/>
          </a:ln>
        </p:spPr>
      </p:sp>
      <p:sp>
        <p:nvSpPr>
          <p:cNvPr id="11" name="Rectangle 10">
            <a:extLst xmlns:a="http://schemas.openxmlformats.org/drawingml/2006/main">
              <a:ext uri="{FF2B5EF4-FFF2-40B4-BE49-F238E27FC236}">
                <a16:creationId xmlns:a16="http://schemas.microsoft.com/office/drawing/2014/main" id="{4F49068A-59D1-45FF-9033-732AEA99E776}"/>
              </a:ext>
            </a:extLst>
          </p:cNvPr>
          <p:cNvSpPr>
            <a:spLocks xmlns:a="http://schemas.openxmlformats.org/drawingml/2006/main" noGrp="1"/>
          </p:cNvSpPr>
          <p:nvPr/>
        </p:nvSpPr>
        <p:spPr>
          <a:xfrm xmlns:a="http://schemas.openxmlformats.org/drawingml/2006/main">
            <a:off x="5829300" y="2276475"/>
            <a:ext cx="5429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975" b="1">
                <a:solidFill>
                  <a:srgbClr val="2F5EF5"/>
                </a:solidFill>
                <a:latin typeface="Aptos"/>
                <a:ea typeface="Aptos"/>
                <a:cs typeface="Aptos"/>
              </a:defRPr>
            </a:pPr>
            <a:r>
              <a:rPr sz="1200" b="1">
                <a:solidFill>
                  <a:srgbClr val="7A2636"/>
                </a:solidFill>
                <a:latin typeface="Aptos"/>
                <a:ea typeface="Aptos"/>
                <a:cs typeface="Aptos"/>
              </a:rPr>
              <a:t>01</a:t>
            </a:r>
          </a:p>
        </p:txBody>
      </p:sp>
      <p:sp>
        <p:nvSpPr>
          <p:cNvPr id="12" name="Rectangle 11">
            <a:extLst xmlns:a="http://schemas.openxmlformats.org/drawingml/2006/main">
              <a:ext uri="{FF2B5EF4-FFF2-40B4-BE49-F238E27FC236}">
                <a16:creationId xmlns:a16="http://schemas.microsoft.com/office/drawing/2014/main" id="{989EC677-FD87-44C9-AF37-6FA0819C5B29}"/>
              </a:ext>
            </a:extLst>
          </p:cNvPr>
          <p:cNvSpPr>
            <a:spLocks xmlns:a="http://schemas.openxmlformats.org/drawingml/2006/main" noGrp="1"/>
          </p:cNvSpPr>
          <p:nvPr/>
        </p:nvSpPr>
        <p:spPr>
          <a:xfrm xmlns:a="http://schemas.openxmlformats.org/drawingml/2006/main">
            <a:off x="5829300" y="2524125"/>
            <a:ext cx="5429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275" b="1">
                <a:solidFill>
                  <a:srgbClr val="1A202C"/>
                </a:solidFill>
                <a:latin typeface="Aptos"/>
                <a:ea typeface="Aptos"/>
                <a:cs typeface="Aptos"/>
              </a:defRPr>
            </a:pPr>
            <a:r>
              <a:rPr sz="1275" b="1">
                <a:solidFill>
                  <a:srgbClr val="1A202C"/>
                </a:solidFill>
                <a:latin typeface="Aptos"/>
                <a:ea typeface="Aptos"/>
                <a:cs typeface="Aptos"/>
              </a:rPr>
              <a:t>Сваки сервисни идентитет има сврху и најмањи потребан опсег.</a:t>
            </a:r>
          </a:p>
        </p:txBody>
      </p:sp>
      <p:sp>
        <p:nvSpPr>
          <p:cNvPr id="13" name="Rounded Rectangle 12">
            <a:extLst xmlns:a="http://schemas.openxmlformats.org/drawingml/2006/main">
              <a:ext uri="{FF2B5EF4-FFF2-40B4-BE49-F238E27FC236}">
                <a16:creationId xmlns:a16="http://schemas.microsoft.com/office/drawing/2014/main" id="{146DEA64-7841-4F9F-96C3-831E193080ED}"/>
              </a:ext>
            </a:extLst>
          </p:cNvPr>
          <p:cNvSpPr>
            <a:spLocks xmlns:a="http://schemas.openxmlformats.org/drawingml/2006/main" noGrp="1"/>
          </p:cNvSpPr>
          <p:nvPr/>
        </p:nvSpPr>
        <p:spPr>
          <a:xfrm xmlns:a="http://schemas.openxmlformats.org/drawingml/2006/main">
            <a:off x="5676900" y="3152775"/>
            <a:ext cx="5734050" cy="828675"/>
          </a:xfrm>
          <a:prstGeom xmlns:a="http://schemas.openxmlformats.org/drawingml/2006/main" prst="roundRect">
            <a:avLst>
              <a:gd name="adj" fmla="val 16092"/>
            </a:avLst>
          </a:prstGeom>
          <a:solidFill xmlns:a="http://schemas.openxmlformats.org/drawingml/2006/main">
            <a:srgbClr val="EDF8F2"/>
          </a:solidFill>
          <a:ln xmlns:a="http://schemas.openxmlformats.org/drawingml/2006/main" w="9525">
            <a:solidFill>
              <a:srgbClr val="D7DEE8"/>
            </a:solidFill>
            <a:prstDash val="solid"/>
          </a:ln>
        </p:spPr>
      </p:sp>
      <p:sp>
        <p:nvSpPr>
          <p:cNvPr id="14" name="Rectangle 13">
            <a:extLst xmlns:a="http://schemas.openxmlformats.org/drawingml/2006/main">
              <a:ext uri="{FF2B5EF4-FFF2-40B4-BE49-F238E27FC236}">
                <a16:creationId xmlns:a16="http://schemas.microsoft.com/office/drawing/2014/main" id="{4BB887D0-9650-4638-B589-0773750E2926}"/>
              </a:ext>
            </a:extLst>
          </p:cNvPr>
          <p:cNvSpPr>
            <a:spLocks xmlns:a="http://schemas.openxmlformats.org/drawingml/2006/main" noGrp="1"/>
          </p:cNvSpPr>
          <p:nvPr/>
        </p:nvSpPr>
        <p:spPr>
          <a:xfrm xmlns:a="http://schemas.openxmlformats.org/drawingml/2006/main">
            <a:off x="5829300" y="3276600"/>
            <a:ext cx="5429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02</a:t>
            </a:r>
          </a:p>
        </p:txBody>
      </p:sp>
      <p:sp>
        <p:nvSpPr>
          <p:cNvPr id="15" name="Rectangle 14">
            <a:extLst xmlns:a="http://schemas.openxmlformats.org/drawingml/2006/main">
              <a:ext uri="{FF2B5EF4-FFF2-40B4-BE49-F238E27FC236}">
                <a16:creationId xmlns:a16="http://schemas.microsoft.com/office/drawing/2014/main" id="{2F8AD6E1-13D7-4F77-8D57-DD4CE1580812}"/>
              </a:ext>
            </a:extLst>
          </p:cNvPr>
          <p:cNvSpPr>
            <a:spLocks xmlns:a="http://schemas.openxmlformats.org/drawingml/2006/main" noGrp="1"/>
          </p:cNvSpPr>
          <p:nvPr/>
        </p:nvSpPr>
        <p:spPr>
          <a:xfrm xmlns:a="http://schemas.openxmlformats.org/drawingml/2006/main">
            <a:off x="5829300" y="3524250"/>
            <a:ext cx="5429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275" b="1">
                <a:solidFill>
                  <a:srgbClr val="1A202C"/>
                </a:solidFill>
                <a:latin typeface="Aptos"/>
                <a:ea typeface="Aptos"/>
                <a:cs typeface="Aptos"/>
              </a:defRPr>
            </a:pPr>
            <a:r>
              <a:rPr sz="1275" b="1">
                <a:solidFill>
                  <a:srgbClr val="1A202C"/>
                </a:solidFill>
                <a:latin typeface="Aptos"/>
                <a:ea typeface="Aptos"/>
                <a:cs typeface="Aptos"/>
              </a:rPr>
              <a:t>Ротација се планира пре истека, уместо да се чека прекид рада.</a:t>
            </a:r>
          </a:p>
        </p:txBody>
      </p:sp>
      <p:sp>
        <p:nvSpPr>
          <p:cNvPr id="16" name="Rounded Rectangle 15">
            <a:extLst xmlns:a="http://schemas.openxmlformats.org/drawingml/2006/main">
              <a:ext uri="{FF2B5EF4-FFF2-40B4-BE49-F238E27FC236}">
                <a16:creationId xmlns:a16="http://schemas.microsoft.com/office/drawing/2014/main" id="{A8E072B2-3BC6-49FF-9825-3580A966C307}"/>
              </a:ext>
            </a:extLst>
          </p:cNvPr>
          <p:cNvSpPr>
            <a:spLocks xmlns:a="http://schemas.openxmlformats.org/drawingml/2006/main" noGrp="1"/>
          </p:cNvSpPr>
          <p:nvPr/>
        </p:nvSpPr>
        <p:spPr>
          <a:xfrm xmlns:a="http://schemas.openxmlformats.org/drawingml/2006/main">
            <a:off x="5676900" y="4152900"/>
            <a:ext cx="5734050" cy="828675"/>
          </a:xfrm>
          <a:prstGeom xmlns:a="http://schemas.openxmlformats.org/drawingml/2006/main" prst="roundRect">
            <a:avLst>
              <a:gd name="adj" fmla="val 16092"/>
            </a:avLst>
          </a:prstGeom>
          <a:solidFill xmlns:a="http://schemas.openxmlformats.org/drawingml/2006/main">
            <a:srgbClr val="FFF6E9"/>
          </a:solidFill>
          <a:ln xmlns:a="http://schemas.openxmlformats.org/drawingml/2006/main" w="9525">
            <a:solidFill>
              <a:srgbClr val="D7DEE8"/>
            </a:solidFill>
            <a:prstDash val="solid"/>
          </a:ln>
        </p:spPr>
      </p:sp>
      <p:sp>
        <p:nvSpPr>
          <p:cNvPr id="17" name="Rectangle 16">
            <a:extLst xmlns:a="http://schemas.openxmlformats.org/drawingml/2006/main">
              <a:ext uri="{FF2B5EF4-FFF2-40B4-BE49-F238E27FC236}">
                <a16:creationId xmlns:a16="http://schemas.microsoft.com/office/drawing/2014/main" id="{B8460DB8-17E8-430A-9A59-1889743749B2}"/>
              </a:ext>
            </a:extLst>
          </p:cNvPr>
          <p:cNvSpPr>
            <a:spLocks xmlns:a="http://schemas.openxmlformats.org/drawingml/2006/main" noGrp="1"/>
          </p:cNvSpPr>
          <p:nvPr/>
        </p:nvSpPr>
        <p:spPr>
          <a:xfrm xmlns:a="http://schemas.openxmlformats.org/drawingml/2006/main">
            <a:off x="5829300" y="4276725"/>
            <a:ext cx="542925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975" b="1">
                <a:solidFill>
                  <a:srgbClr val="B86A09"/>
                </a:solidFill>
                <a:latin typeface="Aptos"/>
                <a:ea typeface="Aptos"/>
                <a:cs typeface="Aptos"/>
              </a:defRPr>
            </a:pPr>
            <a:r>
              <a:rPr sz="1200" b="1">
                <a:solidFill>
                  <a:srgbClr val="B86A09"/>
                </a:solidFill>
                <a:latin typeface="Aptos"/>
                <a:ea typeface="Aptos"/>
                <a:cs typeface="Aptos"/>
              </a:rPr>
              <a:t>03</a:t>
            </a:r>
          </a:p>
        </p:txBody>
      </p:sp>
      <p:sp>
        <p:nvSpPr>
          <p:cNvPr id="18" name="Rectangle 17">
            <a:extLst xmlns:a="http://schemas.openxmlformats.org/drawingml/2006/main">
              <a:ext uri="{FF2B5EF4-FFF2-40B4-BE49-F238E27FC236}">
                <a16:creationId xmlns:a16="http://schemas.microsoft.com/office/drawing/2014/main" id="{5EF05087-560E-471B-8409-07A639CC8A01}"/>
              </a:ext>
            </a:extLst>
          </p:cNvPr>
          <p:cNvSpPr>
            <a:spLocks xmlns:a="http://schemas.openxmlformats.org/drawingml/2006/main" noGrp="1"/>
          </p:cNvSpPr>
          <p:nvPr/>
        </p:nvSpPr>
        <p:spPr>
          <a:xfrm xmlns:a="http://schemas.openxmlformats.org/drawingml/2006/main">
            <a:off x="5829300" y="4524375"/>
            <a:ext cx="5429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l">
              <a:lnSpc>
                <a:spcPct val="102000"/>
              </a:lnSpc>
              <a:buNone/>
              <a:defRPr sz="1275" b="1">
                <a:solidFill>
                  <a:srgbClr val="1A202C"/>
                </a:solidFill>
                <a:latin typeface="Aptos"/>
                <a:ea typeface="Aptos"/>
                <a:cs typeface="Aptos"/>
              </a:defRPr>
            </a:pPr>
            <a:r>
              <a:rPr sz="1275" b="1">
                <a:solidFill>
                  <a:srgbClr val="1A202C"/>
                </a:solidFill>
                <a:latin typeface="Aptos"/>
                <a:ea typeface="Aptos"/>
                <a:cs typeface="Aptos"/>
              </a:rPr>
              <a:t>Тестови проверавају понашање при опозиву или истеку без приказивања стварних вредности тајне.</a:t>
            </a:r>
          </a:p>
        </p:txBody>
      </p:sp>
    </p:spTree>
    <p:extLst>
      <p:ext uri="{BB962C8B-B14F-4D97-AF65-F5344CB8AC3E}">
        <p14:creationId xmlns:p14="http://schemas.microsoft.com/office/powerpoint/2010/main" val="1571742404"/>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8" name="Rectangle 27">
            <a:extLst xmlns:a="http://schemas.openxmlformats.org/drawingml/2006/main">
              <a:ext uri="{FF2B5EF4-FFF2-40B4-BE49-F238E27FC236}">
                <a16:creationId xmlns:a16="http://schemas.microsoft.com/office/drawing/2014/main" id="{C7B70D96-2063-4B1C-96EA-9EC0C377BF83}"/>
              </a:ext>
            </a:extLst>
          </p:cNvPr>
          <p:cNvSpPr>
            <a:spLocks xmlns:a="http://schemas.openxmlformats.org/drawingml/2006/main" noGrp="1"/>
          </p:cNvSpPr>
          <p:nvPr/>
        </p:nvSpPr>
        <p:spPr>
          <a:xfrm xmlns:a="http://schemas.openxmlformats.org/drawingml/2006/main">
            <a:off x="495300" y="238125"/>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57184"/>
                </a:solidFill>
                <a:latin typeface="Aptos"/>
                <a:ea typeface="Aptos"/>
                <a:cs typeface="Aptos"/>
              </a:defRPr>
            </a:pPr>
            <a:r>
              <a:rPr sz="825" b="0">
                <a:solidFill>
                  <a:srgbClr val="5E6B7D"/>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4C0D1622-EAC2-4222-B47E-CD055B4B00CE}"/>
              </a:ext>
            </a:extLst>
          </p:cNvPr>
          <p:cNvSpPr>
            <a:spLocks xmlns:a="http://schemas.openxmlformats.org/drawingml/2006/main" noGrp="1"/>
          </p:cNvSpPr>
          <p:nvPr/>
        </p:nvSpPr>
        <p:spPr>
          <a:xfrm xmlns:a="http://schemas.openxmlformats.org/drawingml/2006/main">
            <a:off x="495300" y="476250"/>
            <a:ext cx="11201400" cy="9525"/>
          </a:xfrm>
          <a:prstGeom xmlns:a="http://schemas.openxmlformats.org/drawingml/2006/main" prst="line">
            <a:avLst/>
          </a:prstGeom>
          <a:solidFill xmlns:a="http://schemas.openxmlformats.org/drawingml/2006/main">
            <a:srgbClr val="8D5560"/>
          </a:solidFill>
          <a:ln xmlns:a="http://schemas.openxmlformats.org/drawingml/2006/main" w="7144">
            <a:solidFill>
              <a:srgbClr val="8D5560"/>
            </a:solidFill>
            <a:prstDash val="solid"/>
          </a:ln>
        </p:spPr>
      </p:sp>
      <p:sp>
        <p:nvSpPr>
          <p:cNvPr id="3" name="Rectangle 2">
            <a:extLst xmlns:a="http://schemas.openxmlformats.org/drawingml/2006/main">
              <a:ext uri="{FF2B5EF4-FFF2-40B4-BE49-F238E27FC236}">
                <a16:creationId xmlns:a16="http://schemas.microsoft.com/office/drawing/2014/main" id="{7CC838DE-F722-4DD1-8603-E4BE007DF4B5}"/>
              </a:ext>
            </a:extLst>
          </p:cNvPr>
          <p:cNvSpPr>
            <a:spLocks xmlns:a="http://schemas.openxmlformats.org/drawingml/2006/main" noGrp="1"/>
          </p:cNvSpPr>
          <p:nvPr/>
        </p:nvSpPr>
        <p:spPr>
          <a:xfrm xmlns:a="http://schemas.openxmlformats.org/drawingml/2006/main">
            <a:off x="11372850" y="6477000"/>
            <a:ext cx="323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19</a:t>
            </a:r>
          </a:p>
        </p:txBody>
      </p:sp>
      <p:sp>
        <p:nvSpPr>
          <p:cNvPr id="4" name="Rectangle 3">
            <a:extLst xmlns:a="http://schemas.openxmlformats.org/drawingml/2006/main">
              <a:ext uri="{FF2B5EF4-FFF2-40B4-BE49-F238E27FC236}">
                <a16:creationId xmlns:a16="http://schemas.microsoft.com/office/drawing/2014/main" id="{9CECC064-99AF-426D-9382-A30B1280BF55}"/>
              </a:ext>
            </a:extLst>
          </p:cNvPr>
          <p:cNvSpPr>
            <a:spLocks xmlns:a="http://schemas.openxmlformats.org/drawingml/2006/main" noGrp="1"/>
          </p:cNvSpPr>
          <p:nvPr/>
        </p:nvSpPr>
        <p:spPr>
          <a:xfrm xmlns:a="http://schemas.openxmlformats.org/drawingml/2006/main">
            <a:off x="685800" y="781050"/>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Примена на пројекат</a:t>
            </a:r>
          </a:p>
        </p:txBody>
      </p:sp>
      <p:sp>
        <p:nvSpPr>
          <p:cNvPr id="5" name="Rectangle 4">
            <a:extLst xmlns:a="http://schemas.openxmlformats.org/drawingml/2006/main">
              <a:ext uri="{FF2B5EF4-FFF2-40B4-BE49-F238E27FC236}">
                <a16:creationId xmlns:a16="http://schemas.microsoft.com/office/drawing/2014/main" id="{76AF549B-C216-41F7-9699-DA34D8C9FC7E}"/>
              </a:ext>
            </a:extLst>
          </p:cNvPr>
          <p:cNvSpPr>
            <a:spLocks xmlns:a="http://schemas.openxmlformats.org/drawingml/2006/main" noGrp="1"/>
          </p:cNvSpPr>
          <p:nvPr/>
        </p:nvSpPr>
        <p:spPr>
          <a:xfrm xmlns:a="http://schemas.openxmlformats.org/drawingml/2006/main">
            <a:off x="685800" y="1428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Анализа једног сценарија обухвата одлуку, имплементацију, тест одбијања и доказ.</a:t>
            </a:r>
          </a:p>
        </p:txBody>
      </p:sp>
      <p:sp>
        <p:nvSpPr>
          <p:cNvPr id="6" name="Rounded Rectangle 5">
            <a:extLst xmlns:a="http://schemas.openxmlformats.org/drawingml/2006/main">
              <a:ext uri="{FF2B5EF4-FFF2-40B4-BE49-F238E27FC236}">
                <a16:creationId xmlns:a16="http://schemas.microsoft.com/office/drawing/2014/main" id="{6C3D3E3D-C835-4B32-B6E6-40E28CA40F73}"/>
              </a:ext>
            </a:extLst>
          </p:cNvPr>
          <p:cNvSpPr>
            <a:spLocks xmlns:a="http://schemas.openxmlformats.org/drawingml/2006/main" noGrp="1"/>
          </p:cNvSpPr>
          <p:nvPr/>
        </p:nvSpPr>
        <p:spPr>
          <a:xfrm xmlns:a="http://schemas.openxmlformats.org/drawingml/2006/main">
            <a:off x="800100" y="2400300"/>
            <a:ext cx="2433638" cy="1257300"/>
          </a:xfrm>
          <a:prstGeom xmlns:a="http://schemas.openxmlformats.org/drawingml/2006/main" prst="roundRect">
            <a:avLst>
              <a:gd name="adj" fmla="val 10606"/>
            </a:avLst>
          </a:prstGeom>
          <a:solidFill xmlns:a="http://schemas.openxmlformats.org/drawingml/2006/main">
            <a:srgbClr val="F4F6F9"/>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Rectangle 6">
            <a:extLst xmlns:a="http://schemas.openxmlformats.org/drawingml/2006/main">
              <a:ext uri="{FF2B5EF4-FFF2-40B4-BE49-F238E27FC236}">
                <a16:creationId xmlns:a16="http://schemas.microsoft.com/office/drawing/2014/main" id="{D9113F39-9FC2-44A2-BF81-0B096437AD1F}"/>
              </a:ext>
            </a:extLst>
          </p:cNvPr>
          <p:cNvSpPr>
            <a:spLocks xmlns:a="http://schemas.openxmlformats.org/drawingml/2006/main" noGrp="1"/>
          </p:cNvSpPr>
          <p:nvPr/>
        </p:nvSpPr>
        <p:spPr>
          <a:xfrm xmlns:a="http://schemas.openxmlformats.org/drawingml/2006/main">
            <a:off x="942975" y="2514600"/>
            <a:ext cx="2147888"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7018"/>
          </a:bodyPr>
          <a:lstStyle xmlns:a="http://schemas.openxmlformats.org/drawingml/2006/main"/>
          <a:p xmlns:a="http://schemas.openxmlformats.org/drawingml/2006/main">
            <a:pPr algn="l">
              <a:lnSpc>
                <a:spcPct val="102000"/>
              </a:lnSpc>
              <a:buNone/>
              <a:defRPr sz="975" b="1">
                <a:solidFill>
                  <a:srgbClr val="748092"/>
                </a:solidFill>
                <a:latin typeface="Aptos"/>
                <a:ea typeface="Aptos"/>
                <a:cs typeface="Aptos"/>
              </a:defRPr>
            </a:pPr>
            <a:r>
              <a:rPr sz="1200" b="1">
                <a:solidFill>
                  <a:srgbClr val="748092"/>
                </a:solidFill>
                <a:latin typeface="Aptos"/>
                <a:ea typeface="Aptos"/>
                <a:cs typeface="Aptos"/>
              </a:rPr>
              <a:t>01</a:t>
            </a:r>
          </a:p>
        </p:txBody>
      </p:sp>
      <p:sp>
        <p:nvSpPr>
          <p:cNvPr id="8" name="Rectangle 7">
            <a:extLst xmlns:a="http://schemas.openxmlformats.org/drawingml/2006/main">
              <a:ext uri="{FF2B5EF4-FFF2-40B4-BE49-F238E27FC236}">
                <a16:creationId xmlns:a16="http://schemas.microsoft.com/office/drawing/2014/main" id="{27F46229-D385-4EAB-ADB4-2BE4EA843FBE}"/>
              </a:ext>
            </a:extLst>
          </p:cNvPr>
          <p:cNvSpPr>
            <a:spLocks xmlns:a="http://schemas.openxmlformats.org/drawingml/2006/main" noGrp="1"/>
          </p:cNvSpPr>
          <p:nvPr/>
        </p:nvSpPr>
        <p:spPr>
          <a:xfrm xmlns:a="http://schemas.openxmlformats.org/drawingml/2006/main">
            <a:off x="933450" y="2800350"/>
            <a:ext cx="216693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Избор сценарија</a:t>
            </a:r>
          </a:p>
        </p:txBody>
      </p:sp>
      <p:sp>
        <p:nvSpPr>
          <p:cNvPr id="9" name="Rectangle 8">
            <a:extLst xmlns:a="http://schemas.openxmlformats.org/drawingml/2006/main">
              <a:ext uri="{FF2B5EF4-FFF2-40B4-BE49-F238E27FC236}">
                <a16:creationId xmlns:a16="http://schemas.microsoft.com/office/drawing/2014/main" id="{09F40066-E89A-4797-886D-632E5824F371}"/>
              </a:ext>
            </a:extLst>
          </p:cNvPr>
          <p:cNvSpPr>
            <a:spLocks xmlns:a="http://schemas.openxmlformats.org/drawingml/2006/main" noGrp="1"/>
          </p:cNvSpPr>
          <p:nvPr/>
        </p:nvSpPr>
        <p:spPr>
          <a:xfrm xmlns:a="http://schemas.openxmlformats.org/drawingml/2006/main">
            <a:off x="942975" y="3190875"/>
            <a:ext cx="214788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једна стварна радња</a:t>
            </a:r>
          </a:p>
        </p:txBody>
      </p:sp>
      <p:sp>
        <p:nvSpPr>
          <p:cNvPr id="10" name="Rounded Rectangle 9">
            <a:extLst xmlns:a="http://schemas.openxmlformats.org/drawingml/2006/main">
              <a:ext uri="{FF2B5EF4-FFF2-40B4-BE49-F238E27FC236}">
                <a16:creationId xmlns:a16="http://schemas.microsoft.com/office/drawing/2014/main" id="{1F2AB879-AC78-473F-A143-5116198D3C1C}"/>
              </a:ext>
            </a:extLst>
          </p:cNvPr>
          <p:cNvSpPr>
            <a:spLocks xmlns:a="http://schemas.openxmlformats.org/drawingml/2006/main" noGrp="1"/>
          </p:cNvSpPr>
          <p:nvPr/>
        </p:nvSpPr>
        <p:spPr>
          <a:xfrm xmlns:a="http://schemas.openxmlformats.org/drawingml/2006/main">
            <a:off x="3519488" y="2400300"/>
            <a:ext cx="2433638" cy="1257300"/>
          </a:xfrm>
          <a:prstGeom xmlns:a="http://schemas.openxmlformats.org/drawingml/2006/main" prst="roundRect">
            <a:avLst>
              <a:gd name="adj" fmla="val 10606"/>
            </a:avLst>
          </a:prstGeom>
          <a:solidFill xmlns:a="http://schemas.openxmlformats.org/drawingml/2006/main">
            <a:srgbClr val="F7EFF1"/>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1" name="Rectangle 10">
            <a:extLst xmlns:a="http://schemas.openxmlformats.org/drawingml/2006/main">
              <a:ext uri="{FF2B5EF4-FFF2-40B4-BE49-F238E27FC236}">
                <a16:creationId xmlns:a16="http://schemas.microsoft.com/office/drawing/2014/main" id="{5D8ADFCE-1567-468B-8C53-57330835D2EA}"/>
              </a:ext>
            </a:extLst>
          </p:cNvPr>
          <p:cNvSpPr>
            <a:spLocks xmlns:a="http://schemas.openxmlformats.org/drawingml/2006/main" noGrp="1"/>
          </p:cNvSpPr>
          <p:nvPr/>
        </p:nvSpPr>
        <p:spPr>
          <a:xfrm xmlns:a="http://schemas.openxmlformats.org/drawingml/2006/main">
            <a:off x="3662363" y="2514600"/>
            <a:ext cx="2147888"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7018"/>
          </a:bodyPr>
          <a:lstStyle xmlns:a="http://schemas.openxmlformats.org/drawingml/2006/main"/>
          <a:p xmlns:a="http://schemas.openxmlformats.org/drawingml/2006/main">
            <a:pPr algn="l">
              <a:lnSpc>
                <a:spcPct val="102000"/>
              </a:lnSpc>
              <a:buNone/>
              <a:defRPr sz="975" b="1">
                <a:solidFill>
                  <a:srgbClr val="2F5EF5"/>
                </a:solidFill>
                <a:latin typeface="Aptos"/>
                <a:ea typeface="Aptos"/>
                <a:cs typeface="Aptos"/>
              </a:defRPr>
            </a:pPr>
            <a:r>
              <a:rPr sz="1200" b="1">
                <a:solidFill>
                  <a:srgbClr val="7A2636"/>
                </a:solidFill>
                <a:latin typeface="Aptos"/>
                <a:ea typeface="Aptos"/>
                <a:cs typeface="Aptos"/>
              </a:rPr>
              <a:t>02</a:t>
            </a:r>
          </a:p>
        </p:txBody>
      </p:sp>
      <p:sp>
        <p:nvSpPr>
          <p:cNvPr id="12" name="Rectangle 11">
            <a:extLst xmlns:a="http://schemas.openxmlformats.org/drawingml/2006/main">
              <a:ext uri="{FF2B5EF4-FFF2-40B4-BE49-F238E27FC236}">
                <a16:creationId xmlns:a16="http://schemas.microsoft.com/office/drawing/2014/main" id="{A2C77CB9-33BA-402A-B4D9-755AEF97D4DA}"/>
              </a:ext>
            </a:extLst>
          </p:cNvPr>
          <p:cNvSpPr>
            <a:spLocks xmlns:a="http://schemas.openxmlformats.org/drawingml/2006/main" noGrp="1"/>
          </p:cNvSpPr>
          <p:nvPr/>
        </p:nvSpPr>
        <p:spPr>
          <a:xfrm xmlns:a="http://schemas.openxmlformats.org/drawingml/2006/main">
            <a:off x="3652838" y="2800350"/>
            <a:ext cx="216693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Дефинисање правила</a:t>
            </a:r>
          </a:p>
        </p:txBody>
      </p:sp>
      <p:sp>
        <p:nvSpPr>
          <p:cNvPr id="13" name="Rectangle 12">
            <a:extLst xmlns:a="http://schemas.openxmlformats.org/drawingml/2006/main">
              <a:ext uri="{FF2B5EF4-FFF2-40B4-BE49-F238E27FC236}">
                <a16:creationId xmlns:a16="http://schemas.microsoft.com/office/drawing/2014/main" id="{70AF595B-12C4-474B-83B5-CC6A082321AB}"/>
              </a:ext>
            </a:extLst>
          </p:cNvPr>
          <p:cNvSpPr>
            <a:spLocks xmlns:a="http://schemas.openxmlformats.org/drawingml/2006/main" noGrp="1"/>
          </p:cNvSpPr>
          <p:nvPr/>
        </p:nvSpPr>
        <p:spPr>
          <a:xfrm xmlns:a="http://schemas.openxmlformats.org/drawingml/2006/main">
            <a:off x="3662363" y="3190875"/>
            <a:ext cx="214788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улази и граница</a:t>
            </a:r>
          </a:p>
        </p:txBody>
      </p:sp>
      <p:sp>
        <p:nvSpPr>
          <p:cNvPr id="14" name="Rounded Rectangle 13">
            <a:extLst xmlns:a="http://schemas.openxmlformats.org/drawingml/2006/main">
              <a:ext uri="{FF2B5EF4-FFF2-40B4-BE49-F238E27FC236}">
                <a16:creationId xmlns:a16="http://schemas.microsoft.com/office/drawing/2014/main" id="{AC923163-EFAA-486B-B0D4-4B1D2FD96D59}"/>
              </a:ext>
            </a:extLst>
          </p:cNvPr>
          <p:cNvSpPr>
            <a:spLocks xmlns:a="http://schemas.openxmlformats.org/drawingml/2006/main" noGrp="1"/>
          </p:cNvSpPr>
          <p:nvPr/>
        </p:nvSpPr>
        <p:spPr>
          <a:xfrm xmlns:a="http://schemas.openxmlformats.org/drawingml/2006/main">
            <a:off x="6238875" y="2400300"/>
            <a:ext cx="2433638" cy="1257300"/>
          </a:xfrm>
          <a:prstGeom xmlns:a="http://schemas.openxmlformats.org/drawingml/2006/main" prst="roundRect">
            <a:avLst>
              <a:gd name="adj" fmla="val 10606"/>
            </a:avLst>
          </a:prstGeom>
          <a:solidFill xmlns:a="http://schemas.openxmlformats.org/drawingml/2006/main">
            <a:srgbClr val="FFF0F0"/>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5" name="Rectangle 14">
            <a:extLst xmlns:a="http://schemas.openxmlformats.org/drawingml/2006/main">
              <a:ext uri="{FF2B5EF4-FFF2-40B4-BE49-F238E27FC236}">
                <a16:creationId xmlns:a16="http://schemas.microsoft.com/office/drawing/2014/main" id="{2AF17A69-9AD3-4088-82BE-289D58B5C3E4}"/>
              </a:ext>
            </a:extLst>
          </p:cNvPr>
          <p:cNvSpPr>
            <a:spLocks xmlns:a="http://schemas.openxmlformats.org/drawingml/2006/main" noGrp="1"/>
          </p:cNvSpPr>
          <p:nvPr/>
        </p:nvSpPr>
        <p:spPr>
          <a:xfrm xmlns:a="http://schemas.openxmlformats.org/drawingml/2006/main">
            <a:off x="6381750" y="2514600"/>
            <a:ext cx="2147888"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7018"/>
          </a:bodyPr>
          <a:lstStyle xmlns:a="http://schemas.openxmlformats.org/drawingml/2006/main"/>
          <a:p xmlns:a="http://schemas.openxmlformats.org/drawingml/2006/main">
            <a:pPr algn="l">
              <a:lnSpc>
                <a:spcPct val="102000"/>
              </a:lnSpc>
              <a:buNone/>
              <a:defRPr sz="975" b="1">
                <a:solidFill>
                  <a:srgbClr val="C34747"/>
                </a:solidFill>
                <a:latin typeface="Aptos"/>
                <a:ea typeface="Aptos"/>
                <a:cs typeface="Aptos"/>
              </a:defRPr>
            </a:pPr>
            <a:r>
              <a:rPr sz="1200" b="1">
                <a:solidFill>
                  <a:srgbClr val="C34747"/>
                </a:solidFill>
                <a:latin typeface="Aptos"/>
                <a:ea typeface="Aptos"/>
                <a:cs typeface="Aptos"/>
              </a:rPr>
              <a:t>03</a:t>
            </a:r>
          </a:p>
        </p:txBody>
      </p:sp>
      <p:sp>
        <p:nvSpPr>
          <p:cNvPr id="16" name="Rectangle 15">
            <a:extLst xmlns:a="http://schemas.openxmlformats.org/drawingml/2006/main">
              <a:ext uri="{FF2B5EF4-FFF2-40B4-BE49-F238E27FC236}">
                <a16:creationId xmlns:a16="http://schemas.microsoft.com/office/drawing/2014/main" id="{1F7E551B-5EE4-453B-B0E8-B861EBC0C238}"/>
              </a:ext>
            </a:extLst>
          </p:cNvPr>
          <p:cNvSpPr>
            <a:spLocks xmlns:a="http://schemas.openxmlformats.org/drawingml/2006/main" noGrp="1"/>
          </p:cNvSpPr>
          <p:nvPr/>
        </p:nvSpPr>
        <p:spPr>
          <a:xfrm xmlns:a="http://schemas.openxmlformats.org/drawingml/2006/main">
            <a:off x="6372225" y="2800350"/>
            <a:ext cx="216693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Тест одбијања</a:t>
            </a:r>
          </a:p>
        </p:txBody>
      </p:sp>
      <p:sp>
        <p:nvSpPr>
          <p:cNvPr id="17" name="Rectangle 16">
            <a:extLst xmlns:a="http://schemas.openxmlformats.org/drawingml/2006/main">
              <a:ext uri="{FF2B5EF4-FFF2-40B4-BE49-F238E27FC236}">
                <a16:creationId xmlns:a16="http://schemas.microsoft.com/office/drawing/2014/main" id="{9F04362A-DAB3-49CB-AF3B-4217A240A5B6}"/>
              </a:ext>
            </a:extLst>
          </p:cNvPr>
          <p:cNvSpPr>
            <a:spLocks xmlns:a="http://schemas.openxmlformats.org/drawingml/2006/main" noGrp="1"/>
          </p:cNvSpPr>
          <p:nvPr/>
        </p:nvSpPr>
        <p:spPr>
          <a:xfrm xmlns:a="http://schemas.openxmlformats.org/drawingml/2006/main">
            <a:off x="6381750" y="3190875"/>
            <a:ext cx="214788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једна чињеница недостаје</a:t>
            </a:r>
          </a:p>
        </p:txBody>
      </p:sp>
      <p:sp>
        <p:nvSpPr>
          <p:cNvPr id="18" name="Rounded Rectangle 17">
            <a:extLst xmlns:a="http://schemas.openxmlformats.org/drawingml/2006/main">
              <a:ext uri="{FF2B5EF4-FFF2-40B4-BE49-F238E27FC236}">
                <a16:creationId xmlns:a16="http://schemas.microsoft.com/office/drawing/2014/main" id="{2BAB318A-6876-4B2F-9980-A9B7EE9D7735}"/>
              </a:ext>
            </a:extLst>
          </p:cNvPr>
          <p:cNvSpPr>
            <a:spLocks xmlns:a="http://schemas.openxmlformats.org/drawingml/2006/main" noGrp="1"/>
          </p:cNvSpPr>
          <p:nvPr/>
        </p:nvSpPr>
        <p:spPr>
          <a:xfrm xmlns:a="http://schemas.openxmlformats.org/drawingml/2006/main">
            <a:off x="8958263" y="2400300"/>
            <a:ext cx="2433638" cy="1257300"/>
          </a:xfrm>
          <a:prstGeom xmlns:a="http://schemas.openxmlformats.org/drawingml/2006/main" prst="roundRect">
            <a:avLst>
              <a:gd name="adj" fmla="val 10606"/>
            </a:avLst>
          </a:prstGeom>
          <a:solidFill xmlns:a="http://schemas.openxmlformats.org/drawingml/2006/main">
            <a:srgbClr val="EDF8F2"/>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9" name="Rectangle 18">
            <a:extLst xmlns:a="http://schemas.openxmlformats.org/drawingml/2006/main">
              <a:ext uri="{FF2B5EF4-FFF2-40B4-BE49-F238E27FC236}">
                <a16:creationId xmlns:a16="http://schemas.microsoft.com/office/drawing/2014/main" id="{9417F403-16BB-4EF9-A849-13163D76F5D4}"/>
              </a:ext>
            </a:extLst>
          </p:cNvPr>
          <p:cNvSpPr>
            <a:spLocks xmlns:a="http://schemas.openxmlformats.org/drawingml/2006/main" noGrp="1"/>
          </p:cNvSpPr>
          <p:nvPr/>
        </p:nvSpPr>
        <p:spPr>
          <a:xfrm xmlns:a="http://schemas.openxmlformats.org/drawingml/2006/main">
            <a:off x="9101138" y="2514600"/>
            <a:ext cx="2147888"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7018"/>
          </a:bodyPr>
          <a:lstStyle xmlns:a="http://schemas.openxmlformats.org/drawingml/2006/main"/>
          <a:p xmlns:a="http://schemas.openxmlformats.org/drawingml/2006/main">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04</a:t>
            </a:r>
          </a:p>
        </p:txBody>
      </p:sp>
      <p:sp>
        <p:nvSpPr>
          <p:cNvPr id="20" name="Rectangle 19">
            <a:extLst xmlns:a="http://schemas.openxmlformats.org/drawingml/2006/main">
              <a:ext uri="{FF2B5EF4-FFF2-40B4-BE49-F238E27FC236}">
                <a16:creationId xmlns:a16="http://schemas.microsoft.com/office/drawing/2014/main" id="{E5CA923D-E7A0-4E6B-8AD9-C533FB130EC4}"/>
              </a:ext>
            </a:extLst>
          </p:cNvPr>
          <p:cNvSpPr>
            <a:spLocks xmlns:a="http://schemas.openxmlformats.org/drawingml/2006/main" noGrp="1"/>
          </p:cNvSpPr>
          <p:nvPr/>
        </p:nvSpPr>
        <p:spPr>
          <a:xfrm xmlns:a="http://schemas.openxmlformats.org/drawingml/2006/main">
            <a:off x="9091613" y="2800350"/>
            <a:ext cx="216693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Ревизиони запис</a:t>
            </a:r>
          </a:p>
        </p:txBody>
      </p:sp>
      <p:sp>
        <p:nvSpPr>
          <p:cNvPr id="21" name="Rectangle 20">
            <a:extLst xmlns:a="http://schemas.openxmlformats.org/drawingml/2006/main">
              <a:ext uri="{FF2B5EF4-FFF2-40B4-BE49-F238E27FC236}">
                <a16:creationId xmlns:a16="http://schemas.microsoft.com/office/drawing/2014/main" id="{0DA081E7-B935-43A4-85EB-2122EBC87818}"/>
              </a:ext>
            </a:extLst>
          </p:cNvPr>
          <p:cNvSpPr>
            <a:spLocks xmlns:a="http://schemas.openxmlformats.org/drawingml/2006/main" noGrp="1"/>
          </p:cNvSpPr>
          <p:nvPr/>
        </p:nvSpPr>
        <p:spPr>
          <a:xfrm xmlns:a="http://schemas.openxmlformats.org/drawingml/2006/main">
            <a:off x="9101138" y="3190875"/>
            <a:ext cx="214788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исход и разлог</a:t>
            </a:r>
          </a:p>
        </p:txBody>
      </p:sp>
      <p:cxnSp>
        <p:nvCxnSpPr>
          <p:cNvPr id="221" name="Straight Arrow Connector 124"/>
          <p:cNvCxnSpPr>
            <a:stCxn xmlns:a="http://schemas.openxmlformats.org/drawingml/2006/main" id="6" idx="3"/>
            <a:endCxn xmlns:a="http://schemas.openxmlformats.org/drawingml/2006/main" id="10" idx="1"/>
          </p:cNvCxnSpPr>
          <p:nvPr/>
        </p:nvCxnSpPr>
        <p:spPr>
          <a:xfrm xmlns:a="http://schemas.openxmlformats.org/drawingml/2006/main">
            <a:off x="3233738" y="3028950"/>
            <a:ext cx="285750" cy="0"/>
          </a:xfrm>
          <a:prstGeom xmlns:a="http://schemas.openxmlformats.org/drawingml/2006/main" prst="straightConnector1">
            <a:avLst/>
          </a:prstGeom>
          <a:ln xmlns:a="http://schemas.openxmlformats.org/drawingml/2006/main" w="13335">
            <a:solidFill>
              <a:srgbClr val="748092"/>
            </a:solidFill>
            <a:prstDash val="solid"/>
            <a:tailEnd type="arrow" w="sm" len="sm"/>
          </a:ln>
        </p:spPr>
      </p:cxnSp>
      <p:cxnSp>
        <p:nvCxnSpPr>
          <p:cNvPr id="222" name="Straight Arrow Connector 125"/>
          <p:cNvCxnSpPr>
            <a:stCxn xmlns:a="http://schemas.openxmlformats.org/drawingml/2006/main" id="10" idx="3"/>
            <a:endCxn xmlns:a="http://schemas.openxmlformats.org/drawingml/2006/main" id="14" idx="1"/>
          </p:cNvCxnSpPr>
          <p:nvPr/>
        </p:nvCxnSpPr>
        <p:spPr>
          <a:xfrm xmlns:a="http://schemas.openxmlformats.org/drawingml/2006/main">
            <a:off x="5953126" y="3028950"/>
            <a:ext cx="285749" cy="0"/>
          </a:xfrm>
          <a:prstGeom xmlns:a="http://schemas.openxmlformats.org/drawingml/2006/main" prst="straightConnector1">
            <a:avLst/>
          </a:prstGeom>
          <a:ln xmlns:a="http://schemas.openxmlformats.org/drawingml/2006/main" w="13335">
            <a:solidFill>
              <a:srgbClr val="748092"/>
            </a:solidFill>
            <a:prstDash val="solid"/>
            <a:tailEnd type="arrow" w="sm" len="sm"/>
          </a:ln>
        </p:spPr>
      </p:cxnSp>
      <p:cxnSp>
        <p:nvCxnSpPr>
          <p:cNvPr id="223" name="Straight Arrow Connector 126"/>
          <p:cNvCxnSpPr>
            <a:stCxn xmlns:a="http://schemas.openxmlformats.org/drawingml/2006/main" id="14" idx="3"/>
            <a:endCxn xmlns:a="http://schemas.openxmlformats.org/drawingml/2006/main" id="18" idx="1"/>
          </p:cNvCxnSpPr>
          <p:nvPr/>
        </p:nvCxnSpPr>
        <p:spPr>
          <a:xfrm xmlns:a="http://schemas.openxmlformats.org/drawingml/2006/main">
            <a:off x="8672513" y="3028950"/>
            <a:ext cx="285750" cy="0"/>
          </a:xfrm>
          <a:prstGeom xmlns:a="http://schemas.openxmlformats.org/drawingml/2006/main" prst="straightConnector1">
            <a:avLst/>
          </a:prstGeom>
          <a:ln xmlns:a="http://schemas.openxmlformats.org/drawingml/2006/main" w="13335">
            <a:solidFill>
              <a:srgbClr val="748092"/>
            </a:solidFill>
            <a:prstDash val="solid"/>
            <a:tailEnd type="arrow" w="sm" len="sm"/>
          </a:ln>
        </p:spPr>
      </p:cxnSp>
      <p:sp>
        <p:nvSpPr>
          <p:cNvPr id="25" name="Rounded Rectangle 24">
            <a:extLst xmlns:a="http://schemas.openxmlformats.org/drawingml/2006/main">
              <a:ext uri="{FF2B5EF4-FFF2-40B4-BE49-F238E27FC236}">
                <a16:creationId xmlns:a16="http://schemas.microsoft.com/office/drawing/2014/main" id="{19754DE0-31AB-4E22-BC6D-C469FC4F61FF}"/>
              </a:ext>
            </a:extLst>
          </p:cNvPr>
          <p:cNvSpPr>
            <a:spLocks xmlns:a="http://schemas.openxmlformats.org/drawingml/2006/main" noGrp="1"/>
          </p:cNvSpPr>
          <p:nvPr/>
        </p:nvSpPr>
        <p:spPr>
          <a:xfrm xmlns:a="http://schemas.openxmlformats.org/drawingml/2006/main">
            <a:off x="1619250" y="4305300"/>
            <a:ext cx="8953500" cy="914400"/>
          </a:xfrm>
          <a:prstGeom xmlns:a="http://schemas.openxmlformats.org/drawingml/2006/main" prst="roundRect">
            <a:avLst>
              <a:gd name="adj" fmla="val 13542"/>
            </a:avLst>
          </a:prstGeom>
          <a:solidFill xmlns:a="http://schemas.openxmlformats.org/drawingml/2006/main">
            <a:srgbClr val="FFF6E9"/>
          </a:solidFill>
          <a:ln xmlns:a="http://schemas.openxmlformats.org/drawingml/2006/main" w="9525">
            <a:solidFill>
              <a:srgbClr val="D7DEE8"/>
            </a:solidFill>
            <a:prstDash val="solid"/>
          </a:ln>
        </p:spPr>
      </p:sp>
      <p:sp>
        <p:nvSpPr>
          <p:cNvPr id="26" name="Rounded Rectangle 25">
            <a:extLst xmlns:a="http://schemas.openxmlformats.org/drawingml/2006/main">
              <a:ext uri="{FF2B5EF4-FFF2-40B4-BE49-F238E27FC236}">
                <a16:creationId xmlns:a16="http://schemas.microsoft.com/office/drawing/2014/main" id="{3E6E5E20-FCAB-4319-B2AB-8E7766CCB2A7}"/>
              </a:ext>
            </a:extLst>
          </p:cNvPr>
          <p:cNvSpPr>
            <a:spLocks xmlns:a="http://schemas.openxmlformats.org/drawingml/2006/main" noGrp="1"/>
          </p:cNvSpPr>
          <p:nvPr/>
        </p:nvSpPr>
        <p:spPr>
          <a:xfrm xmlns:a="http://schemas.openxmlformats.org/drawingml/2006/main">
            <a:off x="1752600" y="4448175"/>
            <a:ext cx="57150" cy="628650"/>
          </a:xfrm>
          <a:prstGeom xmlns:a="http://schemas.openxmlformats.org/drawingml/2006/main" prst="roundRect">
            <a:avLst>
              <a:gd name="adj" fmla="val 50000"/>
            </a:avLst>
          </a:prstGeom>
          <a:solidFill xmlns:a="http://schemas.openxmlformats.org/drawingml/2006/main">
            <a:srgbClr val="7A2636"/>
          </a:solidFill>
          <a:ln xmlns:a="http://schemas.openxmlformats.org/drawingml/2006/main" w="0">
            <a:noFill/>
          </a:ln>
        </p:spPr>
      </p:sp>
      <p:sp>
        <p:nvSpPr>
          <p:cNvPr id="76" name="Rounded Rectangle 75">
            <a:extLst xmlns:a="http://schemas.openxmlformats.org/drawingml/2006/main">
              <a:ext uri="{FF2B5EF4-FFF2-40B4-BE49-F238E27FC236}">
                <a16:creationId xmlns:a16="http://schemas.microsoft.com/office/drawing/2014/main" id="{C6320E42-C146-49ED-88C6-FA4EC7AC4FC6}"/>
              </a:ext>
            </a:extLst>
          </p:cNvPr>
          <p:cNvSpPr>
            <a:spLocks xmlns:a="http://schemas.openxmlformats.org/drawingml/2006/main" noGrp="1"/>
          </p:cNvSpPr>
          <p:nvPr/>
        </p:nvSpPr>
        <p:spPr>
          <a:xfrm xmlns:a="http://schemas.openxmlformats.org/drawingml/2006/main">
            <a:off x="914400" y="4267200"/>
            <a:ext cx="10363200" cy="990600"/>
          </a:xfrm>
          <a:prstGeom xmlns:a="http://schemas.openxmlformats.org/drawingml/2006/main" prst="roundRect">
            <a:avLst>
              <a:gd name="adj" fmla="val 13462"/>
            </a:avLst>
          </a:prstGeom>
          <a:solidFill xmlns:a="http://schemas.openxmlformats.org/drawingml/2006/main">
            <a:srgbClr val="F7EFF1"/>
          </a:solidFill>
          <a:ln xmlns:a="http://schemas.openxmlformats.org/drawingml/2006/main" w="8573">
            <a:solidFill>
              <a:srgbClr val="DBC7CC"/>
            </a:solidFill>
            <a:prstDash val="solid"/>
          </a:ln>
        </p:spPr>
      </p:sp>
      <p:sp>
        <p:nvSpPr>
          <p:cNvPr id="77" name="Rounded Rectangle 76">
            <a:extLst xmlns:a="http://schemas.openxmlformats.org/drawingml/2006/main">
              <a:ext uri="{FF2B5EF4-FFF2-40B4-BE49-F238E27FC236}">
                <a16:creationId xmlns:a16="http://schemas.microsoft.com/office/drawing/2014/main" id="{D0BEBAD9-0C4E-4E53-B37C-A245F1D66AFD}"/>
              </a:ext>
            </a:extLst>
          </p:cNvPr>
          <p:cNvSpPr>
            <a:spLocks xmlns:a="http://schemas.openxmlformats.org/drawingml/2006/main" noGrp="1"/>
          </p:cNvSpPr>
          <p:nvPr/>
        </p:nvSpPr>
        <p:spPr>
          <a:xfrm xmlns:a="http://schemas.openxmlformats.org/drawingml/2006/main">
            <a:off x="1085850" y="4419600"/>
            <a:ext cx="57150" cy="685800"/>
          </a:xfrm>
          <a:prstGeom xmlns:a="http://schemas.openxmlformats.org/drawingml/2006/main" prst="roundRect">
            <a:avLst>
              <a:gd name="adj" fmla="val 50000"/>
            </a:avLst>
          </a:prstGeom>
          <a:solidFill xmlns:a="http://schemas.openxmlformats.org/drawingml/2006/main">
            <a:srgbClr val="7A2636"/>
          </a:solidFill>
          <a:ln xmlns:a="http://schemas.openxmlformats.org/drawingml/2006/main" w="0">
            <a:noFill/>
          </a:ln>
        </p:spPr>
      </p:sp>
      <p:sp>
        <p:nvSpPr>
          <p:cNvPr id="78" name="Rectangle 77">
            <a:extLst xmlns:a="http://schemas.openxmlformats.org/drawingml/2006/main">
              <a:ext uri="{FF2B5EF4-FFF2-40B4-BE49-F238E27FC236}">
                <a16:creationId xmlns:a16="http://schemas.microsoft.com/office/drawing/2014/main" id="{1DF3D484-4F80-4685-84E0-EAE513384263}"/>
              </a:ext>
            </a:extLst>
          </p:cNvPr>
          <p:cNvSpPr>
            <a:spLocks xmlns:a="http://schemas.openxmlformats.org/drawingml/2006/main" noGrp="1"/>
          </p:cNvSpPr>
          <p:nvPr/>
        </p:nvSpPr>
        <p:spPr>
          <a:xfrm xmlns:a="http://schemas.openxmlformats.org/drawingml/2006/main">
            <a:off x="1333500" y="4371975"/>
            <a:ext cx="96393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buNone/>
              <a:defRPr sz="1013" b="1">
                <a:solidFill>
                  <a:srgbClr val="2854D7"/>
                </a:solidFill>
                <a:latin typeface="Aptos"/>
                <a:ea typeface="Aptos"/>
                <a:cs typeface="Aptos"/>
              </a:defRPr>
            </a:pPr>
            <a:r>
              <a:rPr sz="1200" b="1">
                <a:solidFill>
                  <a:srgbClr val="7A2636"/>
                </a:solidFill>
                <a:latin typeface="Aptos"/>
                <a:ea typeface="Aptos"/>
                <a:cs typeface="Aptos"/>
              </a:rPr>
              <a:t>ПРИМЕНА НА ПРОЈЕКАТ</a:t>
            </a:r>
          </a:p>
        </p:txBody>
      </p:sp>
      <p:sp>
        <p:nvSpPr>
          <p:cNvPr id="79" name="Rectangle 78">
            <a:extLst xmlns:a="http://schemas.openxmlformats.org/drawingml/2006/main">
              <a:ext uri="{FF2B5EF4-FFF2-40B4-BE49-F238E27FC236}">
                <a16:creationId xmlns:a16="http://schemas.microsoft.com/office/drawing/2014/main" id="{3062AACF-7D1C-4B34-B1CA-8097FA70BEE4}"/>
              </a:ext>
            </a:extLst>
          </p:cNvPr>
          <p:cNvSpPr>
            <a:spLocks xmlns:a="http://schemas.openxmlformats.org/drawingml/2006/main" noGrp="1"/>
          </p:cNvSpPr>
          <p:nvPr/>
        </p:nvSpPr>
        <p:spPr>
          <a:xfrm xmlns:a="http://schemas.openxmlformats.org/drawingml/2006/main">
            <a:off x="1333500" y="4600575"/>
            <a:ext cx="96393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1388" b="1">
                <a:solidFill>
                  <a:srgbClr val="1B2432"/>
                </a:solidFill>
                <a:latin typeface="Aptos"/>
                <a:ea typeface="Aptos"/>
                <a:cs typeface="Aptos"/>
              </a:defRPr>
            </a:pPr>
            <a:r>
              <a:rPr sz="1388" b="1">
                <a:solidFill>
                  <a:srgbClr val="1B2432"/>
                </a:solidFill>
                <a:latin typeface="Aptos"/>
                <a:ea typeface="Aptos"/>
                <a:cs typeface="Aptos"/>
              </a:rPr>
              <a:t>Пројектна примена теме „MFA, сесије, сервиси и тајне“ обухвата једну серверску одлуку, тест одбијања и доказ који други члан тима може да понови.</a:t>
            </a:r>
          </a:p>
        </p:txBody>
      </p:sp>
    </p:spTree>
    <p:extLst>
      <p:ext uri="{BB962C8B-B14F-4D97-AF65-F5344CB8AC3E}">
        <p14:creationId xmlns:p14="http://schemas.microsoft.com/office/powerpoint/2010/main" val="52809130"/>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9" name="Rectangle 28">
            <a:extLst xmlns:a="http://schemas.openxmlformats.org/drawingml/2006/main">
              <a:ext uri="{FF2B5EF4-FFF2-40B4-BE49-F238E27FC236}">
                <a16:creationId xmlns:a16="http://schemas.microsoft.com/office/drawing/2014/main" id="{223FEDB4-70ED-4B4A-8B0F-F4D8183B08C0}"/>
              </a:ext>
            </a:extLst>
          </p:cNvPr>
          <p:cNvSpPr>
            <a:spLocks xmlns:a="http://schemas.openxmlformats.org/drawingml/2006/main" noGrp="1"/>
          </p:cNvSpPr>
          <p:nvPr/>
        </p:nvSpPr>
        <p:spPr>
          <a:xfrm xmlns:a="http://schemas.openxmlformats.org/drawingml/2006/main">
            <a:off x="495300" y="238125"/>
            <a:ext cx="34290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825" b="0">
                <a:solidFill>
                  <a:srgbClr val="657184"/>
                </a:solidFill>
                <a:latin typeface="Aptos"/>
                <a:ea typeface="Aptos"/>
                <a:cs typeface="Aptos"/>
              </a:defRPr>
            </a:pPr>
            <a:r>
              <a:rPr sz="825" b="0">
                <a:solidFill>
                  <a:srgbClr val="5E6B7D"/>
                </a:solidFill>
                <a:latin typeface="Aptos"/>
                <a:ea typeface="Aptos"/>
                <a:cs typeface="Aptos"/>
              </a:rPr>
              <a:t>Основе информационе безбедности</a:t>
            </a:r>
          </a:p>
        </p:txBody>
      </p:sp>
      <p:sp>
        <p:nvSpPr>
          <p:cNvPr id="2" name="Straight Connector 1">
            <a:extLst xmlns:a="http://schemas.openxmlformats.org/drawingml/2006/main">
              <a:ext uri="{FF2B5EF4-FFF2-40B4-BE49-F238E27FC236}">
                <a16:creationId xmlns:a16="http://schemas.microsoft.com/office/drawing/2014/main" id="{5D7BA804-D84F-4B78-BB6C-0E8DE7652DD9}"/>
              </a:ext>
            </a:extLst>
          </p:cNvPr>
          <p:cNvSpPr>
            <a:spLocks xmlns:a="http://schemas.openxmlformats.org/drawingml/2006/main" noGrp="1"/>
          </p:cNvSpPr>
          <p:nvPr/>
        </p:nvSpPr>
        <p:spPr>
          <a:xfrm xmlns:a="http://schemas.openxmlformats.org/drawingml/2006/main">
            <a:off x="495300" y="476250"/>
            <a:ext cx="11201400" cy="9525"/>
          </a:xfrm>
          <a:prstGeom xmlns:a="http://schemas.openxmlformats.org/drawingml/2006/main" prst="line">
            <a:avLst/>
          </a:prstGeom>
          <a:solidFill xmlns:a="http://schemas.openxmlformats.org/drawingml/2006/main">
            <a:srgbClr val="8D5560"/>
          </a:solidFill>
          <a:ln xmlns:a="http://schemas.openxmlformats.org/drawingml/2006/main" w="7144">
            <a:solidFill>
              <a:srgbClr val="8D5560"/>
            </a:solidFill>
            <a:prstDash val="solid"/>
          </a:ln>
        </p:spPr>
      </p:sp>
      <p:sp>
        <p:nvSpPr>
          <p:cNvPr id="3" name="Rectangle 2">
            <a:extLst xmlns:a="http://schemas.openxmlformats.org/drawingml/2006/main">
              <a:ext uri="{FF2B5EF4-FFF2-40B4-BE49-F238E27FC236}">
                <a16:creationId xmlns:a16="http://schemas.microsoft.com/office/drawing/2014/main" id="{0B73AAE9-0A8A-4E97-88F1-D7CB43B8C5BC}"/>
              </a:ext>
            </a:extLst>
          </p:cNvPr>
          <p:cNvSpPr>
            <a:spLocks xmlns:a="http://schemas.openxmlformats.org/drawingml/2006/main" noGrp="1"/>
          </p:cNvSpPr>
          <p:nvPr/>
        </p:nvSpPr>
        <p:spPr>
          <a:xfrm xmlns:a="http://schemas.openxmlformats.org/drawingml/2006/main">
            <a:off x="11372850" y="6477000"/>
            <a:ext cx="32385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r">
              <a:lnSpc>
                <a:spcPct val="102000"/>
              </a:lnSpc>
              <a:buNone/>
              <a:defRPr sz="975" b="0">
                <a:solidFill>
                  <a:srgbClr val="1A202C"/>
                </a:solidFill>
                <a:latin typeface="Aptos"/>
                <a:ea typeface="Aptos"/>
                <a:cs typeface="Aptos"/>
              </a:defRPr>
            </a:pPr>
            <a:r>
              <a:rPr sz="975" b="0">
                <a:solidFill>
                  <a:srgbClr val="1A202C"/>
                </a:solidFill>
                <a:latin typeface="Aptos"/>
                <a:ea typeface="Aptos"/>
                <a:cs typeface="Aptos"/>
              </a:rPr>
              <a:t>20</a:t>
            </a:r>
          </a:p>
        </p:txBody>
      </p:sp>
      <p:sp>
        <p:nvSpPr>
          <p:cNvPr id="4" name="Rectangle 3">
            <a:extLst xmlns:a="http://schemas.openxmlformats.org/drawingml/2006/main">
              <a:ext uri="{FF2B5EF4-FFF2-40B4-BE49-F238E27FC236}">
                <a16:creationId xmlns:a16="http://schemas.microsoft.com/office/drawing/2014/main" id="{7139315D-49DC-4D5B-9B04-87A6940EEC8D}"/>
              </a:ext>
            </a:extLst>
          </p:cNvPr>
          <p:cNvSpPr>
            <a:spLocks xmlns:a="http://schemas.openxmlformats.org/drawingml/2006/main" noGrp="1"/>
          </p:cNvSpPr>
          <p:nvPr/>
        </p:nvSpPr>
        <p:spPr>
          <a:xfrm xmlns:a="http://schemas.openxmlformats.org/drawingml/2006/main">
            <a:off x="685800" y="781050"/>
            <a:ext cx="108204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a:bodyPr>
          <a:lstStyle xmlns:a="http://schemas.openxmlformats.org/drawingml/2006/main"/>
          <a:p xmlns:a="http://schemas.openxmlformats.org/drawingml/2006/main">
            <a:pPr algn="l">
              <a:lnSpc>
                <a:spcPct val="102000"/>
              </a:lnSpc>
              <a:buNone/>
              <a:defRPr sz="2550" b="1">
                <a:solidFill>
                  <a:srgbClr val="1A202C"/>
                </a:solidFill>
                <a:latin typeface="Aptos Display"/>
                <a:ea typeface="Aptos Display"/>
                <a:cs typeface="Aptos Display"/>
              </a:defRPr>
            </a:pPr>
            <a:r>
              <a:rPr sz="2550" b="1">
                <a:solidFill>
                  <a:srgbClr val="1A202C"/>
                </a:solidFill>
                <a:latin typeface="Aptos Display"/>
                <a:ea typeface="Aptos Display"/>
                <a:cs typeface="Aptos Display"/>
              </a:rPr>
              <a:t>Провера разумевања</a:t>
            </a:r>
          </a:p>
        </p:txBody>
      </p:sp>
      <p:sp>
        <p:nvSpPr>
          <p:cNvPr id="5" name="Rectangle 4">
            <a:extLst xmlns:a="http://schemas.openxmlformats.org/drawingml/2006/main">
              <a:ext uri="{FF2B5EF4-FFF2-40B4-BE49-F238E27FC236}">
                <a16:creationId xmlns:a16="http://schemas.microsoft.com/office/drawing/2014/main" id="{12C29E1A-F6D4-4BE7-B732-31E99189FAED}"/>
              </a:ext>
            </a:extLst>
          </p:cNvPr>
          <p:cNvSpPr>
            <a:spLocks xmlns:a="http://schemas.openxmlformats.org/drawingml/2006/main" noGrp="1"/>
          </p:cNvSpPr>
          <p:nvPr/>
        </p:nvSpPr>
        <p:spPr>
          <a:xfrm xmlns:a="http://schemas.openxmlformats.org/drawingml/2006/main">
            <a:off x="685800" y="1428750"/>
            <a:ext cx="108204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100000"/>
          </a:bodyPr>
          <a:lstStyle xmlns:a="http://schemas.openxmlformats.org/drawingml/2006/main"/>
          <a:p xmlns:a="http://schemas.openxmlformats.org/drawingml/2006/main">
            <a:pPr algn="l">
              <a:lnSpc>
                <a:spcPct val="102000"/>
              </a:lnSpc>
              <a:buNone/>
              <a:defRPr sz="1575" b="0">
                <a:solidFill>
                  <a:srgbClr val="657184"/>
                </a:solidFill>
                <a:latin typeface="Aptos"/>
                <a:ea typeface="Aptos"/>
                <a:cs typeface="Aptos"/>
              </a:defRPr>
            </a:pPr>
            <a:r>
              <a:rPr sz="1575" b="0">
                <a:solidFill>
                  <a:srgbClr val="657184"/>
                </a:solidFill>
                <a:latin typeface="Aptos"/>
                <a:ea typeface="Aptos"/>
                <a:cs typeface="Aptos"/>
              </a:rPr>
              <a:t>Разумевање теме подразумева објашњење одлуке и доказа независно од конкретног технолошког оквира.</a:t>
            </a:r>
          </a:p>
        </p:txBody>
      </p:sp>
      <p:sp>
        <p:nvSpPr>
          <p:cNvPr id="6" name="Rounded Rectangle 5">
            <a:extLst xmlns:a="http://schemas.openxmlformats.org/drawingml/2006/main">
              <a:ext uri="{FF2B5EF4-FFF2-40B4-BE49-F238E27FC236}">
                <a16:creationId xmlns:a16="http://schemas.microsoft.com/office/drawing/2014/main" id="{34B90FDF-0B11-474E-8C29-DC25304C18B1}"/>
              </a:ext>
            </a:extLst>
          </p:cNvPr>
          <p:cNvSpPr>
            <a:spLocks xmlns:a="http://schemas.openxmlformats.org/drawingml/2006/main" noGrp="1"/>
          </p:cNvSpPr>
          <p:nvPr/>
        </p:nvSpPr>
        <p:spPr>
          <a:xfrm xmlns:a="http://schemas.openxmlformats.org/drawingml/2006/main">
            <a:off x="723900" y="2286000"/>
            <a:ext cx="2471738" cy="1257300"/>
          </a:xfrm>
          <a:prstGeom xmlns:a="http://schemas.openxmlformats.org/drawingml/2006/main" prst="roundRect">
            <a:avLst>
              <a:gd name="adj" fmla="val 10606"/>
            </a:avLst>
          </a:prstGeom>
          <a:solidFill xmlns:a="http://schemas.openxmlformats.org/drawingml/2006/main">
            <a:srgbClr val="F4F6F9"/>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Rectangle 6">
            <a:extLst xmlns:a="http://schemas.openxmlformats.org/drawingml/2006/main">
              <a:ext uri="{FF2B5EF4-FFF2-40B4-BE49-F238E27FC236}">
                <a16:creationId xmlns:a16="http://schemas.microsoft.com/office/drawing/2014/main" id="{1325B2FC-3FCE-4F8E-B395-244608D3A011}"/>
              </a:ext>
            </a:extLst>
          </p:cNvPr>
          <p:cNvSpPr>
            <a:spLocks xmlns:a="http://schemas.openxmlformats.org/drawingml/2006/main" noGrp="1"/>
          </p:cNvSpPr>
          <p:nvPr/>
        </p:nvSpPr>
        <p:spPr>
          <a:xfrm xmlns:a="http://schemas.openxmlformats.org/drawingml/2006/main">
            <a:off x="866775" y="2400300"/>
            <a:ext cx="2185988"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7018"/>
          </a:bodyPr>
          <a:lstStyle xmlns:a="http://schemas.openxmlformats.org/drawingml/2006/main"/>
          <a:p xmlns:a="http://schemas.openxmlformats.org/drawingml/2006/main">
            <a:pPr algn="l">
              <a:lnSpc>
                <a:spcPct val="102000"/>
              </a:lnSpc>
              <a:buNone/>
              <a:defRPr sz="975" b="1">
                <a:solidFill>
                  <a:srgbClr val="748092"/>
                </a:solidFill>
                <a:latin typeface="Aptos"/>
                <a:ea typeface="Aptos"/>
                <a:cs typeface="Aptos"/>
              </a:defRPr>
            </a:pPr>
            <a:r>
              <a:rPr sz="1200" b="1">
                <a:solidFill>
                  <a:srgbClr val="748092"/>
                </a:solidFill>
                <a:latin typeface="Aptos"/>
                <a:ea typeface="Aptos"/>
                <a:cs typeface="Aptos"/>
              </a:rPr>
              <a:t>01</a:t>
            </a:r>
          </a:p>
        </p:txBody>
      </p:sp>
      <p:sp>
        <p:nvSpPr>
          <p:cNvPr id="8" name="Rectangle 7">
            <a:extLst xmlns:a="http://schemas.openxmlformats.org/drawingml/2006/main">
              <a:ext uri="{FF2B5EF4-FFF2-40B4-BE49-F238E27FC236}">
                <a16:creationId xmlns:a16="http://schemas.microsoft.com/office/drawing/2014/main" id="{44A535C1-6F73-4B60-BB64-B27BBE2221C9}"/>
              </a:ext>
            </a:extLst>
          </p:cNvPr>
          <p:cNvSpPr>
            <a:spLocks xmlns:a="http://schemas.openxmlformats.org/drawingml/2006/main" noGrp="1"/>
          </p:cNvSpPr>
          <p:nvPr/>
        </p:nvSpPr>
        <p:spPr>
          <a:xfrm xmlns:a="http://schemas.openxmlformats.org/drawingml/2006/main">
            <a:off x="857250" y="2686050"/>
            <a:ext cx="220503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Пријава</a:t>
            </a:r>
          </a:p>
        </p:txBody>
      </p:sp>
      <p:sp>
        <p:nvSpPr>
          <p:cNvPr id="9" name="Rectangle 8">
            <a:extLst xmlns:a="http://schemas.openxmlformats.org/drawingml/2006/main">
              <a:ext uri="{FF2B5EF4-FFF2-40B4-BE49-F238E27FC236}">
                <a16:creationId xmlns:a16="http://schemas.microsoft.com/office/drawing/2014/main" id="{DE7E1EC2-1DD7-4A21-B1AF-22A3412050AA}"/>
              </a:ext>
            </a:extLst>
          </p:cNvPr>
          <p:cNvSpPr>
            <a:spLocks xmlns:a="http://schemas.openxmlformats.org/drawingml/2006/main" noGrp="1"/>
          </p:cNvSpPr>
          <p:nvPr/>
        </p:nvSpPr>
        <p:spPr>
          <a:xfrm xmlns:a="http://schemas.openxmlformats.org/drawingml/2006/main">
            <a:off x="866775" y="3076575"/>
            <a:ext cx="218598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почетна потврда идентитета</a:t>
            </a:r>
          </a:p>
        </p:txBody>
      </p:sp>
      <p:sp>
        <p:nvSpPr>
          <p:cNvPr id="10" name="Rounded Rectangle 9">
            <a:extLst xmlns:a="http://schemas.openxmlformats.org/drawingml/2006/main">
              <a:ext uri="{FF2B5EF4-FFF2-40B4-BE49-F238E27FC236}">
                <a16:creationId xmlns:a16="http://schemas.microsoft.com/office/drawing/2014/main" id="{35F8CB64-F49F-4BF3-BAD7-0986C7F69566}"/>
              </a:ext>
            </a:extLst>
          </p:cNvPr>
          <p:cNvSpPr>
            <a:spLocks xmlns:a="http://schemas.openxmlformats.org/drawingml/2006/main" noGrp="1"/>
          </p:cNvSpPr>
          <p:nvPr/>
        </p:nvSpPr>
        <p:spPr>
          <a:xfrm xmlns:a="http://schemas.openxmlformats.org/drawingml/2006/main">
            <a:off x="3481388" y="2286000"/>
            <a:ext cx="2471738" cy="1257300"/>
          </a:xfrm>
          <a:prstGeom xmlns:a="http://schemas.openxmlformats.org/drawingml/2006/main" prst="roundRect">
            <a:avLst>
              <a:gd name="adj" fmla="val 10606"/>
            </a:avLst>
          </a:prstGeom>
          <a:solidFill xmlns:a="http://schemas.openxmlformats.org/drawingml/2006/main">
            <a:srgbClr val="EDF8FA"/>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1" name="Rectangle 10">
            <a:extLst xmlns:a="http://schemas.openxmlformats.org/drawingml/2006/main">
              <a:ext uri="{FF2B5EF4-FFF2-40B4-BE49-F238E27FC236}">
                <a16:creationId xmlns:a16="http://schemas.microsoft.com/office/drawing/2014/main" id="{B86030AB-A630-403C-9057-E1823510EF1F}"/>
              </a:ext>
            </a:extLst>
          </p:cNvPr>
          <p:cNvSpPr>
            <a:spLocks xmlns:a="http://schemas.openxmlformats.org/drawingml/2006/main" noGrp="1"/>
          </p:cNvSpPr>
          <p:nvPr/>
        </p:nvSpPr>
        <p:spPr>
          <a:xfrm xmlns:a="http://schemas.openxmlformats.org/drawingml/2006/main">
            <a:off x="3624263" y="2400300"/>
            <a:ext cx="2185988"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7018"/>
          </a:bodyPr>
          <a:lstStyle xmlns:a="http://schemas.openxmlformats.org/drawingml/2006/main"/>
          <a:p xmlns:a="http://schemas.openxmlformats.org/drawingml/2006/main">
            <a:pPr algn="l">
              <a:lnSpc>
                <a:spcPct val="102000"/>
              </a:lnSpc>
              <a:buNone/>
              <a:defRPr sz="975" b="1">
                <a:solidFill>
                  <a:srgbClr val="168496"/>
                </a:solidFill>
                <a:latin typeface="Aptos"/>
                <a:ea typeface="Aptos"/>
                <a:cs typeface="Aptos"/>
              </a:defRPr>
            </a:pPr>
            <a:r>
              <a:rPr sz="1200" b="1">
                <a:solidFill>
                  <a:srgbClr val="168496"/>
                </a:solidFill>
                <a:latin typeface="Aptos"/>
                <a:ea typeface="Aptos"/>
                <a:cs typeface="Aptos"/>
              </a:rPr>
              <a:t>02</a:t>
            </a:r>
          </a:p>
        </p:txBody>
      </p:sp>
      <p:sp>
        <p:nvSpPr>
          <p:cNvPr id="12" name="Rectangle 11">
            <a:extLst xmlns:a="http://schemas.openxmlformats.org/drawingml/2006/main">
              <a:ext uri="{FF2B5EF4-FFF2-40B4-BE49-F238E27FC236}">
                <a16:creationId xmlns:a16="http://schemas.microsoft.com/office/drawing/2014/main" id="{BF3D367D-FC08-4BB9-819B-CD9834506F88}"/>
              </a:ext>
            </a:extLst>
          </p:cNvPr>
          <p:cNvSpPr>
            <a:spLocks xmlns:a="http://schemas.openxmlformats.org/drawingml/2006/main" noGrp="1"/>
          </p:cNvSpPr>
          <p:nvPr/>
        </p:nvSpPr>
        <p:spPr>
          <a:xfrm xmlns:a="http://schemas.openxmlformats.org/drawingml/2006/main">
            <a:off x="3614738" y="2686050"/>
            <a:ext cx="220503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Сесија</a:t>
            </a:r>
          </a:p>
        </p:txBody>
      </p:sp>
      <p:sp>
        <p:nvSpPr>
          <p:cNvPr id="13" name="Rectangle 12">
            <a:extLst xmlns:a="http://schemas.openxmlformats.org/drawingml/2006/main">
              <a:ext uri="{FF2B5EF4-FFF2-40B4-BE49-F238E27FC236}">
                <a16:creationId xmlns:a16="http://schemas.microsoft.com/office/drawing/2014/main" id="{0A3E5CB9-5D49-425E-9DA7-B58F9580F4AA}"/>
              </a:ext>
            </a:extLst>
          </p:cNvPr>
          <p:cNvSpPr>
            <a:spLocks xmlns:a="http://schemas.openxmlformats.org/drawingml/2006/main" noGrp="1"/>
          </p:cNvSpPr>
          <p:nvPr/>
        </p:nvSpPr>
        <p:spPr>
          <a:xfrm xmlns:a="http://schemas.openxmlformats.org/drawingml/2006/main">
            <a:off x="3624263" y="3076575"/>
            <a:ext cx="218598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91685"/>
          </a:bodyPr>
          <a:lstStyle xmlns:a="http://schemas.openxmlformats.org/drawingml/2006/main"/>
          <a:p xmlns:a="http://schemas.openxmlformats.org/drawingml/2006/main">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привремени контекст приступа</a:t>
            </a:r>
          </a:p>
        </p:txBody>
      </p:sp>
      <p:sp>
        <p:nvSpPr>
          <p:cNvPr id="14" name="Rounded Rectangle 13">
            <a:extLst xmlns:a="http://schemas.openxmlformats.org/drawingml/2006/main">
              <a:ext uri="{FF2B5EF4-FFF2-40B4-BE49-F238E27FC236}">
                <a16:creationId xmlns:a16="http://schemas.microsoft.com/office/drawing/2014/main" id="{FDB99462-DC7F-4404-8EF8-F99A324D0128}"/>
              </a:ext>
            </a:extLst>
          </p:cNvPr>
          <p:cNvSpPr>
            <a:spLocks xmlns:a="http://schemas.openxmlformats.org/drawingml/2006/main" noGrp="1"/>
          </p:cNvSpPr>
          <p:nvPr/>
        </p:nvSpPr>
        <p:spPr>
          <a:xfrm xmlns:a="http://schemas.openxmlformats.org/drawingml/2006/main">
            <a:off x="6238875" y="2286000"/>
            <a:ext cx="2471738" cy="1257300"/>
          </a:xfrm>
          <a:prstGeom xmlns:a="http://schemas.openxmlformats.org/drawingml/2006/main" prst="roundRect">
            <a:avLst>
              <a:gd name="adj" fmla="val 10606"/>
            </a:avLst>
          </a:prstGeom>
          <a:solidFill xmlns:a="http://schemas.openxmlformats.org/drawingml/2006/main">
            <a:srgbClr val="F7F4F5"/>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5" name="Rectangle 14">
            <a:extLst xmlns:a="http://schemas.openxmlformats.org/drawingml/2006/main">
              <a:ext uri="{FF2B5EF4-FFF2-40B4-BE49-F238E27FC236}">
                <a16:creationId xmlns:a16="http://schemas.microsoft.com/office/drawing/2014/main" id="{34408390-8F3F-4246-B3D1-700A1FFB94DA}"/>
              </a:ext>
            </a:extLst>
          </p:cNvPr>
          <p:cNvSpPr>
            <a:spLocks xmlns:a="http://schemas.openxmlformats.org/drawingml/2006/main" noGrp="1"/>
          </p:cNvSpPr>
          <p:nvPr/>
        </p:nvSpPr>
        <p:spPr>
          <a:xfrm xmlns:a="http://schemas.openxmlformats.org/drawingml/2006/main">
            <a:off x="6381750" y="2400300"/>
            <a:ext cx="2185988"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7018"/>
          </a:bodyPr>
          <a:lstStyle xmlns:a="http://schemas.openxmlformats.org/drawingml/2006/main"/>
          <a:p xmlns:a="http://schemas.openxmlformats.org/drawingml/2006/main">
            <a:pPr algn="l">
              <a:lnSpc>
                <a:spcPct val="102000"/>
              </a:lnSpc>
              <a:buNone/>
              <a:defRPr sz="975" b="1">
                <a:solidFill>
                  <a:srgbClr val="7651D4"/>
                </a:solidFill>
                <a:latin typeface="Aptos"/>
                <a:ea typeface="Aptos"/>
                <a:cs typeface="Aptos"/>
              </a:defRPr>
            </a:pPr>
            <a:r>
              <a:rPr sz="1200" b="1">
                <a:solidFill>
                  <a:srgbClr val="7A2636"/>
                </a:solidFill>
                <a:latin typeface="Aptos"/>
                <a:ea typeface="Aptos"/>
                <a:cs typeface="Aptos"/>
              </a:rPr>
              <a:t>03</a:t>
            </a:r>
          </a:p>
        </p:txBody>
      </p:sp>
      <p:sp>
        <p:nvSpPr>
          <p:cNvPr id="16" name="Rectangle 15">
            <a:extLst xmlns:a="http://schemas.openxmlformats.org/drawingml/2006/main">
              <a:ext uri="{FF2B5EF4-FFF2-40B4-BE49-F238E27FC236}">
                <a16:creationId xmlns:a16="http://schemas.microsoft.com/office/drawing/2014/main" id="{1D230603-7E70-48D0-AAC4-8EE7462810C4}"/>
              </a:ext>
            </a:extLst>
          </p:cNvPr>
          <p:cNvSpPr>
            <a:spLocks xmlns:a="http://schemas.openxmlformats.org/drawingml/2006/main" noGrp="1"/>
          </p:cNvSpPr>
          <p:nvPr/>
        </p:nvSpPr>
        <p:spPr>
          <a:xfrm xmlns:a="http://schemas.openxmlformats.org/drawingml/2006/main">
            <a:off x="6372225" y="2686050"/>
            <a:ext cx="220503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Додатна потврда</a:t>
            </a:r>
          </a:p>
        </p:txBody>
      </p:sp>
      <p:sp>
        <p:nvSpPr>
          <p:cNvPr id="17" name="Rectangle 16">
            <a:extLst xmlns:a="http://schemas.openxmlformats.org/drawingml/2006/main">
              <a:ext uri="{FF2B5EF4-FFF2-40B4-BE49-F238E27FC236}">
                <a16:creationId xmlns:a16="http://schemas.microsoft.com/office/drawing/2014/main" id="{6D7BF5B8-A092-4275-A1E5-36991B1B6EDC}"/>
              </a:ext>
            </a:extLst>
          </p:cNvPr>
          <p:cNvSpPr>
            <a:spLocks xmlns:a="http://schemas.openxmlformats.org/drawingml/2006/main" noGrp="1"/>
          </p:cNvSpPr>
          <p:nvPr/>
        </p:nvSpPr>
        <p:spPr>
          <a:xfrm xmlns:a="http://schemas.openxmlformats.org/drawingml/2006/main">
            <a:off x="6381750" y="3076575"/>
            <a:ext cx="218598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за ризичну радњу</a:t>
            </a:r>
          </a:p>
        </p:txBody>
      </p:sp>
      <p:sp>
        <p:nvSpPr>
          <p:cNvPr id="18" name="Rounded Rectangle 17">
            <a:extLst xmlns:a="http://schemas.openxmlformats.org/drawingml/2006/main">
              <a:ext uri="{FF2B5EF4-FFF2-40B4-BE49-F238E27FC236}">
                <a16:creationId xmlns:a16="http://schemas.microsoft.com/office/drawing/2014/main" id="{67371333-FE0F-450A-B1D9-7CA604E4EA71}"/>
              </a:ext>
            </a:extLst>
          </p:cNvPr>
          <p:cNvSpPr>
            <a:spLocks xmlns:a="http://schemas.openxmlformats.org/drawingml/2006/main" noGrp="1"/>
          </p:cNvSpPr>
          <p:nvPr/>
        </p:nvSpPr>
        <p:spPr>
          <a:xfrm xmlns:a="http://schemas.openxmlformats.org/drawingml/2006/main">
            <a:off x="8996363" y="2286000"/>
            <a:ext cx="2471738" cy="1257300"/>
          </a:xfrm>
          <a:prstGeom xmlns:a="http://schemas.openxmlformats.org/drawingml/2006/main" prst="roundRect">
            <a:avLst>
              <a:gd name="adj" fmla="val 10606"/>
            </a:avLst>
          </a:prstGeom>
          <a:solidFill xmlns:a="http://schemas.openxmlformats.org/drawingml/2006/main">
            <a:srgbClr val="EDF8F2"/>
          </a:solidFill>
          <a:ln xmlns:a="http://schemas.openxmlformats.org/drawingml/2006/main" w="9525">
            <a:solidFill>
              <a:srgbClr val="D7DEE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9" name="Rectangle 18">
            <a:extLst xmlns:a="http://schemas.openxmlformats.org/drawingml/2006/main">
              <a:ext uri="{FF2B5EF4-FFF2-40B4-BE49-F238E27FC236}">
                <a16:creationId xmlns:a16="http://schemas.microsoft.com/office/drawing/2014/main" id="{CA30B2EF-0610-4C91-B9AF-4C04391F840A}"/>
              </a:ext>
            </a:extLst>
          </p:cNvPr>
          <p:cNvSpPr>
            <a:spLocks xmlns:a="http://schemas.openxmlformats.org/drawingml/2006/main" noGrp="1"/>
          </p:cNvSpPr>
          <p:nvPr/>
        </p:nvSpPr>
        <p:spPr>
          <a:xfrm xmlns:a="http://schemas.openxmlformats.org/drawingml/2006/main">
            <a:off x="9139238" y="2400300"/>
            <a:ext cx="2185988" cy="180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rmAutofit fontScale="97018"/>
          </a:bodyPr>
          <a:lstStyle xmlns:a="http://schemas.openxmlformats.org/drawingml/2006/main"/>
          <a:p xmlns:a="http://schemas.openxmlformats.org/drawingml/2006/main">
            <a:pPr algn="l">
              <a:lnSpc>
                <a:spcPct val="102000"/>
              </a:lnSpc>
              <a:buNone/>
              <a:defRPr sz="975" b="1">
                <a:solidFill>
                  <a:srgbClr val="138A5B"/>
                </a:solidFill>
                <a:latin typeface="Aptos"/>
                <a:ea typeface="Aptos"/>
                <a:cs typeface="Aptos"/>
              </a:defRPr>
            </a:pPr>
            <a:r>
              <a:rPr sz="1200" b="1">
                <a:solidFill>
                  <a:srgbClr val="138A5B"/>
                </a:solidFill>
                <a:latin typeface="Aptos"/>
                <a:ea typeface="Aptos"/>
                <a:cs typeface="Aptos"/>
              </a:rPr>
              <a:t>04</a:t>
            </a:r>
          </a:p>
        </p:txBody>
      </p:sp>
      <p:sp>
        <p:nvSpPr>
          <p:cNvPr id="20" name="Rectangle 19">
            <a:extLst xmlns:a="http://schemas.openxmlformats.org/drawingml/2006/main">
              <a:ext uri="{FF2B5EF4-FFF2-40B4-BE49-F238E27FC236}">
                <a16:creationId xmlns:a16="http://schemas.microsoft.com/office/drawing/2014/main" id="{93E146FE-64C5-4F65-B72D-8A89156CBB3B}"/>
              </a:ext>
            </a:extLst>
          </p:cNvPr>
          <p:cNvSpPr>
            <a:spLocks xmlns:a="http://schemas.openxmlformats.org/drawingml/2006/main" noGrp="1"/>
          </p:cNvSpPr>
          <p:nvPr/>
        </p:nvSpPr>
        <p:spPr>
          <a:xfrm xmlns:a="http://schemas.openxmlformats.org/drawingml/2006/main">
            <a:off x="9129713" y="2686050"/>
            <a:ext cx="220503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500" b="1">
                <a:solidFill>
                  <a:srgbClr val="1A202C"/>
                </a:solidFill>
                <a:latin typeface="Aptos"/>
                <a:ea typeface="Aptos"/>
                <a:cs typeface="Aptos"/>
              </a:defRPr>
            </a:pPr>
            <a:r>
              <a:rPr sz="1500" b="1">
                <a:solidFill>
                  <a:srgbClr val="1A202C"/>
                </a:solidFill>
                <a:latin typeface="Aptos"/>
                <a:ea typeface="Aptos"/>
                <a:cs typeface="Aptos"/>
              </a:rPr>
              <a:t>Истек или опозив</a:t>
            </a:r>
          </a:p>
        </p:txBody>
      </p:sp>
      <p:sp>
        <p:nvSpPr>
          <p:cNvPr id="21" name="Rectangle 20">
            <a:extLst xmlns:a="http://schemas.openxmlformats.org/drawingml/2006/main">
              <a:ext uri="{FF2B5EF4-FFF2-40B4-BE49-F238E27FC236}">
                <a16:creationId xmlns:a16="http://schemas.microsoft.com/office/drawing/2014/main" id="{A6E60685-7DF9-4DC5-AB4F-F0A7C14D287C}"/>
              </a:ext>
            </a:extLst>
          </p:cNvPr>
          <p:cNvSpPr>
            <a:spLocks xmlns:a="http://schemas.openxmlformats.org/drawingml/2006/main" noGrp="1"/>
          </p:cNvSpPr>
          <p:nvPr/>
        </p:nvSpPr>
        <p:spPr>
          <a:xfrm xmlns:a="http://schemas.openxmlformats.org/drawingml/2006/main">
            <a:off x="9139238" y="3076575"/>
            <a:ext cx="2185988"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lgn="ctr">
              <a:lnSpc>
                <a:spcPct val="102000"/>
              </a:lnSpc>
              <a:buNone/>
              <a:defRPr sz="1125" b="0">
                <a:solidFill>
                  <a:srgbClr val="657184"/>
                </a:solidFill>
                <a:latin typeface="Aptos"/>
                <a:ea typeface="Aptos"/>
                <a:cs typeface="Aptos"/>
              </a:defRPr>
            </a:pPr>
            <a:r>
              <a:rPr sz="1275" b="0">
                <a:solidFill>
                  <a:srgbClr val="657184"/>
                </a:solidFill>
                <a:latin typeface="Aptos"/>
                <a:ea typeface="Aptos"/>
                <a:cs typeface="Aptos"/>
              </a:rPr>
              <a:t>прекид важења приступа</a:t>
            </a:r>
          </a:p>
        </p:txBody>
      </p:sp>
      <p:cxnSp>
        <p:nvCxnSpPr>
          <p:cNvPr id="223" name="Straight Arrow Connector 126"/>
          <p:cNvCxnSpPr>
            <a:stCxn xmlns:a="http://schemas.openxmlformats.org/drawingml/2006/main" id="6" idx="3"/>
            <a:endCxn xmlns:a="http://schemas.openxmlformats.org/drawingml/2006/main" id="10" idx="1"/>
          </p:cNvCxnSpPr>
          <p:nvPr/>
        </p:nvCxnSpPr>
        <p:spPr>
          <a:xfrm xmlns:a="http://schemas.openxmlformats.org/drawingml/2006/main">
            <a:off x="3195638" y="2914650"/>
            <a:ext cx="285750" cy="0"/>
          </a:xfrm>
          <a:prstGeom xmlns:a="http://schemas.openxmlformats.org/drawingml/2006/main" prst="straightConnector1">
            <a:avLst/>
          </a:prstGeom>
          <a:ln xmlns:a="http://schemas.openxmlformats.org/drawingml/2006/main" w="13335">
            <a:solidFill>
              <a:srgbClr val="748092"/>
            </a:solidFill>
            <a:prstDash val="solid"/>
            <a:tailEnd type="arrow" w="sm" len="sm"/>
          </a:ln>
        </p:spPr>
      </p:cxnSp>
      <p:cxnSp>
        <p:nvCxnSpPr>
          <p:cNvPr id="224" name="Straight Arrow Connector 127"/>
          <p:cNvCxnSpPr>
            <a:stCxn xmlns:a="http://schemas.openxmlformats.org/drawingml/2006/main" id="10" idx="3"/>
            <a:endCxn xmlns:a="http://schemas.openxmlformats.org/drawingml/2006/main" id="14" idx="1"/>
          </p:cNvCxnSpPr>
          <p:nvPr/>
        </p:nvCxnSpPr>
        <p:spPr>
          <a:xfrm xmlns:a="http://schemas.openxmlformats.org/drawingml/2006/main">
            <a:off x="5953126" y="2914650"/>
            <a:ext cx="285749" cy="0"/>
          </a:xfrm>
          <a:prstGeom xmlns:a="http://schemas.openxmlformats.org/drawingml/2006/main" prst="straightConnector1">
            <a:avLst/>
          </a:prstGeom>
          <a:ln xmlns:a="http://schemas.openxmlformats.org/drawingml/2006/main" w="13335">
            <a:solidFill>
              <a:srgbClr val="748092"/>
            </a:solidFill>
            <a:prstDash val="solid"/>
            <a:tailEnd type="arrow" w="sm" len="sm"/>
          </a:ln>
        </p:spPr>
      </p:cxnSp>
      <p:cxnSp>
        <p:nvCxnSpPr>
          <p:cNvPr id="225" name="Straight Arrow Connector 128"/>
          <p:cNvCxnSpPr>
            <a:stCxn xmlns:a="http://schemas.openxmlformats.org/drawingml/2006/main" id="14" idx="3"/>
            <a:endCxn xmlns:a="http://schemas.openxmlformats.org/drawingml/2006/main" id="18" idx="1"/>
          </p:cNvCxnSpPr>
          <p:nvPr/>
        </p:nvCxnSpPr>
        <p:spPr>
          <a:xfrm xmlns:a="http://schemas.openxmlformats.org/drawingml/2006/main">
            <a:off x="8710613" y="2914650"/>
            <a:ext cx="285750" cy="0"/>
          </a:xfrm>
          <a:prstGeom xmlns:a="http://schemas.openxmlformats.org/drawingml/2006/main" prst="straightConnector1">
            <a:avLst/>
          </a:prstGeom>
          <a:ln xmlns:a="http://schemas.openxmlformats.org/drawingml/2006/main" w="13335">
            <a:solidFill>
              <a:srgbClr val="748092"/>
            </a:solidFill>
            <a:prstDash val="solid"/>
            <a:tailEnd type="arrow" w="sm" len="sm"/>
          </a:ln>
        </p:spPr>
      </p:cxnSp>
      <p:sp>
        <p:nvSpPr>
          <p:cNvPr id="25" name="Rounded Rectangle 24">
            <a:extLst xmlns:a="http://schemas.openxmlformats.org/drawingml/2006/main">
              <a:ext uri="{FF2B5EF4-FFF2-40B4-BE49-F238E27FC236}">
                <a16:creationId xmlns:a16="http://schemas.microsoft.com/office/drawing/2014/main" id="{8FB99EE3-F062-4AA5-8D8F-B8B9BE2ADBAB}"/>
              </a:ext>
            </a:extLst>
          </p:cNvPr>
          <p:cNvSpPr>
            <a:spLocks xmlns:a="http://schemas.openxmlformats.org/drawingml/2006/main" noGrp="1"/>
          </p:cNvSpPr>
          <p:nvPr/>
        </p:nvSpPr>
        <p:spPr>
          <a:xfrm xmlns:a="http://schemas.openxmlformats.org/drawingml/2006/main">
            <a:off x="1428750" y="4114800"/>
            <a:ext cx="9334500" cy="895350"/>
          </a:xfrm>
          <a:prstGeom xmlns:a="http://schemas.openxmlformats.org/drawingml/2006/main" prst="roundRect">
            <a:avLst>
              <a:gd name="adj" fmla="val 13830"/>
            </a:avLst>
          </a:prstGeom>
          <a:solidFill xmlns:a="http://schemas.openxmlformats.org/drawingml/2006/main">
            <a:srgbClr val="F7EFF1"/>
          </a:solidFill>
          <a:ln xmlns:a="http://schemas.openxmlformats.org/drawingml/2006/main" w="9525">
            <a:solidFill>
              <a:srgbClr val="D7DEE8"/>
            </a:solidFill>
            <a:prstDash val="solid"/>
          </a:ln>
        </p:spPr>
      </p:sp>
      <p:sp>
        <p:nvSpPr>
          <p:cNvPr id="26" name="Rounded Rectangle 25">
            <a:extLst xmlns:a="http://schemas.openxmlformats.org/drawingml/2006/main">
              <a:ext uri="{FF2B5EF4-FFF2-40B4-BE49-F238E27FC236}">
                <a16:creationId xmlns:a16="http://schemas.microsoft.com/office/drawing/2014/main" id="{8F554B0D-D01D-417C-A6B4-E93E75B47049}"/>
              </a:ext>
            </a:extLst>
          </p:cNvPr>
          <p:cNvSpPr>
            <a:spLocks xmlns:a="http://schemas.openxmlformats.org/drawingml/2006/main" noGrp="1"/>
          </p:cNvSpPr>
          <p:nvPr/>
        </p:nvSpPr>
        <p:spPr>
          <a:xfrm xmlns:a="http://schemas.openxmlformats.org/drawingml/2006/main">
            <a:off x="1562100" y="4257675"/>
            <a:ext cx="57150" cy="609600"/>
          </a:xfrm>
          <a:prstGeom xmlns:a="http://schemas.openxmlformats.org/drawingml/2006/main" prst="roundRect">
            <a:avLst>
              <a:gd name="adj" fmla="val 50000"/>
            </a:avLst>
          </a:prstGeom>
          <a:solidFill xmlns:a="http://schemas.openxmlformats.org/drawingml/2006/main">
            <a:srgbClr val="7A2636"/>
          </a:solidFill>
          <a:ln xmlns:a="http://schemas.openxmlformats.org/drawingml/2006/main" w="0">
            <a:noFill/>
          </a:ln>
        </p:spPr>
      </p:sp>
      <p:sp>
        <p:nvSpPr>
          <p:cNvPr id="77" name="Rounded Rectangle 76">
            <a:extLst xmlns:a="http://schemas.openxmlformats.org/drawingml/2006/main">
              <a:ext uri="{FF2B5EF4-FFF2-40B4-BE49-F238E27FC236}">
                <a16:creationId xmlns:a16="http://schemas.microsoft.com/office/drawing/2014/main" id="{8D0E39FC-69BD-4A4A-8CA1-5C8F2511ECDC}"/>
              </a:ext>
            </a:extLst>
          </p:cNvPr>
          <p:cNvSpPr>
            <a:spLocks xmlns:a="http://schemas.openxmlformats.org/drawingml/2006/main" noGrp="1"/>
          </p:cNvSpPr>
          <p:nvPr/>
        </p:nvSpPr>
        <p:spPr>
          <a:xfrm xmlns:a="http://schemas.openxmlformats.org/drawingml/2006/main">
            <a:off x="914400" y="4095750"/>
            <a:ext cx="10363200" cy="1333491"/>
          </a:xfrm>
          <a:prstGeom xmlns:a="http://schemas.openxmlformats.org/drawingml/2006/main" prst="roundRect">
            <a:avLst>
              <a:gd name="adj" fmla="val 8046"/>
            </a:avLst>
          </a:prstGeom>
          <a:solidFill xmlns:a="http://schemas.openxmlformats.org/drawingml/2006/main">
            <a:srgbClr val="F7EFF1"/>
          </a:solidFill>
          <a:ln xmlns:a="http://schemas.openxmlformats.org/drawingml/2006/main" w="8573">
            <a:solidFill>
              <a:srgbClr val="DBC7CC"/>
            </a:solidFill>
            <a:prstDash val="solid"/>
          </a:ln>
        </p:spPr>
      </p:sp>
      <p:sp>
        <p:nvSpPr>
          <p:cNvPr id="78" name="Rounded Rectangle 77">
            <a:extLst xmlns:a="http://schemas.openxmlformats.org/drawingml/2006/main">
              <a:ext uri="{FF2B5EF4-FFF2-40B4-BE49-F238E27FC236}">
                <a16:creationId xmlns:a16="http://schemas.microsoft.com/office/drawing/2014/main" id="{BA289F6A-2813-4E5B-A1B6-0A095BEDABCB}"/>
              </a:ext>
            </a:extLst>
          </p:cNvPr>
          <p:cNvSpPr>
            <a:spLocks xmlns:a="http://schemas.openxmlformats.org/drawingml/2006/main" noGrp="1"/>
          </p:cNvSpPr>
          <p:nvPr/>
        </p:nvSpPr>
        <p:spPr>
          <a:xfrm xmlns:a="http://schemas.openxmlformats.org/drawingml/2006/main">
            <a:off x="1085850" y="4248150"/>
            <a:ext cx="45719" cy="938213"/>
          </a:xfrm>
          <a:prstGeom xmlns:a="http://schemas.openxmlformats.org/drawingml/2006/main" prst="roundRect">
            <a:avLst>
              <a:gd name="adj" fmla="val 50000"/>
            </a:avLst>
          </a:prstGeom>
          <a:solidFill xmlns:a="http://schemas.openxmlformats.org/drawingml/2006/main">
            <a:srgbClr val="7A2636"/>
          </a:solidFill>
          <a:ln xmlns:a="http://schemas.openxmlformats.org/drawingml/2006/main" w="0">
            <a:noFill/>
          </a:ln>
        </p:spPr>
      </p:sp>
      <p:sp>
        <p:nvSpPr>
          <p:cNvPr id="79" name="Rectangle 78">
            <a:extLst xmlns:a="http://schemas.openxmlformats.org/drawingml/2006/main">
              <a:ext uri="{FF2B5EF4-FFF2-40B4-BE49-F238E27FC236}">
                <a16:creationId xmlns:a16="http://schemas.microsoft.com/office/drawing/2014/main" id="{9B1083C5-2F9C-4D22-8214-91E598D70B41}"/>
              </a:ext>
            </a:extLst>
          </p:cNvPr>
          <p:cNvSpPr>
            <a:spLocks xmlns:a="http://schemas.openxmlformats.org/drawingml/2006/main" noGrp="1"/>
          </p:cNvSpPr>
          <p:nvPr/>
        </p:nvSpPr>
        <p:spPr>
          <a:xfrm xmlns:a="http://schemas.openxmlformats.org/drawingml/2006/main">
            <a:off x="1333500" y="4200525"/>
            <a:ext cx="9639300" cy="190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oAutofit/>
          </a:bodyPr>
          <a:lstStyle xmlns:a="http://schemas.openxmlformats.org/drawingml/2006/main"/>
          <a:p xmlns:a="http://schemas.openxmlformats.org/drawingml/2006/main">
            <a:pPr>
              <a:buNone/>
              <a:defRPr sz="1013" b="1">
                <a:solidFill>
                  <a:srgbClr val="2854D7"/>
                </a:solidFill>
                <a:latin typeface="Aptos"/>
                <a:ea typeface="Aptos"/>
                <a:cs typeface="Aptos"/>
              </a:defRPr>
            </a:pPr>
            <a:r>
              <a:rPr sz="1200" b="1">
                <a:solidFill>
                  <a:srgbClr val="7A2636"/>
                </a:solidFill>
                <a:latin typeface="Aptos"/>
                <a:ea typeface="Aptos"/>
                <a:cs typeface="Aptos"/>
              </a:rPr>
              <a:t>ПИТАЊЕ ЗА ПРОВЕРУ</a:t>
            </a:r>
          </a:p>
        </p:txBody>
      </p:sp>
      <p:sp>
        <p:nvSpPr>
          <p:cNvPr id="80" name="Rectangle 79">
            <a:extLst xmlns:a="http://schemas.openxmlformats.org/drawingml/2006/main">
              <a:ext uri="{FF2B5EF4-FFF2-40B4-BE49-F238E27FC236}">
                <a16:creationId xmlns:a16="http://schemas.microsoft.com/office/drawing/2014/main" id="{4F833C71-FA59-4325-BF07-9BF3AB74826F}"/>
              </a:ext>
            </a:extLst>
          </p:cNvPr>
          <p:cNvSpPr>
            <a:spLocks xmlns:a="http://schemas.openxmlformats.org/drawingml/2006/main" noGrp="1"/>
          </p:cNvSpPr>
          <p:nvPr/>
        </p:nvSpPr>
        <p:spPr>
          <a:xfrm xmlns:a="http://schemas.openxmlformats.org/drawingml/2006/main">
            <a:off x="1333500" y="4429125"/>
            <a:ext cx="9639300" cy="371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a:bodyPr>
          <a:lstStyle xmlns:a="http://schemas.openxmlformats.org/drawingml/2006/main"/>
          <a:p xmlns:a="http://schemas.openxmlformats.org/drawingml/2006/main">
            <a:pPr>
              <a:buNone/>
              <a:defRPr sz="1388" b="1">
                <a:solidFill>
                  <a:srgbClr val="1B2432"/>
                </a:solidFill>
                <a:latin typeface="Aptos"/>
                <a:ea typeface="Aptos"/>
                <a:cs typeface="Aptos"/>
              </a:defRPr>
            </a:pPr>
            <a:r>
              <a:rPr sz="1388" b="1">
                <a:solidFill>
                  <a:srgbClr val="1B2432"/>
                </a:solidFill>
                <a:latin typeface="Aptos"/>
                <a:ea typeface="Aptos"/>
                <a:cs typeface="Aptos"/>
              </a:rPr>
              <a:t>Која радња заслужује додатну потврду идентитета и који догађај би требало да опозове постојећу сесију?</a:t>
            </a:r>
          </a:p>
        </p:txBody>
      </p:sp>
      <p:sp>
        <p:nvSpPr>
          <p:cNvPr id="81" name="Rectangle 80">
            <a:extLst xmlns:a="http://schemas.openxmlformats.org/drawingml/2006/main">
              <a:ext uri="{FF2B5EF4-FFF2-40B4-BE49-F238E27FC236}">
                <a16:creationId xmlns:a16="http://schemas.microsoft.com/office/drawing/2014/main" id="{07865435-C56B-4D38-8969-9F21ADEB4CA2}"/>
              </a:ext>
            </a:extLst>
          </p:cNvPr>
          <p:cNvSpPr>
            <a:spLocks xmlns:a="http://schemas.openxmlformats.org/drawingml/2006/main" noGrp="1"/>
          </p:cNvSpPr>
          <p:nvPr/>
        </p:nvSpPr>
        <p:spPr>
          <a:xfrm xmlns:a="http://schemas.openxmlformats.org/drawingml/2006/main">
            <a:off x="1314450" y="4900613"/>
            <a:ext cx="96393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ctr">
            <a:normAutofit fontScale="100000"/>
          </a:bodyPr>
          <a:lstStyle xmlns:a="http://schemas.openxmlformats.org/drawingml/2006/main"/>
          <a:p xmlns:a="http://schemas.openxmlformats.org/drawingml/2006/main">
            <a:pPr>
              <a:buNone/>
              <a:defRPr sz="1275" b="0">
                <a:solidFill>
                  <a:srgbClr val="52637B"/>
                </a:solidFill>
                <a:latin typeface="Aptos"/>
                <a:ea typeface="Aptos"/>
                <a:cs typeface="Aptos"/>
              </a:defRPr>
            </a:pPr>
            <a:r>
              <a:rPr sz="1275" b="0">
                <a:solidFill>
                  <a:srgbClr val="52637B"/>
                </a:solidFill>
                <a:latin typeface="Aptos"/>
                <a:ea typeface="Aptos"/>
                <a:cs typeface="Aptos"/>
              </a:rPr>
              <a:t>Пројектна примена: применити исти модел на једну реалну границу у сопственом пројекту.</a:t>
            </a:r>
          </a:p>
        </p:txBody>
      </p:sp>
    </p:spTree>
    <p:extLst>
      <p:ext uri="{BB962C8B-B14F-4D97-AF65-F5344CB8AC3E}">
        <p14:creationId xmlns:p14="http://schemas.microsoft.com/office/powerpoint/2010/main" val="41676071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
          <a:effectLst>
            <a:outerShdw blurRad="19050" dist="9525" dir="5400000">
              <a:srgbClr val="000000">
                <a:alpha val="8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2026-09-29T19:08:36.5280000Z</dcterms:created>
  <dcterms:modified xsi:type="dcterms:W3CDTF">2026-09-29T19:08:36.5280000Z</dcterms:modified>
</coreProperties>
</file>