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288975c3364a7e" /><Relationship Type="http://schemas.openxmlformats.org/officeDocument/2006/relationships/extended-properties" Target="/docProps/app.xml" Id="R5e0aa208ee194b26" /><Relationship Type="http://schemas.openxmlformats.org/officeDocument/2006/relationships/officeDocument" Target="/ppt/presentation.xml" Id="R4b7ebb090a174478" /></Relationships>
</file>

<file path=ppt/presentation.xml><?xml version="1.0" encoding="utf-8"?>
<p:presentation xmlns:p="http://schemas.openxmlformats.org/presentationml/2006/main">
  <p:sldMasterIdLst>
    <p:sldMasterId xmlns:r="http://schemas.openxmlformats.org/officeDocument/2006/relationships" id="2147483648" r:id="R86090e7bf6d3406d"/>
  </p:sldMasterIdLst>
  <p:notesMasterIdLst>
    <p:notesMasterId xmlns:r="http://schemas.openxmlformats.org/officeDocument/2006/relationships" r:id="R6b8280dba9ea45d8"/>
  </p:notesMasterIdLst>
  <p:sldIdLst>
    <p:sldId xmlns:r="http://schemas.openxmlformats.org/officeDocument/2006/relationships" id="256" r:id="R425f654c965745d6"/>
    <p:sldId xmlns:r="http://schemas.openxmlformats.org/officeDocument/2006/relationships" id="257" r:id="Rbadadc8450104934"/>
    <p:sldId xmlns:r="http://schemas.openxmlformats.org/officeDocument/2006/relationships" id="258" r:id="Ra89601febd2b4459"/>
    <p:sldId xmlns:r="http://schemas.openxmlformats.org/officeDocument/2006/relationships" id="259" r:id="R76031cd3f2a54798"/>
    <p:sldId xmlns:r="http://schemas.openxmlformats.org/officeDocument/2006/relationships" id="260" r:id="R16e2c2207fc946a7"/>
    <p:sldId xmlns:r="http://schemas.openxmlformats.org/officeDocument/2006/relationships" id="261" r:id="R4cf1d1897a8643b6"/>
    <p:sldId xmlns:r="http://schemas.openxmlformats.org/officeDocument/2006/relationships" id="262" r:id="R13eccdc40d614ca0"/>
    <p:sldId xmlns:r="http://schemas.openxmlformats.org/officeDocument/2006/relationships" id="263" r:id="Ref446554ccf5437b"/>
    <p:sldId xmlns:r="http://schemas.openxmlformats.org/officeDocument/2006/relationships" id="264" r:id="R4f147b6f0a2c4d02"/>
    <p:sldId xmlns:r="http://schemas.openxmlformats.org/officeDocument/2006/relationships" id="265" r:id="Reb6b31107062478d"/>
    <p:sldId xmlns:r="http://schemas.openxmlformats.org/officeDocument/2006/relationships" id="266" r:id="R9254221782bf43a3"/>
    <p:sldId xmlns:r="http://schemas.openxmlformats.org/officeDocument/2006/relationships" id="267" r:id="R9269230a27ea4a8b"/>
    <p:sldId xmlns:r="http://schemas.openxmlformats.org/officeDocument/2006/relationships" id="268" r:id="R959cf21f8c634f88"/>
    <p:sldId xmlns:r="http://schemas.openxmlformats.org/officeDocument/2006/relationships" id="269" r:id="R4d92508290e84883"/>
    <p:sldId xmlns:r="http://schemas.openxmlformats.org/officeDocument/2006/relationships" id="270" r:id="R5f9d904b1e5c4d74"/>
    <p:sldId xmlns:r="http://schemas.openxmlformats.org/officeDocument/2006/relationships" id="271" r:id="R890bf27b75434f54"/>
    <p:sldId xmlns:r="http://schemas.openxmlformats.org/officeDocument/2006/relationships" id="272" r:id="R455bd662d6e14521"/>
    <p:sldId xmlns:r="http://schemas.openxmlformats.org/officeDocument/2006/relationships" id="273" r:id="R7b424378d0044358"/>
    <p:sldId xmlns:r="http://schemas.openxmlformats.org/officeDocument/2006/relationships" id="274" r:id="R47b15e323de8494a"/>
    <p:sldId xmlns:r="http://schemas.openxmlformats.org/officeDocument/2006/relationships" id="275" r:id="R4af3ddfee5f244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16b12f6f2314b45" /><Relationship Type="http://schemas.openxmlformats.org/officeDocument/2006/relationships/slideMaster" Target="/ppt/slideMasters/slideMaster1.xml" Id="R86090e7bf6d3406d" /><Relationship Type="http://schemas.openxmlformats.org/officeDocument/2006/relationships/notesMaster" Target="/ppt/notesMasters/notesMaster1.xml" Id="R6b8280dba9ea45d8" /><Relationship Type="http://schemas.openxmlformats.org/officeDocument/2006/relationships/presProps" Target="/ppt/presProps.xml" Id="Rb80c48c1008c45a3" /><Relationship Type="http://schemas.openxmlformats.org/officeDocument/2006/relationships/viewProps" Target="/ppt/viewProps.xml" Id="R3ede50f20e264c44" /><Relationship Type="http://schemas.openxmlformats.org/officeDocument/2006/relationships/tableStyles" Target="/ppt/tableStyles.xml" Id="Ra42bcb890c484328" /><Relationship Type="http://schemas.openxmlformats.org/officeDocument/2006/relationships/slide" Target="/ppt/slides/slide1.xml" Id="R425f654c965745d6" /><Relationship Type="http://schemas.openxmlformats.org/officeDocument/2006/relationships/slide" Target="/ppt/slides/slide2.xml" Id="Rbadadc8450104934" /><Relationship Type="http://schemas.openxmlformats.org/officeDocument/2006/relationships/slide" Target="/ppt/slides/slide3.xml" Id="Ra89601febd2b4459" /><Relationship Type="http://schemas.openxmlformats.org/officeDocument/2006/relationships/slide" Target="/ppt/slides/slide4.xml" Id="R76031cd3f2a54798" /><Relationship Type="http://schemas.openxmlformats.org/officeDocument/2006/relationships/slide" Target="/ppt/slides/slide5.xml" Id="R16e2c2207fc946a7" /><Relationship Type="http://schemas.openxmlformats.org/officeDocument/2006/relationships/slide" Target="/ppt/slides/slide6.xml" Id="R4cf1d1897a8643b6" /><Relationship Type="http://schemas.openxmlformats.org/officeDocument/2006/relationships/slide" Target="/ppt/slides/slide7.xml" Id="R13eccdc40d614ca0" /><Relationship Type="http://schemas.openxmlformats.org/officeDocument/2006/relationships/slide" Target="/ppt/slides/slide8.xml" Id="Ref446554ccf5437b" /><Relationship Type="http://schemas.openxmlformats.org/officeDocument/2006/relationships/slide" Target="/ppt/slides/slide9.xml" Id="R4f147b6f0a2c4d02" /><Relationship Type="http://schemas.openxmlformats.org/officeDocument/2006/relationships/slide" Target="/ppt/slides/slide10.xml" Id="Reb6b31107062478d" /><Relationship Type="http://schemas.openxmlformats.org/officeDocument/2006/relationships/slide" Target="/ppt/slides/slide11.xml" Id="R9254221782bf43a3" /><Relationship Type="http://schemas.openxmlformats.org/officeDocument/2006/relationships/slide" Target="/ppt/slides/slide12.xml" Id="R9269230a27ea4a8b" /><Relationship Type="http://schemas.openxmlformats.org/officeDocument/2006/relationships/slide" Target="/ppt/slides/slide13.xml" Id="R959cf21f8c634f88" /><Relationship Type="http://schemas.openxmlformats.org/officeDocument/2006/relationships/slide" Target="/ppt/slides/slide14.xml" Id="R4d92508290e84883" /><Relationship Type="http://schemas.openxmlformats.org/officeDocument/2006/relationships/slide" Target="/ppt/slides/slide15.xml" Id="R5f9d904b1e5c4d74" /><Relationship Type="http://schemas.openxmlformats.org/officeDocument/2006/relationships/slide" Target="/ppt/slides/slide16.xml" Id="R890bf27b75434f54" /><Relationship Type="http://schemas.openxmlformats.org/officeDocument/2006/relationships/slide" Target="/ppt/slides/slide17.xml" Id="R455bd662d6e14521" /><Relationship Type="http://schemas.openxmlformats.org/officeDocument/2006/relationships/slide" Target="/ppt/slides/slide18.xml" Id="R7b424378d0044358" /><Relationship Type="http://schemas.openxmlformats.org/officeDocument/2006/relationships/slide" Target="/ppt/slides/slide19.xml" Id="R47b15e323de8494a" /><Relationship Type="http://schemas.openxmlformats.org/officeDocument/2006/relationships/slide" Target="/ppt/slides/slide20.xml" Id="R4af3ddfee5f244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6aad0ed5aa43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4a13953834856" /><Relationship Type="http://schemas.openxmlformats.org/officeDocument/2006/relationships/notesMaster" Target="/ppt/notesMasters/notesMaster1.xml" Id="Rffe93b4d6f4c4f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b9ebaa51094410" /><Relationship Type="http://schemas.openxmlformats.org/officeDocument/2006/relationships/notesMaster" Target="/ppt/notesMasters/notesMaster1.xml" Id="R4dea0e4c7351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b627e977a24fe2" /><Relationship Type="http://schemas.openxmlformats.org/officeDocument/2006/relationships/notesMaster" Target="/ppt/notesMasters/notesMaster1.xml" Id="R4ffdda831af845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e20fcb6d87498b" /><Relationship Type="http://schemas.openxmlformats.org/officeDocument/2006/relationships/notesMaster" Target="/ppt/notesMasters/notesMaster1.xml" Id="Rce9cecb8561c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dafee89cb64b4b" /><Relationship Type="http://schemas.openxmlformats.org/officeDocument/2006/relationships/notesMaster" Target="/ppt/notesMasters/notesMaster1.xml" Id="Re014321c5f2446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37793339374401" /><Relationship Type="http://schemas.openxmlformats.org/officeDocument/2006/relationships/notesMaster" Target="/ppt/notesMasters/notesMaster1.xml" Id="R2d67f1a9bfbe41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f49251910d4f6b" /><Relationship Type="http://schemas.openxmlformats.org/officeDocument/2006/relationships/notesMaster" Target="/ppt/notesMasters/notesMaster1.xml" Id="R385fa1a490fe42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c185a307ef4300" /><Relationship Type="http://schemas.openxmlformats.org/officeDocument/2006/relationships/notesMaster" Target="/ppt/notesMasters/notesMaster1.xml" Id="Rbe80c9628e75422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69f5825fa204d0f" /><Relationship Type="http://schemas.openxmlformats.org/officeDocument/2006/relationships/notesMaster" Target="/ppt/notesMasters/notesMaster1.xml" Id="R77e49073d5474d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be26e1a604419f" /><Relationship Type="http://schemas.openxmlformats.org/officeDocument/2006/relationships/notesMaster" Target="/ppt/notesMasters/notesMaster1.xml" Id="Rfa0dfb44f87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18db7e60ee440c" /><Relationship Type="http://schemas.openxmlformats.org/officeDocument/2006/relationships/notesMaster" Target="/ppt/notesMasters/notesMaster1.xml" Id="R58dbda739edb4e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ff2630792c47be" /><Relationship Type="http://schemas.openxmlformats.org/officeDocument/2006/relationships/notesMaster" Target="/ppt/notesMasters/notesMaster1.xml" Id="Rbf0345ac066743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2311eeae24741c8" /><Relationship Type="http://schemas.openxmlformats.org/officeDocument/2006/relationships/notesMaster" Target="/ppt/notesMasters/notesMaster1.xml" Id="Rea77f6944fca4c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0fe1888d6314ad9" /><Relationship Type="http://schemas.openxmlformats.org/officeDocument/2006/relationships/notesMaster" Target="/ppt/notesMasters/notesMaster1.xml" Id="R6f5e918cd1394a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2e4a52fcef4c71" /><Relationship Type="http://schemas.openxmlformats.org/officeDocument/2006/relationships/notesMaster" Target="/ppt/notesMasters/notesMaster1.xml" Id="R359a9a55c2034e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90d66c71dc34f4c" /><Relationship Type="http://schemas.openxmlformats.org/officeDocument/2006/relationships/notesMaster" Target="/ppt/notesMasters/notesMaster1.xml" Id="R7294972b442b418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d9122ba8b564fb0" /><Relationship Type="http://schemas.openxmlformats.org/officeDocument/2006/relationships/notesMaster" Target="/ppt/notesMasters/notesMaster1.xml" Id="R81266f36b29145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1d9f3b231e7482e" /><Relationship Type="http://schemas.openxmlformats.org/officeDocument/2006/relationships/notesMaster" Target="/ppt/notesMasters/notesMaster1.xml" Id="Rc1515fa08bb942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b148e993562446a" /><Relationship Type="http://schemas.openxmlformats.org/officeDocument/2006/relationships/notesMaster" Target="/ppt/notesMasters/notesMaster1.xml" Id="Rd1c5b402b31e48a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c35c106b094ebc" /><Relationship Type="http://schemas.openxmlformats.org/officeDocument/2006/relationships/notesMaster" Target="/ppt/notesMasters/notesMaster1.xml" Id="R06eb04e4907840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ed7200a19c4a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bbc356a0e54de8" /><Relationship Type="http://schemas.openxmlformats.org/officeDocument/2006/relationships/slideLayout" Target="/ppt/slideLayouts/slideLayout1.xml" Id="R511cc21135f249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11cc21135f249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544ab22db54966" /><Relationship Type="http://schemas.openxmlformats.org/officeDocument/2006/relationships/notesSlide" Target="/ppt/notesSlides/notesSlide1.xml" Id="Rf70d8900ff2440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8b8a3c7e404d4a" /><Relationship Type="http://schemas.openxmlformats.org/officeDocument/2006/relationships/notesSlide" Target="/ppt/notesSlides/notesSlide2.xml" Id="R17a60cfe4e4b43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59d6b5516f4767" /><Relationship Type="http://schemas.openxmlformats.org/officeDocument/2006/relationships/notesSlide" Target="/ppt/notesSlides/notesSlide3.xml" Id="Ra0aa1136c7bd44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bbcab236534ed1" /><Relationship Type="http://schemas.openxmlformats.org/officeDocument/2006/relationships/notesSlide" Target="/ppt/notesSlides/notesSlide4.xml" Id="R9bfcd6a457c142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6e9557e80714682" /><Relationship Type="http://schemas.openxmlformats.org/officeDocument/2006/relationships/notesSlide" Target="/ppt/notesSlides/notesSlide5.xml" Id="Ra00bb4c0871345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26d1da8e6a44a43" /><Relationship Type="http://schemas.openxmlformats.org/officeDocument/2006/relationships/notesSlide" Target="/ppt/notesSlides/notesSlide6.xml" Id="R827ad1914e6b40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183be8d06d1426f" /><Relationship Type="http://schemas.openxmlformats.org/officeDocument/2006/relationships/notesSlide" Target="/ppt/notesSlides/notesSlide7.xml" Id="Rffe9f66c74d048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408e769b444283" /><Relationship Type="http://schemas.openxmlformats.org/officeDocument/2006/relationships/notesSlide" Target="/ppt/notesSlides/notesSlide8.xml" Id="R1cfe685003254d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57d8baa1df4662" /><Relationship Type="http://schemas.openxmlformats.org/officeDocument/2006/relationships/notesSlide" Target="/ppt/notesSlides/notesSlide9.xml" Id="Rb3e3ed98e9d549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f740104a0c4f52" /><Relationship Type="http://schemas.openxmlformats.org/officeDocument/2006/relationships/notesSlide" Target="/ppt/notesSlides/notesSlide10.xml" Id="Rc5257c3d90a84f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810d75cb4d1485c" /><Relationship Type="http://schemas.openxmlformats.org/officeDocument/2006/relationships/notesSlide" Target="/ppt/notesSlides/notesSlide11.xml" Id="R56f5b7cfb90843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3a03afc79b34808" /><Relationship Type="http://schemas.openxmlformats.org/officeDocument/2006/relationships/notesSlide" Target="/ppt/notesSlides/notesSlide12.xml" Id="R5dd994233f0f440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80aecd175d84d9c" /><Relationship Type="http://schemas.openxmlformats.org/officeDocument/2006/relationships/notesSlide" Target="/ppt/notesSlides/notesSlide13.xml" Id="R0a8bc4fb0c874c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25dae3e824948e0" /><Relationship Type="http://schemas.openxmlformats.org/officeDocument/2006/relationships/notesSlide" Target="/ppt/notesSlides/notesSlide14.xml" Id="Rc8e9430d97424f8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028fa36346f4abf" /><Relationship Type="http://schemas.openxmlformats.org/officeDocument/2006/relationships/notesSlide" Target="/ppt/notesSlides/notesSlide15.xml" Id="Rce23cd03b89f46a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f777b29e21444d4" /><Relationship Type="http://schemas.openxmlformats.org/officeDocument/2006/relationships/notesSlide" Target="/ppt/notesSlides/notesSlide16.xml" Id="R3265b84f47f748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6fc6053d7fd46c9" /><Relationship Type="http://schemas.openxmlformats.org/officeDocument/2006/relationships/notesSlide" Target="/ppt/notesSlides/notesSlide17.xml" Id="R8b8cb0c4de71420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f2bec67f1b84840" /><Relationship Type="http://schemas.openxmlformats.org/officeDocument/2006/relationships/notesSlide" Target="/ppt/notesSlides/notesSlide18.xml" Id="Rb748966e51ba4af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99ef88cb324bfb" /><Relationship Type="http://schemas.openxmlformats.org/officeDocument/2006/relationships/notesSlide" Target="/ppt/notesSlides/notesSlide19.xml" Id="R7050ebb1b22c4b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3b5dae24627477b" /><Relationship Type="http://schemas.openxmlformats.org/officeDocument/2006/relationships/notesSlide" Target="/ppt/notesSlides/notesSlide20.xml" Id="R32f3c30f050440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DF7D6A04-C2B0-449F-8B8E-B8D22AF08952}"/>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4764A77-7245-46DC-B352-565A247E0303}"/>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5BEB596B-6230-48A7-977F-01D8B3218F57}"/>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A0D2D6A4-469A-41CF-BF84-D2F4CBA5D4B5}"/>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Политике, конфигурација и безбедносна видљивост</a:t>
            </a:r>
          </a:p>
        </p:txBody>
      </p:sp>
      <p:sp>
        <p:nvSpPr>
          <p:cNvPr id="5" name="Rectangle 4">
            <a:extLst xmlns:a="http://schemas.openxmlformats.org/drawingml/2006/main">
              <a:ext uri="{FF2B5EF4-FFF2-40B4-BE49-F238E27FC236}">
                <a16:creationId xmlns:a16="http://schemas.microsoft.com/office/drawing/2014/main" id="{B0FBDFC9-BA42-42A5-863B-EB126906D954}"/>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Управљање правилима, конфигурацијом и безбедносним записима</a:t>
            </a:r>
          </a:p>
        </p:txBody>
      </p:sp>
      <p:sp>
        <p:nvSpPr>
          <p:cNvPr id="6" name="Straight Connector 5">
            <a:extLst xmlns:a="http://schemas.openxmlformats.org/drawingml/2006/main">
              <a:ext uri="{FF2B5EF4-FFF2-40B4-BE49-F238E27FC236}">
                <a16:creationId xmlns:a16="http://schemas.microsoft.com/office/drawing/2014/main" id="{CC02C7A3-B140-4597-8623-6F4F0F537A7E}"/>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049EA7C6-BB0C-4C1E-BD34-DF59FD13D992}"/>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C3C0B112-5B94-4398-B27D-7126629397BD}"/>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1817873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A283791A-F841-45DF-A664-5838C5CB607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FEA5FF1-DD8E-4649-918D-005E3AD17AD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34C1D10-DD95-4BCE-AD2D-BF66D6ECE9DB}"/>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2AE7FA46-DE03-40BE-BFF2-CC736801E709}"/>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конфигурација и доказ</a:t>
            </a:r>
          </a:p>
        </p:txBody>
      </p:sp>
      <p:sp>
        <p:nvSpPr>
          <p:cNvPr id="5" name="Rectangle 4">
            <a:extLst xmlns:a="http://schemas.openxmlformats.org/drawingml/2006/main">
              <a:ext uri="{FF2B5EF4-FFF2-40B4-BE49-F238E27FC236}">
                <a16:creationId xmlns:a16="http://schemas.microsoft.com/office/drawing/2014/main" id="{EBF3FDE1-A5A8-408F-978D-607B2F4AA21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400" b="0">
                <a:solidFill>
                  <a:srgbClr val="657184"/>
                </a:solidFill>
                <a:latin typeface="Aptos"/>
                <a:ea typeface="Aptos"/>
                <a:cs typeface="Aptos"/>
              </a:rPr>
              <a:t>Политика дефинише очекивано понашање, конфигурација одређује вредности у окружењу, а доказ потврђује стварни исход.</a:t>
            </a:r>
          </a:p>
        </p:txBody>
      </p:sp>
      <p:sp>
        <p:nvSpPr>
          <p:cNvPr id="6" name="Rounded Rectangle 5">
            <a:extLst xmlns:a="http://schemas.openxmlformats.org/drawingml/2006/main">
              <a:ext uri="{FF2B5EF4-FFF2-40B4-BE49-F238E27FC236}">
                <a16:creationId xmlns:a16="http://schemas.microsoft.com/office/drawing/2014/main" id="{918C90EC-492C-4394-853D-49296BEF0D6A}"/>
              </a:ext>
            </a:extLst>
          </p:cNvPr>
          <p:cNvSpPr>
            <a:spLocks xmlns:a="http://schemas.openxmlformats.org/drawingml/2006/main" noGrp="1"/>
          </p:cNvSpPr>
          <p:nvPr/>
        </p:nvSpPr>
        <p:spPr>
          <a:xfrm xmlns:a="http://schemas.openxmlformats.org/drawingml/2006/main">
            <a:off x="819150" y="2571750"/>
            <a:ext cx="3257550" cy="3403748"/>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3B46BCBA-E868-4A14-9A18-36E778D271CF}"/>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24DA0552-AC86-4371-9F71-8270F5541D33}"/>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CEAA8968-722F-48BC-AC25-F4BA03A8A604}"/>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Безбедносна</a:t>
            </a:r>
            <a:r>
              <a:rPr sz="1400" b="0">
                <a:solidFill>
                  <a:srgbClr val="657184"/>
                </a:solidFill>
                <a:latin typeface="Aptos"/>
                <a:ea typeface="Aptos"/>
                <a:cs typeface="Aptos"/>
              </a:rPr>
              <a:t> </a:t>
            </a:r>
            <a:r>
              <a:rPr sz="1400" b="0">
                <a:solidFill>
                  <a:srgbClr val="657184"/>
                </a:solidFill>
                <a:latin typeface="Aptos"/>
                <a:ea typeface="Aptos"/>
                <a:cs typeface="Aptos"/>
              </a:rPr>
              <a:t>правила</a:t>
            </a:r>
            <a:r>
              <a:rPr sz="1400" b="0">
                <a:solidFill>
                  <a:srgbClr val="657184"/>
                </a:solidFill>
                <a:latin typeface="Aptos"/>
                <a:ea typeface="Aptos"/>
                <a:cs typeface="Aptos"/>
              </a:rPr>
              <a:t> </a:t>
            </a:r>
            <a:r>
              <a:rPr sz="1400" b="0">
                <a:solidFill>
                  <a:srgbClr val="657184"/>
                </a:solidFill>
                <a:latin typeface="Aptos"/>
                <a:ea typeface="Aptos"/>
                <a:cs typeface="Aptos"/>
              </a:rPr>
              <a:t>постају</a:t>
            </a:r>
            <a:r>
              <a:rPr sz="1400" b="0">
                <a:solidFill>
                  <a:srgbClr val="657184"/>
                </a:solidFill>
                <a:latin typeface="Aptos"/>
                <a:ea typeface="Aptos"/>
                <a:cs typeface="Aptos"/>
              </a:rPr>
              <a:t> </a:t>
            </a:r>
            <a:r>
              <a:rPr sz="1400" b="0">
                <a:solidFill>
                  <a:srgbClr val="657184"/>
                </a:solidFill>
                <a:latin typeface="Aptos"/>
                <a:ea typeface="Aptos"/>
                <a:cs typeface="Aptos"/>
              </a:rPr>
              <a:t>поуздана</a:t>
            </a:r>
            <a:r>
              <a:rPr sz="1400" b="0">
                <a:solidFill>
                  <a:srgbClr val="657184"/>
                </a:solidFill>
                <a:latin typeface="Aptos"/>
                <a:ea typeface="Aptos"/>
                <a:cs typeface="Aptos"/>
              </a:rPr>
              <a:t> </a:t>
            </a:r>
            <a:r>
              <a:rPr sz="1400" b="0">
                <a:solidFill>
                  <a:srgbClr val="657184"/>
                </a:solidFill>
                <a:latin typeface="Aptos"/>
                <a:ea typeface="Aptos"/>
                <a:cs typeface="Aptos"/>
              </a:rPr>
              <a:t>тек</a:t>
            </a:r>
            <a:r>
              <a:rPr sz="1400" b="0">
                <a:solidFill>
                  <a:srgbClr val="657184"/>
                </a:solidFill>
                <a:latin typeface="Aptos"/>
                <a:ea typeface="Aptos"/>
                <a:cs typeface="Aptos"/>
              </a:rPr>
              <a:t> </a:t>
            </a:r>
            <a:r>
              <a:rPr sz="1400" b="0">
                <a:solidFill>
                  <a:srgbClr val="657184"/>
                </a:solidFill>
                <a:latin typeface="Aptos"/>
                <a:ea typeface="Aptos"/>
                <a:cs typeface="Aptos"/>
              </a:rPr>
              <a:t>када</a:t>
            </a:r>
            <a:r>
              <a:rPr sz="1400" b="0">
                <a:solidFill>
                  <a:srgbClr val="657184"/>
                </a:solidFill>
                <a:latin typeface="Aptos"/>
                <a:ea typeface="Aptos"/>
                <a:cs typeface="Aptos"/>
              </a:rPr>
              <a:t> </a:t>
            </a:r>
            <a:r>
              <a:rPr sz="1400" b="0">
                <a:solidFill>
                  <a:srgbClr val="657184"/>
                </a:solidFill>
                <a:latin typeface="Aptos"/>
                <a:ea typeface="Aptos"/>
                <a:cs typeface="Aptos"/>
              </a:rPr>
              <a:t>су</a:t>
            </a:r>
            <a:r>
              <a:rPr sz="1400" b="0">
                <a:solidFill>
                  <a:srgbClr val="657184"/>
                </a:solidFill>
                <a:latin typeface="Aptos"/>
                <a:ea typeface="Aptos"/>
                <a:cs typeface="Aptos"/>
              </a:rPr>
              <a:t> </a:t>
            </a:r>
            <a:r>
              <a:rPr sz="1400" b="0">
                <a:solidFill>
                  <a:srgbClr val="657184"/>
                </a:solidFill>
                <a:latin typeface="Aptos"/>
                <a:ea typeface="Aptos"/>
                <a:cs typeface="Aptos"/>
              </a:rPr>
              <a:t>видљива</a:t>
            </a:r>
            <a:r>
              <a:rPr sz="1400" b="0">
                <a:solidFill>
                  <a:srgbClr val="657184"/>
                </a:solidFill>
                <a:latin typeface="Aptos"/>
                <a:ea typeface="Aptos"/>
                <a:cs typeface="Aptos"/>
              </a:rPr>
              <a:t>, </a:t>
            </a:r>
            <a:r>
              <a:rPr sz="1400" b="0">
                <a:solidFill>
                  <a:srgbClr val="657184"/>
                </a:solidFill>
                <a:latin typeface="Aptos"/>
                <a:ea typeface="Aptos"/>
                <a:cs typeface="Aptos"/>
              </a:rPr>
              <a:t>верзионисана</a:t>
            </a:r>
            <a:r>
              <a:rPr sz="1400" b="0">
                <a:solidFill>
                  <a:srgbClr val="657184"/>
                </a:solidFill>
                <a:latin typeface="Aptos"/>
                <a:ea typeface="Aptos"/>
                <a:cs typeface="Aptos"/>
              </a:rPr>
              <a:t> </a:t>
            </a:r>
            <a:r>
              <a:rPr sz="1400" b="0">
                <a:solidFill>
                  <a:srgbClr val="657184"/>
                </a:solidFill>
                <a:latin typeface="Aptos"/>
                <a:ea typeface="Aptos"/>
                <a:cs typeface="Aptos"/>
              </a:rPr>
              <a:t>и</a:t>
            </a:r>
            <a:r>
              <a:rPr sz="1400" b="0">
                <a:solidFill>
                  <a:srgbClr val="657184"/>
                </a:solidFill>
                <a:latin typeface="Aptos"/>
                <a:ea typeface="Aptos"/>
                <a:cs typeface="Aptos"/>
              </a:rPr>
              <a:t> </a:t>
            </a:r>
            <a:r>
              <a:rPr sz="1400" b="0">
                <a:solidFill>
                  <a:srgbClr val="657184"/>
                </a:solidFill>
                <a:latin typeface="Aptos"/>
                <a:ea typeface="Aptos"/>
                <a:cs typeface="Aptos"/>
              </a:rPr>
              <a:t>проверљива</a:t>
            </a:r>
            <a:r>
              <a:rPr sz="1400" b="0">
                <a:solidFill>
                  <a:srgbClr val="657184"/>
                </a:solidFill>
                <a:latin typeface="Aptos"/>
                <a:ea typeface="Aptos"/>
                <a:cs typeface="Aptos"/>
              </a:rPr>
              <a:t>. </a:t>
            </a:r>
            <a:r>
              <a:rPr sz="1400" b="0">
                <a:solidFill>
                  <a:srgbClr val="657184"/>
                </a:solidFill>
                <a:latin typeface="Aptos"/>
                <a:ea typeface="Aptos"/>
                <a:cs typeface="Aptos"/>
              </a:rPr>
              <a:t>Правило</a:t>
            </a:r>
            <a:r>
              <a:rPr sz="1400" b="0">
                <a:solidFill>
                  <a:srgbClr val="657184"/>
                </a:solidFill>
                <a:latin typeface="Aptos"/>
                <a:ea typeface="Aptos"/>
                <a:cs typeface="Aptos"/>
              </a:rPr>
              <a:t> </a:t>
            </a:r>
            <a:r>
              <a:rPr sz="1400" b="0">
                <a:solidFill>
                  <a:srgbClr val="657184"/>
                </a:solidFill>
                <a:latin typeface="Aptos"/>
                <a:ea typeface="Aptos"/>
                <a:cs typeface="Aptos"/>
              </a:rPr>
              <a:t>расуто</a:t>
            </a:r>
            <a:r>
              <a:rPr sz="1400" b="0">
                <a:solidFill>
                  <a:srgbClr val="657184"/>
                </a:solidFill>
                <a:latin typeface="Aptos"/>
                <a:ea typeface="Aptos"/>
                <a:cs typeface="Aptos"/>
              </a:rPr>
              <a:t> </a:t>
            </a:r>
            <a:r>
              <a:rPr sz="1400" b="0">
                <a:solidFill>
                  <a:srgbClr val="657184"/>
                </a:solidFill>
                <a:latin typeface="Aptos"/>
                <a:ea typeface="Aptos"/>
                <a:cs typeface="Aptos"/>
              </a:rPr>
              <a:t>кроз</a:t>
            </a:r>
            <a:r>
              <a:rPr sz="1400" b="0">
                <a:solidFill>
                  <a:srgbClr val="657184"/>
                </a:solidFill>
                <a:latin typeface="Aptos"/>
                <a:ea typeface="Aptos"/>
                <a:cs typeface="Aptos"/>
              </a:rPr>
              <a:t> </a:t>
            </a:r>
            <a:r>
              <a:rPr sz="1400" b="0">
                <a:solidFill>
                  <a:srgbClr val="657184"/>
                </a:solidFill>
                <a:latin typeface="Aptos"/>
                <a:ea typeface="Aptos"/>
                <a:cs typeface="Aptos"/>
              </a:rPr>
              <a:t>неколико</a:t>
            </a:r>
            <a:r>
              <a:rPr sz="1400" b="0">
                <a:solidFill>
                  <a:srgbClr val="657184"/>
                </a:solidFill>
                <a:latin typeface="Aptos"/>
                <a:ea typeface="Aptos"/>
                <a:cs typeface="Aptos"/>
              </a:rPr>
              <a:t> </a:t>
            </a:r>
            <a:r>
              <a:rPr sz="1400" b="0">
                <a:solidFill>
                  <a:srgbClr val="657184"/>
                </a:solidFill>
                <a:latin typeface="Aptos"/>
                <a:ea typeface="Aptos"/>
                <a:cs typeface="Aptos"/>
              </a:rPr>
              <a:t>метода</a:t>
            </a:r>
            <a:r>
              <a:rPr sz="1400" b="0">
                <a:solidFill>
                  <a:srgbClr val="657184"/>
                </a:solidFill>
                <a:latin typeface="Aptos"/>
                <a:ea typeface="Aptos"/>
                <a:cs typeface="Aptos"/>
              </a:rPr>
              <a:t> </a:t>
            </a:r>
            <a:r>
              <a:rPr sz="1400" b="0">
                <a:solidFill>
                  <a:srgbClr val="657184"/>
                </a:solidFill>
                <a:latin typeface="Aptos"/>
                <a:ea typeface="Aptos"/>
                <a:cs typeface="Aptos"/>
              </a:rPr>
              <a:t>није</a:t>
            </a:r>
            <a:r>
              <a:rPr sz="1400" b="0">
                <a:solidFill>
                  <a:srgbClr val="657184"/>
                </a:solidFill>
                <a:latin typeface="Aptos"/>
                <a:ea typeface="Aptos"/>
                <a:cs typeface="Aptos"/>
              </a:rPr>
              <a:t> </a:t>
            </a:r>
            <a:r>
              <a:rPr sz="1400" b="0">
                <a:solidFill>
                  <a:srgbClr val="657184"/>
                </a:solidFill>
                <a:latin typeface="Aptos"/>
                <a:ea typeface="Aptos"/>
                <a:cs typeface="Aptos"/>
              </a:rPr>
              <a:t>лако</a:t>
            </a:r>
            <a:r>
              <a:rPr sz="1400" b="0">
                <a:solidFill>
                  <a:srgbClr val="657184"/>
                </a:solidFill>
                <a:latin typeface="Aptos"/>
                <a:ea typeface="Aptos"/>
                <a:cs typeface="Aptos"/>
              </a:rPr>
              <a:t> </a:t>
            </a:r>
            <a:r>
              <a:rPr sz="1400" b="0">
                <a:solidFill>
                  <a:srgbClr val="657184"/>
                </a:solidFill>
                <a:latin typeface="Aptos"/>
                <a:ea typeface="Aptos"/>
                <a:cs typeface="Aptos"/>
              </a:rPr>
              <a:t>објаснити</a:t>
            </a:r>
            <a:r>
              <a:rPr sz="1400" b="0">
                <a:solidFill>
                  <a:srgbClr val="657184"/>
                </a:solidFill>
                <a:latin typeface="Aptos"/>
                <a:ea typeface="Aptos"/>
                <a:cs typeface="Aptos"/>
              </a:rPr>
              <a:t>, </a:t>
            </a:r>
            <a:r>
              <a:rPr sz="1400" b="0">
                <a:solidFill>
                  <a:srgbClr val="657184"/>
                </a:solidFill>
                <a:latin typeface="Aptos"/>
                <a:ea typeface="Aptos"/>
                <a:cs typeface="Aptos"/>
              </a:rPr>
              <a:t>прегледати</a:t>
            </a:r>
            <a:r>
              <a:rPr sz="1400" b="0">
                <a:solidFill>
                  <a:srgbClr val="657184"/>
                </a:solidFill>
                <a:latin typeface="Aptos"/>
                <a:ea typeface="Aptos"/>
                <a:cs typeface="Aptos"/>
              </a:rPr>
              <a:t> </a:t>
            </a:r>
            <a:r>
              <a:rPr sz="1400" b="0">
                <a:solidFill>
                  <a:srgbClr val="657184"/>
                </a:solidFill>
                <a:latin typeface="Aptos"/>
                <a:ea typeface="Aptos"/>
                <a:cs typeface="Aptos"/>
              </a:rPr>
              <a:t>нити</a:t>
            </a:r>
            <a:r>
              <a:rPr sz="1400" b="0">
                <a:solidFill>
                  <a:srgbClr val="657184"/>
                </a:solidFill>
                <a:latin typeface="Aptos"/>
                <a:ea typeface="Aptos"/>
                <a:cs typeface="Aptos"/>
              </a:rPr>
              <a:t> </a:t>
            </a:r>
            <a:r>
              <a:rPr sz="1400" b="0">
                <a:solidFill>
                  <a:srgbClr val="657184"/>
                </a:solidFill>
                <a:latin typeface="Aptos"/>
                <a:ea typeface="Aptos"/>
                <a:cs typeface="Aptos"/>
              </a:rPr>
              <a:t>променити</a:t>
            </a:r>
            <a:r>
              <a:rPr sz="1400" b="0">
                <a:solidFill>
                  <a:srgbClr val="657184"/>
                </a:solidFill>
                <a:latin typeface="Aptos"/>
                <a:ea typeface="Aptos"/>
                <a:cs typeface="Aptos"/>
              </a:rPr>
              <a:t> </a:t>
            </a:r>
            <a:r>
              <a:rPr sz="1400" b="0">
                <a:solidFill>
                  <a:srgbClr val="657184"/>
                </a:solidFill>
                <a:latin typeface="Aptos"/>
                <a:ea typeface="Aptos"/>
                <a:cs typeface="Aptos"/>
              </a:rPr>
              <a:t>без</a:t>
            </a:r>
            <a:r>
              <a:rPr sz="1400" b="0">
                <a:solidFill>
                  <a:srgbClr val="657184"/>
                </a:solidFill>
                <a:latin typeface="Aptos"/>
                <a:ea typeface="Aptos"/>
                <a:cs typeface="Aptos"/>
              </a:rPr>
              <a:t> </a:t>
            </a:r>
            <a:r>
              <a:rPr sz="1400" b="0">
                <a:solidFill>
                  <a:srgbClr val="657184"/>
                </a:solidFill>
                <a:latin typeface="Aptos"/>
                <a:ea typeface="Aptos"/>
                <a:cs typeface="Aptos"/>
              </a:rPr>
              <a:t>нежељених</a:t>
            </a:r>
            <a:r>
              <a:rPr sz="1400" b="0">
                <a:solidFill>
                  <a:srgbClr val="657184"/>
                </a:solidFill>
                <a:latin typeface="Aptos"/>
                <a:ea typeface="Aptos"/>
                <a:cs typeface="Aptos"/>
              </a:rPr>
              <a:t> </a:t>
            </a:r>
            <a:r>
              <a:rPr sz="1400" b="0">
                <a:solidFill>
                  <a:srgbClr val="657184"/>
                </a:solidFill>
                <a:latin typeface="Aptos"/>
                <a:ea typeface="Aptos"/>
                <a:cs typeface="Aptos"/>
              </a:rPr>
              <a:t>последица</a:t>
            </a:r>
            <a:r>
              <a:rPr sz="1400" b="0">
                <a:solidFill>
                  <a:srgbClr val="657184"/>
                </a:solidFill>
                <a:latin typeface="Aptos"/>
                <a:ea typeface="Aptos"/>
                <a:cs typeface="Aptos"/>
              </a:rPr>
              <a:t>. </a:t>
            </a:r>
            <a:r>
              <a:rPr sz="1400" b="0">
                <a:solidFill>
                  <a:srgbClr val="657184"/>
                </a:solidFill>
                <a:latin typeface="Aptos"/>
                <a:ea typeface="Aptos"/>
                <a:cs typeface="Aptos"/>
              </a:rPr>
              <a:t>Политика</a:t>
            </a:r>
            <a:r>
              <a:rPr sz="1400" b="0">
                <a:solidFill>
                  <a:srgbClr val="657184"/>
                </a:solidFill>
                <a:latin typeface="Aptos"/>
                <a:ea typeface="Aptos"/>
                <a:cs typeface="Aptos"/>
              </a:rPr>
              <a:t> </a:t>
            </a:r>
            <a:r>
              <a:rPr sz="1400" b="0">
                <a:solidFill>
                  <a:srgbClr val="657184"/>
                </a:solidFill>
                <a:latin typeface="Aptos"/>
                <a:ea typeface="Aptos"/>
                <a:cs typeface="Aptos"/>
              </a:rPr>
              <a:t>зато</a:t>
            </a:r>
            <a:r>
              <a:rPr sz="1400" b="0">
                <a:solidFill>
                  <a:srgbClr val="657184"/>
                </a:solidFill>
                <a:latin typeface="Aptos"/>
                <a:ea typeface="Aptos"/>
                <a:cs typeface="Aptos"/>
              </a:rPr>
              <a:t> </a:t>
            </a:r>
            <a:r>
              <a:rPr sz="1400" b="0">
                <a:solidFill>
                  <a:srgbClr val="657184"/>
                </a:solidFill>
                <a:latin typeface="Aptos"/>
                <a:ea typeface="Aptos"/>
                <a:cs typeface="Aptos"/>
              </a:rPr>
              <a:t>представља</a:t>
            </a:r>
            <a:r>
              <a:rPr sz="1400" b="0">
                <a:solidFill>
                  <a:srgbClr val="657184"/>
                </a:solidFill>
                <a:latin typeface="Aptos"/>
                <a:ea typeface="Aptos"/>
                <a:cs typeface="Aptos"/>
              </a:rPr>
              <a:t> </a:t>
            </a:r>
            <a:r>
              <a:rPr sz="1400" b="0">
                <a:solidFill>
                  <a:srgbClr val="657184"/>
                </a:solidFill>
                <a:latin typeface="Aptos"/>
                <a:ea typeface="Aptos"/>
                <a:cs typeface="Aptos"/>
              </a:rPr>
              <a:t>договорено</a:t>
            </a:r>
            <a:r>
              <a:rPr sz="1400" b="0">
                <a:solidFill>
                  <a:srgbClr val="657184"/>
                </a:solidFill>
                <a:latin typeface="Aptos"/>
                <a:ea typeface="Aptos"/>
                <a:cs typeface="Aptos"/>
              </a:rPr>
              <a:t> </a:t>
            </a:r>
            <a:r>
              <a:rPr sz="1400" b="0">
                <a:solidFill>
                  <a:srgbClr val="657184"/>
                </a:solidFill>
                <a:latin typeface="Aptos"/>
                <a:ea typeface="Aptos"/>
                <a:cs typeface="Aptos"/>
              </a:rPr>
              <a:t>правило</a:t>
            </a:r>
            <a:r>
              <a:rPr sz="1400" b="0">
                <a:solidFill>
                  <a:srgbClr val="657184"/>
                </a:solidFill>
                <a:latin typeface="Aptos"/>
                <a:ea typeface="Aptos"/>
                <a:cs typeface="Aptos"/>
              </a:rPr>
              <a:t>, </a:t>
            </a:r>
            <a:r>
              <a:rPr sz="1400" b="0">
                <a:solidFill>
                  <a:srgbClr val="657184"/>
                </a:solidFill>
                <a:latin typeface="Aptos"/>
                <a:ea typeface="Aptos"/>
                <a:cs typeface="Aptos"/>
              </a:rPr>
              <a:t>а</a:t>
            </a:r>
            <a:r>
              <a:rPr sz="1400" b="0">
                <a:solidFill>
                  <a:srgbClr val="657184"/>
                </a:solidFill>
                <a:latin typeface="Aptos"/>
                <a:ea typeface="Aptos"/>
                <a:cs typeface="Aptos"/>
              </a:rPr>
              <a:t> </a:t>
            </a:r>
            <a:r>
              <a:rPr sz="1400" b="0">
                <a:solidFill>
                  <a:srgbClr val="657184"/>
                </a:solidFill>
                <a:latin typeface="Aptos"/>
                <a:ea typeface="Aptos"/>
                <a:cs typeface="Aptos"/>
              </a:rPr>
              <a:t>конфигурација</a:t>
            </a:r>
            <a:r>
              <a:rPr sz="1400" b="0">
                <a:solidFill>
                  <a:srgbClr val="657184"/>
                </a:solidFill>
                <a:latin typeface="Aptos"/>
                <a:ea typeface="Aptos"/>
                <a:cs typeface="Aptos"/>
              </a:rPr>
              <a:t> </a:t>
            </a:r>
            <a:r>
              <a:rPr sz="1400" b="0">
                <a:solidFill>
                  <a:srgbClr val="657184"/>
                </a:solidFill>
                <a:latin typeface="Aptos"/>
                <a:ea typeface="Aptos"/>
                <a:cs typeface="Aptos"/>
              </a:rPr>
              <a:t>његову</a:t>
            </a:r>
            <a:r>
              <a:rPr sz="1400" b="0">
                <a:solidFill>
                  <a:srgbClr val="657184"/>
                </a:solidFill>
                <a:latin typeface="Aptos"/>
                <a:ea typeface="Aptos"/>
                <a:cs typeface="Aptos"/>
              </a:rPr>
              <a:t> </a:t>
            </a:r>
            <a:r>
              <a:rPr sz="1400" b="0">
                <a:solidFill>
                  <a:srgbClr val="657184"/>
                </a:solidFill>
                <a:latin typeface="Aptos"/>
                <a:ea typeface="Aptos"/>
                <a:cs typeface="Aptos"/>
              </a:rPr>
              <a:t>примену</a:t>
            </a:r>
            <a:r>
              <a:rPr sz="1400" b="0">
                <a:solidFill>
                  <a:srgbClr val="657184"/>
                </a:solidFill>
                <a:latin typeface="Aptos"/>
                <a:ea typeface="Aptos"/>
                <a:cs typeface="Aptos"/>
              </a:rPr>
              <a:t> </a:t>
            </a:r>
            <a:r>
              <a:rPr sz="1400" b="0">
                <a:solidFill>
                  <a:srgbClr val="657184"/>
                </a:solidFill>
                <a:latin typeface="Aptos"/>
                <a:ea typeface="Aptos"/>
                <a:cs typeface="Aptos"/>
              </a:rPr>
              <a:t>у</a:t>
            </a:r>
            <a:r>
              <a:rPr sz="1400" b="0">
                <a:solidFill>
                  <a:srgbClr val="657184"/>
                </a:solidFill>
                <a:latin typeface="Aptos"/>
                <a:ea typeface="Aptos"/>
                <a:cs typeface="Aptos"/>
              </a:rPr>
              <a:t> </a:t>
            </a:r>
            <a:r>
              <a:rPr sz="1400" b="0">
                <a:solidFill>
                  <a:srgbClr val="657184"/>
                </a:solidFill>
                <a:latin typeface="Aptos"/>
                <a:ea typeface="Aptos"/>
                <a:cs typeface="Aptos"/>
              </a:rPr>
              <a:t>конкретном</a:t>
            </a:r>
            <a:r>
              <a:rPr sz="1400" b="0">
                <a:solidFill>
                  <a:srgbClr val="657184"/>
                </a:solidFill>
                <a:latin typeface="Aptos"/>
                <a:ea typeface="Aptos"/>
                <a:cs typeface="Aptos"/>
              </a:rPr>
              <a:t> </a:t>
            </a:r>
            <a:r>
              <a:rPr sz="1400" b="0">
                <a:solidFill>
                  <a:srgbClr val="657184"/>
                </a:solidFill>
                <a:latin typeface="Aptos"/>
                <a:ea typeface="Aptos"/>
                <a:cs typeface="Aptos"/>
              </a:rPr>
              <a:t>окружењу</a:t>
            </a:r>
            <a:r>
              <a:rPr sz="1400" b="0">
                <a:solidFill>
                  <a:srgbClr val="657184"/>
                </a:solidFill>
                <a:latin typeface="Aptos"/>
                <a:ea typeface="Aptos"/>
                <a:cs typeface="Aptos"/>
              </a:rPr>
              <a:t>.</a:t>
            </a:r>
          </a:p>
        </p:txBody>
      </p:sp>
      <p:sp>
        <p:nvSpPr>
          <p:cNvPr id="10" name="Rounded Rectangle 9">
            <a:extLst xmlns:a="http://schemas.openxmlformats.org/drawingml/2006/main">
              <a:ext uri="{FF2B5EF4-FFF2-40B4-BE49-F238E27FC236}">
                <a16:creationId xmlns:a16="http://schemas.microsoft.com/office/drawing/2014/main" id="{832CD039-EC74-4857-9FA5-D25A12B1B854}"/>
              </a:ext>
            </a:extLst>
          </p:cNvPr>
          <p:cNvSpPr>
            <a:spLocks xmlns:a="http://schemas.openxmlformats.org/drawingml/2006/main" noGrp="1"/>
          </p:cNvSpPr>
          <p:nvPr/>
        </p:nvSpPr>
        <p:spPr>
          <a:xfrm xmlns:a="http://schemas.openxmlformats.org/drawingml/2006/main">
            <a:off x="4467225" y="2571750"/>
            <a:ext cx="3257550" cy="3403748"/>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A8CF12D-056B-4A9C-ABA2-B9B51F23157F}"/>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5085B7B9-1DA9-4A3F-91C8-5F0E1A7AC5CF}"/>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4CA75B84-3137-471C-9DCC-65F436D1081D}"/>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Видљивост не служи само реаговању на инцидент. Она омогућава тиму да разуме одлуку система, прати одступање од очекиваног стања и повеже догађаје кроз различите слојеве апликације.</a:t>
            </a:r>
          </a:p>
        </p:txBody>
      </p:sp>
      <p:sp>
        <p:nvSpPr>
          <p:cNvPr id="14" name="Rounded Rectangle 13">
            <a:extLst xmlns:a="http://schemas.openxmlformats.org/drawingml/2006/main">
              <a:ext uri="{FF2B5EF4-FFF2-40B4-BE49-F238E27FC236}">
                <a16:creationId xmlns:a16="http://schemas.microsoft.com/office/drawing/2014/main" id="{E4C6E158-A719-43E7-979A-E1346EBB470D}"/>
              </a:ext>
            </a:extLst>
          </p:cNvPr>
          <p:cNvSpPr>
            <a:spLocks xmlns:a="http://schemas.openxmlformats.org/drawingml/2006/main" noGrp="1"/>
          </p:cNvSpPr>
          <p:nvPr/>
        </p:nvSpPr>
        <p:spPr>
          <a:xfrm xmlns:a="http://schemas.openxmlformats.org/drawingml/2006/main">
            <a:off x="8115300" y="2571750"/>
            <a:ext cx="3257550" cy="3403748"/>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D5F7C48-99F8-44FC-BD6C-4B015E99A27C}"/>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BFE9E6CB-7FEF-4168-AEB8-7E2736EE155D}"/>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2D144422-02B9-4562-8A7F-95341A970C70}"/>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08669893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12CBCD4F-64F0-4AAE-B904-A3CA85697D0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60EF00A-BFF0-4F3B-B083-4E793D8229D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B877F3C-53C7-4CD8-B9F9-E9F18F4F53D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9D30F9CD-9352-44CB-84B2-8273E051BED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58076A4F-9074-4122-9C61-57022441873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Политика, конфигурација, контрола и доказ имају различите улоге у управљању безбедносним правилом.</a:t>
            </a:r>
          </a:p>
        </p:txBody>
      </p:sp>
      <p:sp>
        <p:nvSpPr>
          <p:cNvPr id="6" name="Rounded Rectangle 5">
            <a:extLst xmlns:a="http://schemas.openxmlformats.org/drawingml/2006/main">
              <a:ext uri="{FF2B5EF4-FFF2-40B4-BE49-F238E27FC236}">
                <a16:creationId xmlns:a16="http://schemas.microsoft.com/office/drawing/2014/main" id="{3562995B-8CF5-4128-A948-DF58AA1C262B}"/>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15EEB78-87A1-4728-B157-054059F12430}"/>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56610C23-9FA7-470D-89DF-3C382DE253E9}"/>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36318DF3-47E3-4324-8988-A5499D676911}"/>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xmlns:a="http://schemas.openxmlformats.org/drawingml/2006/main">
              <a:ext uri="{FF2B5EF4-FFF2-40B4-BE49-F238E27FC236}">
                <a16:creationId xmlns:a16="http://schemas.microsoft.com/office/drawing/2014/main" id="{411D61AB-E8F1-4AC6-825B-31FBB60659BE}"/>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DC41124F-CBE9-41C2-AC35-0F5871A16BE9}"/>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6602FB1-C493-45C3-9C17-9A0FF4E6DE2F}"/>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BF7AC32F-C3A2-4B59-8B03-B99BD56C63EF}"/>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xmlns:a="http://schemas.openxmlformats.org/drawingml/2006/main">
              <a:ext uri="{FF2B5EF4-FFF2-40B4-BE49-F238E27FC236}">
                <a16:creationId xmlns:a16="http://schemas.microsoft.com/office/drawing/2014/main" id="{6ABECE30-38B4-49FA-8712-FFE3E2965100}"/>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9178C4E-8CDD-4AB9-8088-6BD58C83A7EA}"/>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F2FA0BA6-2635-43B8-8DA7-BE7E74207388}"/>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B5D92E08-0AC8-4859-AAC2-5AE251CE3DC9}"/>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xmlns:a="http://schemas.openxmlformats.org/drawingml/2006/main">
              <a:ext uri="{FF2B5EF4-FFF2-40B4-BE49-F238E27FC236}">
                <a16:creationId xmlns:a16="http://schemas.microsoft.com/office/drawing/2014/main" id="{0C276F26-550B-4A11-96BC-28169D5AF090}"/>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18B3B29-3C9E-4470-A194-9D56F73AD434}"/>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DC12D173-1F79-45A3-B9F4-1C7B9FCFE36A}"/>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F4FAA62D-4228-4CE4-BE35-1A4C2DD2383C}"/>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E62E4501-1153-421E-AED9-42D42AD267C9}"/>
              </a:ext>
            </a:extLst>
          </p:cNvPr>
          <p:cNvSpPr>
            <a:spLocks xmlns:a="http://schemas.openxmlformats.org/drawingml/2006/main" noGrp="1"/>
          </p:cNvSpPr>
          <p:nvPr/>
        </p:nvSpPr>
        <p:spPr>
          <a:xfrm xmlns:a="http://schemas.openxmlformats.org/drawingml/2006/main">
            <a:off x="1619250" y="4286250"/>
            <a:ext cx="8953500" cy="800100"/>
          </a:xfrm>
          <a:prstGeom xmlns:a="http://schemas.openxmlformats.org/drawingml/2006/main" prst="roundRect">
            <a:avLst>
              <a:gd name="adj" fmla="val 15476"/>
            </a:avLst>
          </a:prstGeom>
          <a:solidFill xmlns:a="http://schemas.openxmlformats.org/drawingml/2006/main">
            <a:srgbClr val="F4F6F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57D08E4C-18AC-46CB-A40D-B881E3B3CFB7}"/>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741ABEA9-42A3-4C52-84B1-24479D85E22F}"/>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4EB9F71-BEB8-460B-853F-BA8B9F61FD3C}"/>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A4C72811-C218-4138-A266-9F91397D9A10}"/>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22A5BEE0-97D5-4ADB-B0D6-87EA3696B7AE}"/>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581"/>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Tree>
    <p:extLst>
      <p:ext uri="{BB962C8B-B14F-4D97-AF65-F5344CB8AC3E}">
        <p14:creationId xmlns:p14="http://schemas.microsoft.com/office/powerpoint/2010/main" val="10947931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0DC17FF-0823-4137-A87F-C805C93FC08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280E540-0597-4A5B-AD2E-00C3542660F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9B111D6-2CA6-47D6-8236-533E406A666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C15C5318-46F2-4116-B2B7-1430D76E3DC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a:t>
            </a:r>
          </a:p>
        </p:txBody>
      </p:sp>
      <p:sp>
        <p:nvSpPr>
          <p:cNvPr id="5" name="Rectangle 4">
            <a:extLst xmlns:a="http://schemas.openxmlformats.org/drawingml/2006/main">
              <a:ext uri="{FF2B5EF4-FFF2-40B4-BE49-F238E27FC236}">
                <a16:creationId xmlns:a16="http://schemas.microsoft.com/office/drawing/2014/main" id="{4D594D83-EDE0-4A83-9D60-AC57AB0CE49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шта организација очекује</a:t>
            </a:r>
          </a:p>
        </p:txBody>
      </p:sp>
      <p:sp>
        <p:nvSpPr>
          <p:cNvPr id="6" name="Rounded Rectangle 5">
            <a:extLst xmlns:a="http://schemas.openxmlformats.org/drawingml/2006/main">
              <a:ext uri="{FF2B5EF4-FFF2-40B4-BE49-F238E27FC236}">
                <a16:creationId xmlns:a16="http://schemas.microsoft.com/office/drawing/2014/main" id="{AE1B752B-D369-478D-89E7-5CBA3FED36E7}"/>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B50743E-08D6-428A-8D06-F2CB9BEAB135}"/>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4D18D59-2433-4382-9C93-2CDBF15D4EA7}"/>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Нова верзија политике чува разлог и контекст у коме је претходна одлука била исправна.</a:t>
            </a:r>
          </a:p>
        </p:txBody>
      </p:sp>
      <p:sp>
        <p:nvSpPr>
          <p:cNvPr id="9" name="Rectangle 8">
            <a:extLst xmlns:a="http://schemas.openxmlformats.org/drawingml/2006/main">
              <a:ext uri="{FF2B5EF4-FFF2-40B4-BE49-F238E27FC236}">
                <a16:creationId xmlns:a16="http://schemas.microsoft.com/office/drawing/2014/main" id="{FA4BAFD6-4ED9-4AA6-82DA-FDCEEFFBC5A2}"/>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A61DE7A4-BD4B-4065-BD92-7C74BB1669D9}"/>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5B64F62-BA13-412E-9804-683DFC7B3D7D}"/>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FA7BE1D-D01E-4F04-B934-FF1451953BCF}"/>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описује намеру и важење, док конфигурација чува вредности којима се та намера примењује у окружењу.</a:t>
            </a:r>
          </a:p>
        </p:txBody>
      </p:sp>
      <p:sp>
        <p:nvSpPr>
          <p:cNvPr id="13" name="Rectangle 12">
            <a:extLst xmlns:a="http://schemas.openxmlformats.org/drawingml/2006/main">
              <a:ext uri="{FF2B5EF4-FFF2-40B4-BE49-F238E27FC236}">
                <a16:creationId xmlns:a16="http://schemas.microsoft.com/office/drawing/2014/main" id="{ACCEB6A6-0C2F-4110-820F-6BCC0043B5F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858714CA-5176-4645-9E59-9DA983727DCB}"/>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BF6041D7-9267-4309-AA65-293CDE98848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345934C4-3F77-4511-88D9-A34B81A30880}"/>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Конфликт политика решава се унапред договореним правилом, често рестриктивнијом одлуком.</a:t>
            </a:r>
          </a:p>
        </p:txBody>
      </p:sp>
      <p:sp>
        <p:nvSpPr>
          <p:cNvPr id="17" name="Rectangle 16">
            <a:extLst xmlns:a="http://schemas.openxmlformats.org/drawingml/2006/main">
              <a:ext uri="{FF2B5EF4-FFF2-40B4-BE49-F238E27FC236}">
                <a16:creationId xmlns:a16="http://schemas.microsoft.com/office/drawing/2014/main" id="{F74D0D18-00B4-4ADA-B464-2D057454332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F53CA7F1-267D-4DAD-A5D6-CBBD54EE8F6A}"/>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61030250-F12C-49AF-AA0D-C8BC021E4FA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60CA197D-7647-4FEF-A967-3C4ABB0B78DA}"/>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BF97F736-754B-4168-A636-9290DAC92E99}"/>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09893120-5188-44C3-82DD-5791D78986A5}"/>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74FB84FC-B0B8-4426-A198-415C43B91507}"/>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7069296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151F8CE7-1B0F-4183-9A99-7023730C3DD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8DE557E-5110-4468-82C1-11ADC769204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EE6B8CE-2CDB-46BE-A26D-0C57321EE6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0E541F60-1EA6-4E62-87C9-015CACAB098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Конфигурација</a:t>
            </a:r>
          </a:p>
        </p:txBody>
      </p:sp>
      <p:sp>
        <p:nvSpPr>
          <p:cNvPr id="5" name="Rectangle 4">
            <a:extLst xmlns:a="http://schemas.openxmlformats.org/drawingml/2006/main">
              <a:ext uri="{FF2B5EF4-FFF2-40B4-BE49-F238E27FC236}">
                <a16:creationId xmlns:a16="http://schemas.microsoft.com/office/drawing/2014/main" id="{9770C2C6-5273-4FDC-AF16-2C6D977CEA9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како се правило примењује</a:t>
            </a:r>
          </a:p>
        </p:txBody>
      </p:sp>
      <p:sp>
        <p:nvSpPr>
          <p:cNvPr id="6" name="Rounded Rectangle 5">
            <a:extLst xmlns:a="http://schemas.openxmlformats.org/drawingml/2006/main">
              <a:ext uri="{FF2B5EF4-FFF2-40B4-BE49-F238E27FC236}">
                <a16:creationId xmlns:a16="http://schemas.microsoft.com/office/drawing/2014/main" id="{B652445E-1B21-458E-A923-0300A5C1FCD4}"/>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354E251-EF10-49E6-B452-94D0210A6E66}"/>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8833E9D-4626-4F6F-B605-75BCD95EF05B}"/>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Конфигурациона вредност има власника, значење и очекивани опсег.</a:t>
            </a:r>
          </a:p>
        </p:txBody>
      </p:sp>
      <p:sp>
        <p:nvSpPr>
          <p:cNvPr id="9" name="Rectangle 8">
            <a:extLst xmlns:a="http://schemas.openxmlformats.org/drawingml/2006/main">
              <a:ext uri="{FF2B5EF4-FFF2-40B4-BE49-F238E27FC236}">
                <a16:creationId xmlns:a16="http://schemas.microsoft.com/office/drawing/2014/main" id="{0A78A99B-0BCE-448E-92E8-869D2F8BD47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83BEC57-7785-4276-8100-971D06D4998F}"/>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198E7FC-BFE4-4197-9B31-DB1781EFA7A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5D1B0F6A-5D25-412B-B7E9-F982D9D22358}"/>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промена која утиче на одлуку има власника, датум и јасан разлог.</a:t>
            </a:r>
          </a:p>
        </p:txBody>
      </p:sp>
      <p:sp>
        <p:nvSpPr>
          <p:cNvPr id="13" name="Rectangle 12">
            <a:extLst xmlns:a="http://schemas.openxmlformats.org/drawingml/2006/main">
              <a:ext uri="{FF2B5EF4-FFF2-40B4-BE49-F238E27FC236}">
                <a16:creationId xmlns:a16="http://schemas.microsoft.com/office/drawing/2014/main" id="{285EB529-91CD-4A18-9CAE-6E1FA9F05A7E}"/>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57A1EEC-1574-47E6-964B-236221D46FAA}"/>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66EF84A4-7490-46D4-BC16-3A599CF4E580}"/>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AD95E59A-93D1-4256-AA63-20A93BEDBE8A}"/>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Конфигурација не мења смисао политике без видљивог процеса одобравања.</a:t>
            </a:r>
          </a:p>
        </p:txBody>
      </p:sp>
      <p:sp>
        <p:nvSpPr>
          <p:cNvPr id="17" name="Rectangle 16">
            <a:extLst xmlns:a="http://schemas.openxmlformats.org/drawingml/2006/main">
              <a:ext uri="{FF2B5EF4-FFF2-40B4-BE49-F238E27FC236}">
                <a16:creationId xmlns:a16="http://schemas.microsoft.com/office/drawing/2014/main" id="{EEA0923D-E7C1-40F7-8FAC-BD6803BD7A0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CBF132B3-4D57-402F-9675-FA3B7F7D41D7}"/>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6B85CF62-EC9D-4E1C-89B9-BA4C25447EB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E8E086D6-E361-4C8F-A808-80E45D7834D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66ECC8F2-EA8E-4D34-95D1-ACC186592385}"/>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2F2B146D-839A-4811-BD85-D8C97A665782}"/>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D08C202A-63BC-49A2-B41C-3DBD9545C22C}"/>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9665656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08C53318-B41D-42AD-8DE8-72E4D73D2C7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E6D5DFA-3550-46C7-AAC9-230177EC8C2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E4D98F0-28AF-4A0A-9702-389FAD7C47FF}"/>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5FB3B246-8149-425C-8465-B82E939DB7C9}"/>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Контрола</a:t>
            </a:r>
          </a:p>
        </p:txBody>
      </p:sp>
      <p:sp>
        <p:nvSpPr>
          <p:cNvPr id="5" name="Rectangle 4">
            <a:extLst xmlns:a="http://schemas.openxmlformats.org/drawingml/2006/main">
              <a:ext uri="{FF2B5EF4-FFF2-40B4-BE49-F238E27FC236}">
                <a16:creationId xmlns:a16="http://schemas.microsoft.com/office/drawing/2014/main" id="{0032CBF3-EA8D-43B2-BCC1-DEAA8350913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механизам заштите</a:t>
            </a:r>
          </a:p>
        </p:txBody>
      </p:sp>
      <p:sp>
        <p:nvSpPr>
          <p:cNvPr id="6" name="Rounded Rectangle 5">
            <a:extLst xmlns:a="http://schemas.openxmlformats.org/drawingml/2006/main">
              <a:ext uri="{FF2B5EF4-FFF2-40B4-BE49-F238E27FC236}">
                <a16:creationId xmlns:a16="http://schemas.microsoft.com/office/drawing/2014/main" id="{0CEF2935-F6D1-43CA-950A-297AD938FA06}"/>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26C95FB-C242-4EAA-9FC3-4668E9188C1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F5CD1BA-B6B7-498D-ABA0-83B831B2440D}"/>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Корелациони идентификатор повезује један безбедносни ток кроз слојеве система.</a:t>
            </a:r>
          </a:p>
        </p:txBody>
      </p:sp>
      <p:sp>
        <p:nvSpPr>
          <p:cNvPr id="9" name="Rectangle 8">
            <a:extLst xmlns:a="http://schemas.openxmlformats.org/drawingml/2006/main">
              <a:ext uri="{FF2B5EF4-FFF2-40B4-BE49-F238E27FC236}">
                <a16:creationId xmlns:a16="http://schemas.microsoft.com/office/drawing/2014/main" id="{48C223E2-6CFB-4D4B-A856-3E0ACD7E4C76}"/>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0267C7AF-8AFC-4CCF-A706-C3DD0CC99E77}"/>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1E23200-CDF0-44A5-BE9C-A9D4A25CB982}"/>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9A4DDD43-D0E1-460E-92C4-BC90EFA0043F}"/>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Лог, метрика или тест дају доказ да систем ради према активном правилу, а не само да је правило записано.</a:t>
            </a:r>
          </a:p>
        </p:txBody>
      </p:sp>
      <p:sp>
        <p:nvSpPr>
          <p:cNvPr id="13" name="Rectangle 12">
            <a:extLst xmlns:a="http://schemas.openxmlformats.org/drawingml/2006/main">
              <a:ext uri="{FF2B5EF4-FFF2-40B4-BE49-F238E27FC236}">
                <a16:creationId xmlns:a16="http://schemas.microsoft.com/office/drawing/2014/main" id="{1C013D64-0779-46B5-BEC5-71671C946B2D}"/>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35E542F9-422F-4581-9D50-D8532A13B3F5}"/>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F9505C1B-43C0-4A71-B448-11507C9058B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45ECF5A-8722-4541-9314-B17A121E727E}"/>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Безбедносна контрола има власника и очекивани доказ, иначе нико не прати да ли је престала да ради.</a:t>
            </a:r>
          </a:p>
        </p:txBody>
      </p:sp>
      <p:sp>
        <p:nvSpPr>
          <p:cNvPr id="17" name="Rectangle 16">
            <a:extLst xmlns:a="http://schemas.openxmlformats.org/drawingml/2006/main">
              <a:ext uri="{FF2B5EF4-FFF2-40B4-BE49-F238E27FC236}">
                <a16:creationId xmlns:a16="http://schemas.microsoft.com/office/drawing/2014/main" id="{8B0F0344-31EA-45BA-8327-8D4A0E092C0B}"/>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B1D75CFE-A812-4C7A-B849-89CFD9C4BA9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3E730806-60F2-4B04-BE9E-A85DCE3B33BF}"/>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F4614E0E-4C41-4DFA-9DC8-BCB174B7227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D34BA625-5F39-4F43-9F5D-06143AEB34B2}"/>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A861E25-416B-4D8E-ACC7-7AF705017A83}"/>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4AFF87D6-8D54-4584-80F8-737FD8685B14}"/>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2793395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D5A7B1A4-F879-4D6F-B757-8944D518341B}"/>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F89B92A-02F9-47AA-942A-D08D13FA866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D6AFBBB-C633-41F4-AD94-7051F68A814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5E8F0B31-287F-4BF2-89FF-031B10ABBD5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a:t>
            </a:r>
          </a:p>
        </p:txBody>
      </p:sp>
      <p:sp>
        <p:nvSpPr>
          <p:cNvPr id="5" name="Rectangle 4">
            <a:extLst xmlns:a="http://schemas.openxmlformats.org/drawingml/2006/main">
              <a:ext uri="{FF2B5EF4-FFF2-40B4-BE49-F238E27FC236}">
                <a16:creationId xmlns:a16="http://schemas.microsoft.com/office/drawing/2014/main" id="{A97313F9-E710-472F-9319-02256E0905A5}"/>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лог, метрика или тест</a:t>
            </a:r>
          </a:p>
        </p:txBody>
      </p:sp>
      <p:sp>
        <p:nvSpPr>
          <p:cNvPr id="6" name="Rounded Rectangle 5">
            <a:extLst xmlns:a="http://schemas.openxmlformats.org/drawingml/2006/main">
              <a:ext uri="{FF2B5EF4-FFF2-40B4-BE49-F238E27FC236}">
                <a16:creationId xmlns:a16="http://schemas.microsoft.com/office/drawing/2014/main" id="{DBC14714-90DA-4860-9B52-3238B6905D1A}"/>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4F8B7284-BB01-4B8B-83E3-E687B139E1BF}"/>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F0D139C-FEF6-462D-B818-1A1D46F3889A}"/>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Конфликт политика решава се унапред договореним правилом, често рестриктивнијом одлуком.</a:t>
            </a:r>
          </a:p>
        </p:txBody>
      </p:sp>
      <p:sp>
        <p:nvSpPr>
          <p:cNvPr id="9" name="Rectangle 8">
            <a:extLst xmlns:a="http://schemas.openxmlformats.org/drawingml/2006/main">
              <a:ext uri="{FF2B5EF4-FFF2-40B4-BE49-F238E27FC236}">
                <a16:creationId xmlns:a16="http://schemas.microsoft.com/office/drawing/2014/main" id="{ABC24331-F569-4735-954A-3ED9996D373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04B0EFF4-3B49-4A9E-91AF-8D6D2AF291E7}"/>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DE9514A-9AEE-4218-AF18-C321B1DDFD1F}"/>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C371FE79-E33F-438A-A42B-1B3E15E793AB}"/>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Конфигурација не мења смисао политике без видљивог процеса одобравања.</a:t>
            </a:r>
          </a:p>
        </p:txBody>
      </p:sp>
      <p:sp>
        <p:nvSpPr>
          <p:cNvPr id="13" name="Rectangle 12">
            <a:extLst xmlns:a="http://schemas.openxmlformats.org/drawingml/2006/main">
              <a:ext uri="{FF2B5EF4-FFF2-40B4-BE49-F238E27FC236}">
                <a16:creationId xmlns:a16="http://schemas.microsoft.com/office/drawing/2014/main" id="{C38ACE22-59DE-4CC7-AF57-ED8EB6551E38}"/>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115C0559-BFCE-4C11-B345-A2538401BB2B}"/>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D51C294-A08F-4D44-B600-BDD73894CB37}"/>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5EDD941-4D7A-49B7-A817-A6FCF0A907B9}"/>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Безбедносна контрола има власника и очекивани доказ, иначе нико не прати да ли је престала да ради.</a:t>
            </a:r>
          </a:p>
        </p:txBody>
      </p:sp>
      <p:sp>
        <p:nvSpPr>
          <p:cNvPr id="17" name="Rectangle 16">
            <a:extLst xmlns:a="http://schemas.openxmlformats.org/drawingml/2006/main">
              <a:ext uri="{FF2B5EF4-FFF2-40B4-BE49-F238E27FC236}">
                <a16:creationId xmlns:a16="http://schemas.microsoft.com/office/drawing/2014/main" id="{6581779F-4DB6-49EC-ADBD-3756FBCE2C40}"/>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5E16A847-0D78-4AA2-84B0-6F9193F3BA8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0A678369-F214-4B55-B9D4-0162CB5CE571}"/>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6194EDFF-BD40-4A69-88BF-2438F2F04F10}"/>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3B8E0045-A67D-4610-9580-B9CB8D980464}"/>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C5E118A-F393-40E0-9744-A5CB22008D46}"/>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94CD2C34-AC1E-47B4-B6BA-567E435F0AF3}"/>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Tree>
    <p:extLst>
      <p:ext uri="{BB962C8B-B14F-4D97-AF65-F5344CB8AC3E}">
        <p14:creationId xmlns:p14="http://schemas.microsoft.com/office/powerpoint/2010/main" val="14396995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D62F73E2-E614-4FAB-BD11-471DF09E54E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F5B4C9F-1E64-4D53-8FEE-C2068F1776B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96EE5ED-6569-4D8E-8FE7-29450BA9AA2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255F8505-0799-418A-B92B-80D9B16B9A0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процедура и контрола</a:t>
            </a:r>
          </a:p>
        </p:txBody>
      </p:sp>
      <p:sp>
        <p:nvSpPr>
          <p:cNvPr id="5" name="Rectangle 4">
            <a:extLst xmlns:a="http://schemas.openxmlformats.org/drawingml/2006/main">
              <a:ext uri="{FF2B5EF4-FFF2-40B4-BE49-F238E27FC236}">
                <a16:creationId xmlns:a16="http://schemas.microsoft.com/office/drawing/2014/main" id="{56DB30EF-11A6-48D3-9801-1F4C753AD0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12D0D40A-0711-4EC1-BB5F-9740E0DF23CE}"/>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Елемент</a:t>
            </a:r>
          </a:p>
        </p:txBody>
      </p:sp>
      <p:sp>
        <p:nvSpPr>
          <p:cNvPr id="7" name="Rectangle 6">
            <a:extLst xmlns:a="http://schemas.openxmlformats.org/drawingml/2006/main">
              <a:ext uri="{FF2B5EF4-FFF2-40B4-BE49-F238E27FC236}">
                <a16:creationId xmlns:a16="http://schemas.microsoft.com/office/drawing/2014/main" id="{7533ACD5-ED50-42E1-8C52-DB2363F5F1F8}"/>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Улога</a:t>
            </a:r>
          </a:p>
        </p:txBody>
      </p:sp>
      <p:sp>
        <p:nvSpPr>
          <p:cNvPr id="8" name="Rectangle 7">
            <a:extLst xmlns:a="http://schemas.openxmlformats.org/drawingml/2006/main">
              <a:ext uri="{FF2B5EF4-FFF2-40B4-BE49-F238E27FC236}">
                <a16:creationId xmlns:a16="http://schemas.microsoft.com/office/drawing/2014/main" id="{5A96E28A-DD17-41AE-9D80-2179725FD4A1}"/>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Пример доказа</a:t>
            </a:r>
          </a:p>
        </p:txBody>
      </p:sp>
      <p:sp>
        <p:nvSpPr>
          <p:cNvPr id="9" name="Rounded Rectangle 8">
            <a:extLst xmlns:a="http://schemas.openxmlformats.org/drawingml/2006/main">
              <a:ext uri="{FF2B5EF4-FFF2-40B4-BE49-F238E27FC236}">
                <a16:creationId xmlns:a16="http://schemas.microsoft.com/office/drawing/2014/main" id="{61575716-F62D-4A6C-A967-A089E07FFF42}"/>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0BE83FA9-44E2-4E4D-8DDA-9BD66FC29C36}"/>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Политика</a:t>
            </a:r>
          </a:p>
        </p:txBody>
      </p:sp>
      <p:sp>
        <p:nvSpPr>
          <p:cNvPr id="11" name="Rectangle 10">
            <a:extLst xmlns:a="http://schemas.openxmlformats.org/drawingml/2006/main">
              <a:ext uri="{FF2B5EF4-FFF2-40B4-BE49-F238E27FC236}">
                <a16:creationId xmlns:a16="http://schemas.microsoft.com/office/drawing/2014/main" id="{82F85F71-4C93-484C-A466-5685CEFE3B3E}"/>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Одређује правило и циљ заштите.</a:t>
            </a:r>
          </a:p>
        </p:txBody>
      </p:sp>
      <p:sp>
        <p:nvSpPr>
          <p:cNvPr id="12" name="Rectangle 11">
            <a:extLst xmlns:a="http://schemas.openxmlformats.org/drawingml/2006/main">
              <a:ext uri="{FF2B5EF4-FFF2-40B4-BE49-F238E27FC236}">
                <a16:creationId xmlns:a16="http://schemas.microsoft.com/office/drawing/2014/main" id="{2AE10BB0-E702-4100-9688-3B6227963240}"/>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Верзионисан текст са власником.</a:t>
            </a:r>
          </a:p>
        </p:txBody>
      </p:sp>
      <p:sp>
        <p:nvSpPr>
          <p:cNvPr id="13" name="Rounded Rectangle 12">
            <a:extLst xmlns:a="http://schemas.openxmlformats.org/drawingml/2006/main">
              <a:ext uri="{FF2B5EF4-FFF2-40B4-BE49-F238E27FC236}">
                <a16:creationId xmlns:a16="http://schemas.microsoft.com/office/drawing/2014/main" id="{0666D6DA-4CC1-4061-A6DD-D735659117F4}"/>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D5EC364-1F4A-4EF3-95DA-0FB36CD7C033}"/>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Процедура</a:t>
            </a:r>
          </a:p>
        </p:txBody>
      </p:sp>
      <p:sp>
        <p:nvSpPr>
          <p:cNvPr id="15" name="Rectangle 14">
            <a:extLst xmlns:a="http://schemas.openxmlformats.org/drawingml/2006/main">
              <a:ext uri="{FF2B5EF4-FFF2-40B4-BE49-F238E27FC236}">
                <a16:creationId xmlns:a16="http://schemas.microsoft.com/office/drawing/2014/main" id="{CC301C4A-6DD3-4A31-A61D-EE5C7497EFB2}"/>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Описује како људи или систем спроводе правило.</a:t>
            </a:r>
          </a:p>
        </p:txBody>
      </p:sp>
      <p:sp>
        <p:nvSpPr>
          <p:cNvPr id="16" name="Rectangle 15">
            <a:extLst xmlns:a="http://schemas.openxmlformats.org/drawingml/2006/main">
              <a:ext uri="{FF2B5EF4-FFF2-40B4-BE49-F238E27FC236}">
                <a16:creationId xmlns:a16="http://schemas.microsoft.com/office/drawing/2014/main" id="{1711EE1B-A49F-4FFA-B7A7-AFF0D6512B12}"/>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Преглед корака или аутоматизовани ток.</a:t>
            </a:r>
          </a:p>
        </p:txBody>
      </p:sp>
      <p:sp>
        <p:nvSpPr>
          <p:cNvPr id="17" name="Rounded Rectangle 16">
            <a:extLst xmlns:a="http://schemas.openxmlformats.org/drawingml/2006/main">
              <a:ext uri="{FF2B5EF4-FFF2-40B4-BE49-F238E27FC236}">
                <a16:creationId xmlns:a16="http://schemas.microsoft.com/office/drawing/2014/main" id="{8B6773D7-9CC2-47B0-A03A-F07F2B354988}"/>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7147B82A-9788-4E73-8EB1-298780306D08}"/>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Контрола</a:t>
            </a:r>
          </a:p>
        </p:txBody>
      </p:sp>
      <p:sp>
        <p:nvSpPr>
          <p:cNvPr id="19" name="Rectangle 18">
            <a:extLst xmlns:a="http://schemas.openxmlformats.org/drawingml/2006/main">
              <a:ext uri="{FF2B5EF4-FFF2-40B4-BE49-F238E27FC236}">
                <a16:creationId xmlns:a16="http://schemas.microsoft.com/office/drawing/2014/main" id="{49F1F589-8CE1-460E-B04F-30F5A7AAADFC}"/>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Спречава, открива или ограничава ризик.</a:t>
            </a:r>
          </a:p>
        </p:txBody>
      </p:sp>
      <p:sp>
        <p:nvSpPr>
          <p:cNvPr id="20" name="Rectangle 19">
            <a:extLst xmlns:a="http://schemas.openxmlformats.org/drawingml/2006/main">
              <a:ext uri="{FF2B5EF4-FFF2-40B4-BE49-F238E27FC236}">
                <a16:creationId xmlns:a16="http://schemas.microsoft.com/office/drawing/2014/main" id="{9724C60A-0962-4B2D-9B6E-F589045CB9E1}"/>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Тест, лог или резултат провере.</a:t>
            </a:r>
          </a:p>
        </p:txBody>
      </p:sp>
      <p:sp>
        <p:nvSpPr>
          <p:cNvPr id="21" name="Rounded Rectangle 20">
            <a:extLst xmlns:a="http://schemas.openxmlformats.org/drawingml/2006/main">
              <a:ext uri="{FF2B5EF4-FFF2-40B4-BE49-F238E27FC236}">
                <a16:creationId xmlns:a16="http://schemas.microsoft.com/office/drawing/2014/main" id="{C05095A9-6CD0-4CDF-B54A-6E70DFFB939E}"/>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532EE6C2-1F7B-4682-9D07-7B2CE2901A88}"/>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Метрика</a:t>
            </a:r>
          </a:p>
        </p:txBody>
      </p:sp>
      <p:sp>
        <p:nvSpPr>
          <p:cNvPr id="23" name="Rectangle 22">
            <a:extLst xmlns:a="http://schemas.openxmlformats.org/drawingml/2006/main">
              <a:ext uri="{FF2B5EF4-FFF2-40B4-BE49-F238E27FC236}">
                <a16:creationId xmlns:a16="http://schemas.microsoft.com/office/drawing/2014/main" id="{B019FBE9-4B53-4545-AF64-27495DE95FCE}"/>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Показује тренд или одступање.</a:t>
            </a:r>
          </a:p>
        </p:txBody>
      </p:sp>
      <p:sp>
        <p:nvSpPr>
          <p:cNvPr id="24" name="Rectangle 23">
            <a:extLst xmlns:a="http://schemas.openxmlformats.org/drawingml/2006/main">
              <a:ext uri="{FF2B5EF4-FFF2-40B4-BE49-F238E27FC236}">
                <a16:creationId xmlns:a16="http://schemas.microsoft.com/office/drawing/2014/main" id="{7293B485-5612-4BA2-829F-4FC397E618DC}"/>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Дефинисан праг и извор података.</a:t>
            </a:r>
          </a:p>
        </p:txBody>
      </p:sp>
    </p:spTree>
    <p:extLst>
      <p:ext uri="{BB962C8B-B14F-4D97-AF65-F5344CB8AC3E}">
        <p14:creationId xmlns:p14="http://schemas.microsoft.com/office/powerpoint/2010/main" val="18853613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CA9172AA-7712-4937-BDB6-38B85C08C7A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8E14B6E-6390-431C-BA15-A093BBB017E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A8DE897-6DEC-41D5-95E2-9D5E2A5179C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5AA491CB-B70B-40F7-B1C0-6B02F58B15D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од правила до доказа</a:t>
            </a:r>
          </a:p>
        </p:txBody>
      </p:sp>
      <p:sp>
        <p:nvSpPr>
          <p:cNvPr id="5" name="Rectangle 4">
            <a:extLst xmlns:a="http://schemas.openxmlformats.org/drawingml/2006/main">
              <a:ext uri="{FF2B5EF4-FFF2-40B4-BE49-F238E27FC236}">
                <a16:creationId xmlns:a16="http://schemas.microsoft.com/office/drawing/2014/main" id="{16312DC6-AA6D-4B0B-922B-6A7E8569D8D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126"/>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
        <p:nvSpPr>
          <p:cNvPr id="6" name="Rounded Rectangle 5">
            <a:extLst xmlns:a="http://schemas.openxmlformats.org/drawingml/2006/main">
              <a:ext uri="{FF2B5EF4-FFF2-40B4-BE49-F238E27FC236}">
                <a16:creationId xmlns:a16="http://schemas.microsoft.com/office/drawing/2014/main" id="{209680FF-5F77-42D7-A720-0B8870C5139C}"/>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B593984-EA08-403F-ACAC-826F5BEF14D8}"/>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F7D5803-1D09-484F-9183-A151EBB8B30B}"/>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F098C2BB-7AA5-48E4-9489-A4481B35B608}"/>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описана намера и опсег</a:t>
            </a:r>
          </a:p>
        </p:txBody>
      </p:sp>
      <p:sp>
        <p:nvSpPr>
          <p:cNvPr id="10" name="Rounded Rectangle 9">
            <a:extLst xmlns:a="http://schemas.openxmlformats.org/drawingml/2006/main">
              <a:ext uri="{FF2B5EF4-FFF2-40B4-BE49-F238E27FC236}">
                <a16:creationId xmlns:a16="http://schemas.microsoft.com/office/drawing/2014/main" id="{DA88863A-5147-4FD6-B7FF-240319B4C6F8}"/>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511D9AF-A1CA-43DE-9821-77DF09B5EA2C}"/>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F304441-35E0-4A19-8E06-DCDFAA126192}"/>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C5BF782F-8FA7-4D02-962A-DDE04FAD15D6}"/>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362"/>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важеће вредности и прагови</a:t>
            </a:r>
          </a:p>
        </p:txBody>
      </p:sp>
      <p:sp>
        <p:nvSpPr>
          <p:cNvPr id="14" name="Rounded Rectangle 13">
            <a:extLst xmlns:a="http://schemas.openxmlformats.org/drawingml/2006/main">
              <a:ext uri="{FF2B5EF4-FFF2-40B4-BE49-F238E27FC236}">
                <a16:creationId xmlns:a16="http://schemas.microsoft.com/office/drawing/2014/main" id="{42DE820C-D666-4FB5-B1E8-2666ECC373C1}"/>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FD1DB90-4EC8-48CE-A73B-BA1039C28922}"/>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979841D-5B4F-43DB-A84F-B4B355BA3C75}"/>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85827283-F0E6-45B9-9D91-72CCF9BEA924}"/>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спроводи одлуку</a:t>
            </a:r>
          </a:p>
        </p:txBody>
      </p:sp>
      <p:sp>
        <p:nvSpPr>
          <p:cNvPr id="18" name="Rounded Rectangle 17">
            <a:extLst xmlns:a="http://schemas.openxmlformats.org/drawingml/2006/main">
              <a:ext uri="{FF2B5EF4-FFF2-40B4-BE49-F238E27FC236}">
                <a16:creationId xmlns:a16="http://schemas.microsoft.com/office/drawing/2014/main" id="{106335C4-89B2-49E8-96E1-5EF6E162B6E0}"/>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335338E-2557-4C5F-A2D7-EC45F14002E3}"/>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B90843DB-5B25-482F-80F4-712B37F0A46A}"/>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63F5A87B-77DA-400F-803A-5D31DCFA866D}"/>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показује стварни исход</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0344B343-D77C-4DD0-9590-5F2B633036A4}"/>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B5A35519-74F3-4D60-8838-4A39C67094FC}"/>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97CBBFDA-3479-493A-94B5-F42E515F709C}"/>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13028C9F-4F9F-45C2-8883-702ECA96D9D2}"/>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664CEBA1-99A0-4234-9BCC-27E73DB5E767}"/>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26F2F907-5136-4C71-B5E0-560917BFA849}"/>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158745982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419C463B-0138-49E7-9EE1-09BC1CB4EEF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A15C1C6-02D9-4119-AF78-A5CD8DAF8BE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D8B40E3-2B88-4021-9396-3F7A1AEB37B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E6EE1D44-768C-4D9A-BFE4-6F530D852BC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бира безбедносна метрика</a:t>
            </a:r>
          </a:p>
        </p:txBody>
      </p:sp>
      <p:sp>
        <p:nvSpPr>
          <p:cNvPr id="5" name="Rectangle 4">
            <a:extLst xmlns:a="http://schemas.openxmlformats.org/drawingml/2006/main">
              <a:ext uri="{FF2B5EF4-FFF2-40B4-BE49-F238E27FC236}">
                <a16:creationId xmlns:a16="http://schemas.microsoft.com/office/drawing/2014/main" id="{5970E532-8526-428D-A90D-D5B254F49A1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84C8A7EA-4A7A-42C7-8253-588519A3658A}"/>
              </a:ext>
            </a:extLst>
          </p:cNvPr>
          <p:cNvSpPr>
            <a:spLocks xmlns:a="http://schemas.openxmlformats.org/drawingml/2006/main" noGrp="1"/>
          </p:cNvSpPr>
          <p:nvPr/>
        </p:nvSpPr>
        <p:spPr>
          <a:xfrm xmlns:a="http://schemas.openxmlformats.org/drawingml/2006/main">
            <a:off x="781050" y="2152650"/>
            <a:ext cx="4572000" cy="2066925"/>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1233CC2-B4A4-4E2C-AC50-EC8E00D75DC7}"/>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AD1E093A-72B2-42C7-B7EC-5F8F6ADCDDC8}"/>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Како се бира безбедносна метрика</a:t>
            </a:r>
          </a:p>
        </p:txBody>
      </p:sp>
      <p:sp>
        <p:nvSpPr>
          <p:cNvPr id="9" name="Rectangle 8">
            <a:extLst xmlns:a="http://schemas.openxmlformats.org/drawingml/2006/main">
              <a:ext uri="{FF2B5EF4-FFF2-40B4-BE49-F238E27FC236}">
                <a16:creationId xmlns:a16="http://schemas.microsoft.com/office/drawing/2014/main" id="{8BE615A8-6455-4360-A7A3-22B48B3845A5}"/>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Избор метрике почиње питањем које оператер или власник система треба да реши. Након тога се одређују извор, период посматрања и праг за покретање активности.</a:t>
            </a:r>
          </a:p>
        </p:txBody>
      </p:sp>
      <p:sp>
        <p:nvSpPr>
          <p:cNvPr id="10" name="Rounded Rectangle 9">
            <a:extLst xmlns:a="http://schemas.openxmlformats.org/drawingml/2006/main">
              <a:ext uri="{FF2B5EF4-FFF2-40B4-BE49-F238E27FC236}">
                <a16:creationId xmlns:a16="http://schemas.microsoft.com/office/drawing/2014/main" id="{967727CC-98C3-4612-A68C-928E6F33EA99}"/>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3D85C469-74E5-4627-83A5-048A780C2F35}"/>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87E92571-E6E1-4AEF-AADE-C3FB715A52BB}"/>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Које понашање желимо да разумемо или ограничимо?</a:t>
            </a:r>
          </a:p>
        </p:txBody>
      </p:sp>
      <p:sp>
        <p:nvSpPr>
          <p:cNvPr id="13" name="Rounded Rectangle 12">
            <a:extLst xmlns:a="http://schemas.openxmlformats.org/drawingml/2006/main">
              <a:ext uri="{FF2B5EF4-FFF2-40B4-BE49-F238E27FC236}">
                <a16:creationId xmlns:a16="http://schemas.microsoft.com/office/drawing/2014/main" id="{2097A878-719B-4B0F-AD0C-4F67D7C662F1}"/>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91E76AD-37DA-4171-A66B-8DC56CA0B883}"/>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25DB939-CC09-4C1C-A4C4-8BF4D2A298BB}"/>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Који догађаји поуздано представљају то понашање?</a:t>
            </a:r>
          </a:p>
        </p:txBody>
      </p:sp>
      <p:sp>
        <p:nvSpPr>
          <p:cNvPr id="16" name="Rounded Rectangle 15">
            <a:extLst xmlns:a="http://schemas.openxmlformats.org/drawingml/2006/main">
              <a:ext uri="{FF2B5EF4-FFF2-40B4-BE49-F238E27FC236}">
                <a16:creationId xmlns:a16="http://schemas.microsoft.com/office/drawing/2014/main" id="{53E59189-EC63-484C-96BB-5A399F162509}"/>
              </a:ext>
            </a:extLst>
          </p:cNvPr>
          <p:cNvSpPr>
            <a:spLocks xmlns:a="http://schemas.openxmlformats.org/drawingml/2006/main" noGrp="1"/>
          </p:cNvSpPr>
          <p:nvPr/>
        </p:nvSpPr>
        <p:spPr>
          <a:xfrm xmlns:a="http://schemas.openxmlformats.org/drawingml/2006/main">
            <a:off x="5772150" y="38481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F2390447-784D-4557-9479-B0C059D84C1D}"/>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456A8CD-8ACE-4303-B7CE-C637D9F3231A}"/>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 је власник прага и шта ради када се праг пређе?</a:t>
            </a:r>
          </a:p>
        </p:txBody>
      </p:sp>
      <p:sp>
        <p:nvSpPr>
          <p:cNvPr id="19" name="Rounded Rectangle 18">
            <a:extLst xmlns:a="http://schemas.openxmlformats.org/drawingml/2006/main">
              <a:ext uri="{FF2B5EF4-FFF2-40B4-BE49-F238E27FC236}">
                <a16:creationId xmlns:a16="http://schemas.microsoft.com/office/drawing/2014/main" id="{2A7D016B-25CA-49D4-B8A3-4938D592CBA8}"/>
              </a:ext>
            </a:extLst>
          </p:cNvPr>
          <p:cNvSpPr>
            <a:spLocks xmlns:a="http://schemas.openxmlformats.org/drawingml/2006/main" noGrp="1"/>
          </p:cNvSpPr>
          <p:nvPr/>
        </p:nvSpPr>
        <p:spPr>
          <a:xfrm xmlns:a="http://schemas.openxmlformats.org/drawingml/2006/main">
            <a:off x="5772150" y="4724400"/>
            <a:ext cx="5638800" cy="8763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4AD519ED-7DA1-4ECF-9E43-CA8CBF1D6B0C}"/>
              </a:ext>
            </a:extLst>
          </p:cNvPr>
          <p:cNvSpPr>
            <a:spLocks xmlns:a="http://schemas.openxmlformats.org/drawingml/2006/main" noGrp="1"/>
          </p:cNvSpPr>
          <p:nvPr/>
        </p:nvSpPr>
        <p:spPr>
          <a:xfrm xmlns:a="http://schemas.openxmlformats.org/drawingml/2006/main">
            <a:off x="5924550" y="48482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703F5CF7-E069-4427-BF39-E6B082D221E0}"/>
              </a:ext>
            </a:extLst>
          </p:cNvPr>
          <p:cNvSpPr>
            <a:spLocks xmlns:a="http://schemas.openxmlformats.org/drawingml/2006/main" noGrp="1"/>
          </p:cNvSpPr>
          <p:nvPr/>
        </p:nvSpPr>
        <p:spPr>
          <a:xfrm xmlns:a="http://schemas.openxmlformats.org/drawingml/2006/main">
            <a:off x="5924550" y="50958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Како</a:t>
            </a:r>
            <a:r>
              <a:rPr sz="1350" b="1">
                <a:solidFill>
                  <a:srgbClr val="1A202C"/>
                </a:solidFill>
                <a:latin typeface="Aptos"/>
                <a:ea typeface="Aptos"/>
                <a:cs typeface="Aptos"/>
              </a:rPr>
              <a:t> </a:t>
            </a:r>
            <a:r>
              <a:rPr sz="1350" b="1">
                <a:solidFill>
                  <a:srgbClr val="1A202C"/>
                </a:solidFill>
                <a:latin typeface="Aptos"/>
                <a:ea typeface="Aptos"/>
                <a:cs typeface="Aptos"/>
              </a:rPr>
              <a:t>разликујемо</a:t>
            </a:r>
            <a:r>
              <a:rPr sz="1350" b="1">
                <a:solidFill>
                  <a:srgbClr val="1A202C"/>
                </a:solidFill>
                <a:latin typeface="Aptos"/>
                <a:ea typeface="Aptos"/>
                <a:cs typeface="Aptos"/>
              </a:rPr>
              <a:t> </a:t>
            </a:r>
            <a:r>
              <a:rPr sz="1350" b="1">
                <a:solidFill>
                  <a:srgbClr val="1A202C"/>
                </a:solidFill>
                <a:latin typeface="Aptos"/>
                <a:ea typeface="Aptos"/>
                <a:cs typeface="Aptos"/>
              </a:rPr>
              <a:t>нормалну</a:t>
            </a:r>
            <a:r>
              <a:rPr sz="1350" b="1">
                <a:solidFill>
                  <a:srgbClr val="1A202C"/>
                </a:solidFill>
                <a:latin typeface="Aptos"/>
                <a:ea typeface="Aptos"/>
                <a:cs typeface="Aptos"/>
              </a:rPr>
              <a:t> </a:t>
            </a:r>
            <a:r>
              <a:rPr sz="1350" b="1">
                <a:solidFill>
                  <a:srgbClr val="1A202C"/>
                </a:solidFill>
                <a:latin typeface="Aptos"/>
                <a:ea typeface="Aptos"/>
                <a:cs typeface="Aptos"/>
              </a:rPr>
              <a:t>промену</a:t>
            </a:r>
            <a:r>
              <a:rPr sz="1350" b="1">
                <a:solidFill>
                  <a:srgbClr val="1A202C"/>
                </a:solidFill>
                <a:latin typeface="Aptos"/>
                <a:ea typeface="Aptos"/>
                <a:cs typeface="Aptos"/>
              </a:rPr>
              <a:t> </a:t>
            </a:r>
            <a:r>
              <a:rPr sz="1350" b="1">
                <a:solidFill>
                  <a:srgbClr val="1A202C"/>
                </a:solidFill>
                <a:latin typeface="Aptos"/>
                <a:ea typeface="Aptos"/>
                <a:cs typeface="Aptos"/>
              </a:rPr>
              <a:t>рада</a:t>
            </a:r>
            <a:r>
              <a:rPr sz="1350" b="1">
                <a:solidFill>
                  <a:srgbClr val="1A202C"/>
                </a:solidFill>
                <a:latin typeface="Aptos"/>
                <a:ea typeface="Aptos"/>
                <a:cs typeface="Aptos"/>
              </a:rPr>
              <a:t> </a:t>
            </a:r>
            <a:r>
              <a:rPr sz="1350" b="1">
                <a:solidFill>
                  <a:srgbClr val="1A202C"/>
                </a:solidFill>
                <a:latin typeface="Aptos"/>
                <a:ea typeface="Aptos"/>
                <a:cs typeface="Aptos"/>
              </a:rPr>
              <a:t>од</a:t>
            </a:r>
            <a:r>
              <a:rPr sz="1350" b="1">
                <a:solidFill>
                  <a:srgbClr val="1A202C"/>
                </a:solidFill>
                <a:latin typeface="Aptos"/>
                <a:ea typeface="Aptos"/>
                <a:cs typeface="Aptos"/>
              </a:rPr>
              <a:t> </a:t>
            </a:r>
            <a:r>
              <a:rPr sz="1350" b="1">
                <a:solidFill>
                  <a:srgbClr val="1A202C"/>
                </a:solidFill>
                <a:latin typeface="Aptos"/>
                <a:ea typeface="Aptos"/>
                <a:cs typeface="Aptos"/>
              </a:rPr>
              <a:t>безбедносног</a:t>
            </a:r>
            <a:r>
              <a:rPr sz="1350" b="1">
                <a:solidFill>
                  <a:srgbClr val="1A202C"/>
                </a:solidFill>
                <a:latin typeface="Aptos"/>
                <a:ea typeface="Aptos"/>
                <a:cs typeface="Aptos"/>
              </a:rPr>
              <a:t> </a:t>
            </a:r>
            <a:r>
              <a:rPr sz="1350" b="1">
                <a:solidFill>
                  <a:srgbClr val="1A202C"/>
                </a:solidFill>
                <a:latin typeface="Aptos"/>
                <a:ea typeface="Aptos"/>
                <a:cs typeface="Aptos"/>
              </a:rPr>
              <a:t>одступања</a:t>
            </a:r>
            <a:r>
              <a:rPr sz="1350" b="1">
                <a:solidFill>
                  <a:srgbClr val="1A202C"/>
                </a:solidFill>
                <a:latin typeface="Aptos"/>
                <a:ea typeface="Aptos"/>
                <a:cs typeface="Aptos"/>
              </a:rPr>
              <a:t>?</a:t>
            </a:r>
          </a:p>
        </p:txBody>
      </p:sp>
    </p:spTree>
    <p:extLst>
      <p:ext uri="{BB962C8B-B14F-4D97-AF65-F5344CB8AC3E}">
        <p14:creationId xmlns:p14="http://schemas.microsoft.com/office/powerpoint/2010/main" val="7515064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B585CECE-DB0E-449A-8652-18CF00E3CCF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EE9FCA4-7028-4DE3-BB30-A20417513BC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AC7DF9A-2D6B-44BF-9DC7-83DA453F8EC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EBC81911-E130-4504-A7BA-CCBAA89D78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Правило без доказа је само намера</a:t>
            </a:r>
          </a:p>
        </p:txBody>
      </p:sp>
      <p:sp>
        <p:nvSpPr>
          <p:cNvPr id="5" name="Rectangle 4">
            <a:extLst xmlns:a="http://schemas.openxmlformats.org/drawingml/2006/main">
              <a:ext uri="{FF2B5EF4-FFF2-40B4-BE49-F238E27FC236}">
                <a16:creationId xmlns:a16="http://schemas.microsoft.com/office/drawing/2014/main" id="{F430D5BC-E7C1-4DA0-BE6F-0C20E5488AC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46B91624-8E97-4936-B6DA-24926782E134}"/>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F4653117-29DF-4A55-B499-F4FA2A63599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5F97695C-225F-484B-A8EF-1F92612C614C}"/>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Нова верзија политике чува разлог и контекст у коме је претходна одлука била исправна.</a:t>
            </a:r>
          </a:p>
        </p:txBody>
      </p:sp>
      <p:sp>
        <p:nvSpPr>
          <p:cNvPr id="9" name="Rectangle 8">
            <a:extLst xmlns:a="http://schemas.openxmlformats.org/drawingml/2006/main">
              <a:ext uri="{FF2B5EF4-FFF2-40B4-BE49-F238E27FC236}">
                <a16:creationId xmlns:a16="http://schemas.microsoft.com/office/drawing/2014/main" id="{1BBFA8B2-2652-424F-8DB6-676D52F06A91}"/>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2D9C6035-E2FA-46F8-97FB-D5B970AD9C8F}"/>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A43174D-4955-415A-833C-C87CAC5B88BA}"/>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B5FFC9A7-41D5-4CC6-86BB-BD0870B62120}"/>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Конфигурациона вредност има власника, значење и очекивани опсег.</a:t>
            </a:r>
          </a:p>
        </p:txBody>
      </p:sp>
      <p:sp>
        <p:nvSpPr>
          <p:cNvPr id="13" name="Rectangle 12">
            <a:extLst xmlns:a="http://schemas.openxmlformats.org/drawingml/2006/main">
              <a:ext uri="{FF2B5EF4-FFF2-40B4-BE49-F238E27FC236}">
                <a16:creationId xmlns:a16="http://schemas.microsoft.com/office/drawing/2014/main" id="{227D9A3B-A3AF-472A-A467-D4BA536156B7}"/>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54AFF823-93D9-400F-A08E-85E1DEC2958D}"/>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BEA9A1A-4699-4E68-8D74-FDD53C14C3F1}"/>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494718CA-F084-467B-885D-A5FB5A41DB01}"/>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Корелациони идентификатор повезује један безбедносни ток кроз слојеве система.</a:t>
            </a:r>
          </a:p>
        </p:txBody>
      </p:sp>
      <p:sp>
        <p:nvSpPr>
          <p:cNvPr id="17" name="Rectangle 16">
            <a:extLst xmlns:a="http://schemas.openxmlformats.org/drawingml/2006/main">
              <a:ext uri="{FF2B5EF4-FFF2-40B4-BE49-F238E27FC236}">
                <a16:creationId xmlns:a16="http://schemas.microsoft.com/office/drawing/2014/main" id="{3959E280-CFE6-481F-8156-86280165D985}"/>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14531415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73ACEB00-96A1-4741-86CE-E676E9BCF46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F1FF2C23-AC3B-4E0A-BDC7-8E3D32A7657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481932E-0EC3-4078-A574-6767EA9620A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486E0D4A-01A9-47F1-9669-BAEF6EAC28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1ED7C457-B269-4067-969D-30B7DD9AFCE7}"/>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8D797362-A373-41CA-9295-4A851DC902E6}"/>
              </a:ext>
            </a:extLst>
          </p:cNvPr>
          <p:cNvSpPr>
            <a:spLocks xmlns:a="http://schemas.openxmlformats.org/drawingml/2006/main" noGrp="1"/>
          </p:cNvSpPr>
          <p:nvPr/>
        </p:nvSpPr>
        <p:spPr>
          <a:xfrm xmlns:a="http://schemas.openxmlformats.org/drawingml/2006/main">
            <a:off x="800100" y="2209800"/>
            <a:ext cx="4810125" cy="2857500"/>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29FD0B7-C8F6-4C0A-A407-BDD6B0F778D5}"/>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9682AF65-0788-44D2-9BFE-BBB576D52D61}"/>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62CF8D13-DC96-47C9-9F3A-F9BD9994DC3A}"/>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бира кључне одлуке које може да објасни на основу лога и теста. Избор обухвата догађаје чији би нејасан исход отежао истрагу, преглед приступа или корекцију конфигурације.</a:t>
            </a:r>
          </a:p>
        </p:txBody>
      </p:sp>
      <p:sp>
        <p:nvSpPr>
          <p:cNvPr id="10" name="Rounded Rectangle 9">
            <a:extLst xmlns:a="http://schemas.openxmlformats.org/drawingml/2006/main">
              <a:ext uri="{FF2B5EF4-FFF2-40B4-BE49-F238E27FC236}">
                <a16:creationId xmlns:a16="http://schemas.microsoft.com/office/drawing/2014/main" id="{30EBFB47-7EF2-4F61-BD0C-9DB2B8348EFF}"/>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7A851307-5ED4-4225-B094-9C21D3BC9140}"/>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F995F7D-0FB5-485F-B0F4-9AFBB1E46AB0}"/>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259AF8FF-8ABE-4FBB-8489-621F87B2A8A0}"/>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30986E4D-C992-4B23-A62A-85D5B338A6B9}"/>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39DD3CB9-77C3-45CF-A302-DCFDD822CBEC}"/>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726979B7-46AE-4C3B-969C-CD3D93ADF51C}"/>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FAABB67-30C3-497D-ACB4-2836EE7FA61E}"/>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EBAE9540-096D-4382-9577-99446401191E}"/>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6209891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5D7BFD26-09E3-4CEF-9142-19DF9B05F83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A818B86-CC0C-4767-9D9A-4E22FA27652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42712690-4E3F-4B55-9ABD-25140F719D1B}"/>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82950E26-C035-4172-A70F-763D5BF6E84A}"/>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промена правила без губитка историје</a:t>
            </a:r>
          </a:p>
        </p:txBody>
      </p:sp>
      <p:sp>
        <p:nvSpPr>
          <p:cNvPr id="5" name="Rectangle 4">
            <a:extLst xmlns:a="http://schemas.openxmlformats.org/drawingml/2006/main">
              <a:ext uri="{FF2B5EF4-FFF2-40B4-BE49-F238E27FC236}">
                <a16:creationId xmlns:a16="http://schemas.microsoft.com/office/drawing/2014/main" id="{C3342A51-A700-4DDE-813B-3D1620BC767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B6DF51A2-1B26-4AC9-B076-89AD681548C6}"/>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F907B334-BB63-4550-B3C7-C6384C24E8F7}"/>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1E1AA7CC-4233-4C1A-82DE-B9CA2D05303F}"/>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промена правила без губитка историје</a:t>
            </a:r>
          </a:p>
        </p:txBody>
      </p:sp>
      <p:sp>
        <p:nvSpPr>
          <p:cNvPr id="9" name="Rectangle 8">
            <a:extLst xmlns:a="http://schemas.openxmlformats.org/drawingml/2006/main">
              <a:ext uri="{FF2B5EF4-FFF2-40B4-BE49-F238E27FC236}">
                <a16:creationId xmlns:a16="http://schemas.microsoft.com/office/drawing/2014/main" id="{29D9EDA4-6CB1-4F79-AA9B-3ECE8B42A248}"/>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Тим пооштрава правило за приступ административном интерфејсу. Ако старо правило само препише новим, касније не може да објасни зашто је ранији приступ био дозвољен нити да реконструише које је очекивање тада важило. Верзионисање очувава смисао историјских одлука и омогућава њихову накнадну реконструкцију.</a:t>
            </a:r>
          </a:p>
        </p:txBody>
      </p:sp>
      <p:sp>
        <p:nvSpPr>
          <p:cNvPr id="10" name="Rounded Rectangle 9">
            <a:extLst xmlns:a="http://schemas.openxmlformats.org/drawingml/2006/main">
              <a:ext uri="{FF2B5EF4-FFF2-40B4-BE49-F238E27FC236}">
                <a16:creationId xmlns:a16="http://schemas.microsoft.com/office/drawing/2014/main" id="{8E753EB7-3E75-4D1A-BBF9-57FF7D82936F}"/>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17B8F1E2-030A-4945-BFF3-463510783D4B}"/>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3879685-EAAE-48AB-A8EB-DC5194C063B3}"/>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Политика описује намеру и важење, док конфигурација чува вредности којима се та намера примењује у окружењу.</a:t>
            </a:r>
          </a:p>
        </p:txBody>
      </p:sp>
      <p:sp>
        <p:nvSpPr>
          <p:cNvPr id="13" name="Rounded Rectangle 12">
            <a:extLst xmlns:a="http://schemas.openxmlformats.org/drawingml/2006/main">
              <a:ext uri="{FF2B5EF4-FFF2-40B4-BE49-F238E27FC236}">
                <a16:creationId xmlns:a16="http://schemas.microsoft.com/office/drawing/2014/main" id="{F0EB8801-31E6-42D9-A2AD-C1629C6FF2ED}"/>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5CF21B7-B603-4B2C-AE47-074C98EADC4C}"/>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EBB79170-B0A4-4B18-9152-2A914E089CA7}"/>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Свака промена која утиче на одлуку има власника, датум и јасан разлог.</a:t>
            </a:r>
          </a:p>
        </p:txBody>
      </p:sp>
      <p:sp>
        <p:nvSpPr>
          <p:cNvPr id="16" name="Rounded Rectangle 15">
            <a:extLst xmlns:a="http://schemas.openxmlformats.org/drawingml/2006/main">
              <a:ext uri="{FF2B5EF4-FFF2-40B4-BE49-F238E27FC236}">
                <a16:creationId xmlns:a16="http://schemas.microsoft.com/office/drawing/2014/main" id="{00FF123D-8A16-4376-9049-AD9E90E52146}"/>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1C745BEE-3C25-4135-8A4A-5F6F487CDC54}"/>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E1F3BCA-91CD-4D48-BAFA-F9B9F1C784A7}"/>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 метрика или тест дају доказ да систем ради према активном правилу, а не само да је правило записано.</a:t>
            </a:r>
          </a:p>
        </p:txBody>
      </p:sp>
    </p:spTree>
    <p:extLst>
      <p:ext uri="{BB962C8B-B14F-4D97-AF65-F5344CB8AC3E}">
        <p14:creationId xmlns:p14="http://schemas.microsoft.com/office/powerpoint/2010/main" val="13040334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8A9BF6A0-658F-4339-85DE-778B10EFE52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AB86501-69C7-4D46-98E9-1EE56E96744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C7625CE4-01BC-46EF-8C28-C91A57555CC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619C1003-BFD5-49FE-B70C-5947CBF31A0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конфигурација и контрола имају различите улоге</a:t>
            </a:r>
          </a:p>
        </p:txBody>
      </p:sp>
      <p:sp>
        <p:nvSpPr>
          <p:cNvPr id="5" name="Rectangle 4">
            <a:extLst xmlns:a="http://schemas.openxmlformats.org/drawingml/2006/main">
              <a:ext uri="{FF2B5EF4-FFF2-40B4-BE49-F238E27FC236}">
                <a16:creationId xmlns:a16="http://schemas.microsoft.com/office/drawing/2014/main" id="{AE7373C4-4F9F-432E-B6E2-BA1F51E699A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Код раздваја верзионисано правило, конфигурационе вредности и механизам примене.</a:t>
            </a:r>
          </a:p>
        </p:txBody>
      </p:sp>
      <p:sp>
        <p:nvSpPr>
          <p:cNvPr id="6" name="Rounded Rectangle 5">
            <a:extLst xmlns:a="http://schemas.openxmlformats.org/drawingml/2006/main">
              <a:ext uri="{FF2B5EF4-FFF2-40B4-BE49-F238E27FC236}">
                <a16:creationId xmlns:a16="http://schemas.microsoft.com/office/drawing/2014/main" id="{8ECC46D5-DC1D-4A2F-9385-111DF3381DED}"/>
              </a:ext>
            </a:extLst>
          </p:cNvPr>
          <p:cNvSpPr>
            <a:spLocks xmlns:a="http://schemas.openxmlformats.org/drawingml/2006/main" noGrp="1"/>
          </p:cNvSpPr>
          <p:nvPr/>
        </p:nvSpPr>
        <p:spPr>
          <a:xfrm xmlns:a="http://schemas.openxmlformats.org/drawingml/2006/main">
            <a:off x="666750" y="2095500"/>
            <a:ext cx="6858000" cy="2038350"/>
          </a:xfrm>
          <a:prstGeom xmlns:a="http://schemas.openxmlformats.org/drawingml/2006/main" prst="roundRect">
            <a:avLst>
              <a:gd name="adj" fmla="val 4673"/>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C9AEBF98-5A4B-4167-91AC-495E90BB1096}"/>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EB210FEB-B3A4-48D2-A5AB-C3B98E501C2E}"/>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2B1F8D26-078A-41EA-B737-6A23D12A4A37}"/>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913D9F09-444C-493C-B34A-1700429F05BA}"/>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E226F36A-8F12-4493-B19F-7AC09DA96144}"/>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E905558A-FFF1-45F6-A82B-FB1FB2D427C5}"/>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Decision</a:t>
            </a:r>
            <a:r>
              <a:rPr b="0">
                <a:solidFill>
                  <a:srgbClr val="263044"/>
                </a:solidFill>
              </a:rPr>
              <a:t> </a:t>
            </a:r>
            <a:r>
              <a:rPr b="0">
                <a:solidFill>
                  <a:srgbClr val="7651D4"/>
                </a:solidFill>
              </a:rPr>
              <a:t>Evaluate</a:t>
            </a:r>
            <a:r>
              <a:rPr b="0">
                <a:solidFill>
                  <a:srgbClr val="263044"/>
                </a:solidFill>
              </a:rPr>
              <a:t>(</a:t>
            </a:r>
            <a:r>
              <a:rPr b="0">
                <a:solidFill>
                  <a:srgbClr val="7651D4"/>
                </a:solidFill>
              </a:rPr>
              <a:t>RequestContext</a:t>
            </a:r>
            <a:r>
              <a:rPr b="0">
                <a:solidFill>
                  <a:srgbClr val="263044"/>
                </a:solidFill>
              </a:rPr>
              <a:t> ctx, </a:t>
            </a:r>
            <a:r>
              <a:rPr b="0">
                <a:solidFill>
                  <a:srgbClr val="7651D4"/>
                </a:solidFill>
              </a:rPr>
              <a:t>Policy</a:t>
            </a:r>
            <a:r>
              <a:rPr b="0">
                <a:solidFill>
                  <a:srgbClr val="263044"/>
                </a:solidFill>
              </a:rPr>
              <a:t> policy)</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(!policy.</a:t>
            </a:r>
            <a:r>
              <a:rPr b="0">
                <a:solidFill>
                  <a:srgbClr val="7651D4"/>
                </a:solidFill>
              </a:rPr>
              <a:t>IsActiveAt</a:t>
            </a:r>
            <a:r>
              <a:rPr b="0">
                <a:solidFill>
                  <a:srgbClr val="263044"/>
                </a:solidFill>
              </a:rPr>
              <a:t>(ctx.</a:t>
            </a:r>
            <a:r>
              <a:rPr b="0">
                <a:solidFill>
                  <a:srgbClr val="7651D4"/>
                </a:solidFill>
              </a:rPr>
              <a:t>Now</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"inactive"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(!policy.</a:t>
            </a:r>
            <a:r>
              <a:rPr b="0">
                <a:solidFill>
                  <a:srgbClr val="7651D4"/>
                </a:solidFill>
              </a:rPr>
              <a:t>AppliesTo</a:t>
            </a:r>
            <a:r>
              <a:rPr b="0">
                <a:solidFill>
                  <a:srgbClr val="263044"/>
                </a:solidFill>
              </a:rPr>
              <a:t>(ctx.</a:t>
            </a:r>
            <a:r>
              <a:rPr b="0">
                <a:solidFill>
                  <a:srgbClr val="7651D4"/>
                </a:solidFill>
              </a:rPr>
              <a:t>AssetType</a:t>
            </a: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NotApplicable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(ctx.</a:t>
            </a:r>
            <a:r>
              <a:rPr b="0">
                <a:solidFill>
                  <a:srgbClr val="7651D4"/>
                </a:solidFill>
              </a:rPr>
              <a:t>Config</a:t>
            </a:r>
            <a:r>
              <a:rPr b="0">
                <a:solidFill>
                  <a:srgbClr val="263044"/>
                </a:solidFill>
              </a:rPr>
              <a:t>.</a:t>
            </a:r>
            <a:r>
              <a:rPr b="0">
                <a:solidFill>
                  <a:srgbClr val="7651D4"/>
                </a:solidFill>
              </a:rPr>
              <a:t>Version</a:t>
            </a:r>
            <a:r>
              <a:rPr b="0">
                <a:solidFill>
                  <a:srgbClr val="263044"/>
                </a:solidFill>
              </a:rPr>
              <a:t> != policy.</a:t>
            </a:r>
            <a:r>
              <a:rPr b="0">
                <a:solidFill>
                  <a:srgbClr val="7651D4"/>
                </a:solidFill>
              </a:rPr>
              <a:t>RequiredBaseline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"configuration_drift"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policy.</a:t>
            </a:r>
            <a:r>
              <a:rPr b="0">
                <a:solidFill>
                  <a:srgbClr val="7651D4"/>
                </a:solidFill>
              </a:rPr>
              <a:t>Rule</a:t>
            </a:r>
            <a:r>
              <a:rPr b="0">
                <a:solidFill>
                  <a:srgbClr val="263044"/>
                </a:solidFill>
              </a:rPr>
              <a:t>(ctx) ? </a:t>
            </a:r>
            <a:r>
              <a:rPr b="0">
                <a:solidFill>
                  <a:srgbClr val="7651D4"/>
                </a:solidFill>
              </a:rPr>
              <a:t>Decision</a:t>
            </a:r>
            <a:r>
              <a:rPr b="0">
                <a:solidFill>
                  <a:srgbClr val="263044"/>
                </a:solidFill>
              </a:rPr>
              <a:t>.</a:t>
            </a:r>
            <a:r>
              <a:rPr b="0">
                <a:solidFill>
                  <a:srgbClr val="7651D4"/>
                </a:solidFill>
              </a:rPr>
              <a:t>Allow</a:t>
            </a:r>
            <a:r>
              <a:rPr b="0">
                <a:solidFill>
                  <a:srgbClr val="263044"/>
                </a:solidFill>
              </a:rPr>
              <a:t>() : </a:t>
            </a:r>
            <a:r>
              <a:rPr b="0">
                <a:solidFill>
                  <a:srgbClr val="7651D4"/>
                </a:solidFill>
              </a:rPr>
              <a:t>Decision</a:t>
            </a:r>
            <a:r>
              <a:rPr b="0">
                <a:solidFill>
                  <a:srgbClr val="263044"/>
                </a:solidFill>
              </a:rPr>
              <a:t>.</a:t>
            </a:r>
            <a:r>
              <a:rPr b="0">
                <a:solidFill>
                  <a:srgbClr val="7651D4"/>
                </a:solidFill>
              </a:rPr>
              <a:t>Deny</a:t>
            </a:r>
            <a:r>
              <a:rPr b="0">
                <a:solidFill>
                  <a:srgbClr val="263044"/>
                </a:solidFill>
              </a:rPr>
              <a:t>(</a:t>
            </a:r>
            <a:r>
              <a:rPr b="0">
                <a:solidFill>
                  <a:srgbClr val="B45309"/>
                </a:solidFill>
              </a:rPr>
              <a:t>"rule"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3779AFDA-55C0-4B08-9935-D56E55C42E4E}"/>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986950D1-04B0-4E53-A8DA-0C6CE08185DE}"/>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F410F776-AF41-4B9C-90E9-577DF3DB8AE4}"/>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изражава намеру, конфигурација конкретно стање, а контрола производи експлицитан исход.</a:t>
            </a:r>
          </a:p>
        </p:txBody>
      </p:sp>
      <p:sp>
        <p:nvSpPr>
          <p:cNvPr id="16" name="Rounded Rectangle 15">
            <a:extLst xmlns:a="http://schemas.openxmlformats.org/drawingml/2006/main">
              <a:ext uri="{FF2B5EF4-FFF2-40B4-BE49-F238E27FC236}">
                <a16:creationId xmlns:a16="http://schemas.microsoft.com/office/drawing/2014/main" id="{5136C94B-F4A1-4609-BA76-D9D60C585B92}"/>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95F1661A-E67F-416E-989C-32194FA9E0D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030E39FA-7362-4299-82D3-E59175ED9B4A}"/>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20877276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694028C2-1DA0-4229-AC1B-894EE71C767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B6EF5D5-0544-4DBA-8F8E-9DA04CB2A46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62B1C3EF-A4B5-4DB5-B275-A1D484F08CB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D73BAC9F-6C89-4DC8-9C7C-8A3D6C410640}"/>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Drift мора бити видљив и проверљив</a:t>
            </a:r>
          </a:p>
        </p:txBody>
      </p:sp>
      <p:sp>
        <p:nvSpPr>
          <p:cNvPr id="5" name="Rectangle 4">
            <a:extLst xmlns:a="http://schemas.openxmlformats.org/drawingml/2006/main">
              <a:ext uri="{FF2B5EF4-FFF2-40B4-BE49-F238E27FC236}">
                <a16:creationId xmlns:a16="http://schemas.microsoft.com/office/drawing/2014/main" id="{916F824F-2E9A-471D-BF9A-5CE4D38F7F0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проверава да одступање конфигурације производи видљив и поновљив исход.</a:t>
            </a:r>
          </a:p>
        </p:txBody>
      </p:sp>
      <p:sp>
        <p:nvSpPr>
          <p:cNvPr id="6" name="Rounded Rectangle 5">
            <a:extLst xmlns:a="http://schemas.openxmlformats.org/drawingml/2006/main">
              <a:ext uri="{FF2B5EF4-FFF2-40B4-BE49-F238E27FC236}">
                <a16:creationId xmlns:a16="http://schemas.microsoft.com/office/drawing/2014/main" id="{B2340762-20F7-472D-AA78-CBE27B9AB92D}"/>
              </a:ext>
            </a:extLst>
          </p:cNvPr>
          <p:cNvSpPr>
            <a:spLocks xmlns:a="http://schemas.openxmlformats.org/drawingml/2006/main" noGrp="1"/>
          </p:cNvSpPr>
          <p:nvPr/>
        </p:nvSpPr>
        <p:spPr>
          <a:xfrm xmlns:a="http://schemas.openxmlformats.org/drawingml/2006/main">
            <a:off x="666750" y="2095500"/>
            <a:ext cx="6858000" cy="2486025"/>
          </a:xfrm>
          <a:prstGeom xmlns:a="http://schemas.openxmlformats.org/drawingml/2006/main" prst="roundRect">
            <a:avLst>
              <a:gd name="adj" fmla="val 3831"/>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0D39F3E0-85BD-45DE-857D-A5B38AEB3163}"/>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8B7235B9-B076-4721-A90B-CA6AE70C76FE}"/>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EAC06C18-7D1E-4DC2-9B9D-6281C36AAD35}"/>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8D7EA51-8251-42FA-B1BD-ECFD4C7E0F6D}"/>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6C5E8EE4-AFFD-4F44-8A72-2F2FC914238E}"/>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p:txBody>
      </p:sp>
      <p:sp>
        <p:nvSpPr>
          <p:cNvPr id="12" name="Rectangle 11">
            <a:extLst xmlns:a="http://schemas.openxmlformats.org/drawingml/2006/main">
              <a:ext uri="{FF2B5EF4-FFF2-40B4-BE49-F238E27FC236}">
                <a16:creationId xmlns:a16="http://schemas.microsoft.com/office/drawing/2014/main" id="{A89EF430-4A2F-43A8-A0E8-8196FAC0E436}"/>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Drift_from_required_baseline_is_visible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ctx = </a:t>
            </a:r>
            <a:r>
              <a:rPr b="0">
                <a:solidFill>
                  <a:srgbClr val="7651D4"/>
                </a:solidFill>
              </a:rPr>
              <a:t>Context</a:t>
            </a:r>
            <a:r>
              <a:rPr b="0">
                <a:solidFill>
                  <a:srgbClr val="263044"/>
                </a:solidFill>
              </a:rPr>
              <a:t>.</a:t>
            </a:r>
            <a:r>
              <a:rPr b="0">
                <a:solidFill>
                  <a:srgbClr val="7651D4"/>
                </a:solidFill>
              </a:rPr>
              <a:t>WithBaseline</a:t>
            </a:r>
            <a:r>
              <a:rPr b="0">
                <a:solidFill>
                  <a:srgbClr val="263044"/>
                </a:solidFill>
              </a:rPr>
              <a:t>(</a:t>
            </a:r>
            <a:r>
              <a:rPr b="0">
                <a:solidFill>
                  <a:srgbClr val="B45309"/>
                </a:solidFill>
              </a:rPr>
              <a:t>"api-v3"</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policy = </a:t>
            </a:r>
            <a:r>
              <a:rPr b="0">
                <a:solidFill>
                  <a:srgbClr val="7651D4"/>
                </a:solidFill>
              </a:rPr>
              <a:t>Policy</a:t>
            </a:r>
            <a:r>
              <a:rPr b="0">
                <a:solidFill>
                  <a:srgbClr val="263044"/>
                </a:solidFill>
              </a:rPr>
              <a:t>.</a:t>
            </a:r>
            <a:r>
              <a:rPr b="0">
                <a:solidFill>
                  <a:srgbClr val="7651D4"/>
                </a:solidFill>
              </a:rPr>
              <a:t>RequiresBaseline</a:t>
            </a:r>
            <a:r>
              <a:rPr b="0">
                <a:solidFill>
                  <a:srgbClr val="263044"/>
                </a:solidFill>
              </a:rPr>
              <a:t>(</a:t>
            </a:r>
            <a:r>
              <a:rPr b="0">
                <a:solidFill>
                  <a:srgbClr val="B45309"/>
                </a:solidFill>
              </a:rPr>
              <a:t>"api-v4"</a:t>
            </a:r>
            <a:r>
              <a:rPr b="0">
                <a:solidFill>
                  <a:srgbClr val="263044"/>
                </a:solidFill>
              </a:rPr>
              <a:t>);</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evaluator.</a:t>
            </a:r>
            <a:r>
              <a:rPr b="0">
                <a:solidFill>
                  <a:srgbClr val="7651D4"/>
                </a:solidFill>
              </a:rPr>
              <a:t>Evaluate</a:t>
            </a:r>
            <a:r>
              <a:rPr b="0">
                <a:solidFill>
                  <a:srgbClr val="263044"/>
                </a:solidFill>
              </a:rPr>
              <a:t>(ctx, policy);</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"configuration_drift"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metrics.</a:t>
            </a:r>
            <a:r>
              <a:rPr b="0">
                <a:solidFill>
                  <a:srgbClr val="7651D4"/>
                </a:solidFill>
              </a:rPr>
              <a:t>DriftDetected</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86A09"/>
                </a:solidFill>
              </a:rPr>
              <a:t>1</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6BF8A700-C4A4-4226-AE8B-46857542193B}"/>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0E6264E-FE64-4DD5-A9EC-EC5DA8DB2D32}"/>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5D401BFC-1403-4B52-A9E7-6D656C96BFFF}"/>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 проверава вредност, разлог одбијања и сигнал који указује на одступање.</a:t>
            </a:r>
          </a:p>
        </p:txBody>
      </p:sp>
      <p:sp>
        <p:nvSpPr>
          <p:cNvPr id="16" name="Rounded Rectangle 15">
            <a:extLst xmlns:a="http://schemas.openxmlformats.org/drawingml/2006/main">
              <a:ext uri="{FF2B5EF4-FFF2-40B4-BE49-F238E27FC236}">
                <a16:creationId xmlns:a16="http://schemas.microsoft.com/office/drawing/2014/main" id="{5ACBEF02-F2BC-4804-A945-75B2FDBDCFCD}"/>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B8853E4-7FFC-4291-B023-985B7382079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E9448E46-BD66-4615-BB6C-7E8089B1B854}"/>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чињеницу и очекује јасан, стабилан разлог одбијања.</a:t>
            </a:r>
          </a:p>
        </p:txBody>
      </p:sp>
    </p:spTree>
    <p:extLst>
      <p:ext uri="{BB962C8B-B14F-4D97-AF65-F5344CB8AC3E}">
        <p14:creationId xmlns:p14="http://schemas.microsoft.com/office/powerpoint/2010/main" val="19720638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57CCDEEE-152C-46A5-B44D-6DFDEF54BE59}"/>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DB0FFE4-EA96-4377-9BB9-B03B2FC2E1B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6E118C9-4EA9-49B4-84B6-AAD5210EFF7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67B5615B-1411-4E62-BBE9-AC86AB8B5A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3BDB1292-8D71-46A1-B70D-F475ECD31BEF}"/>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D78D789C-459F-41AF-A4F0-B7B5EE1B4DB4}"/>
              </a:ext>
            </a:extLst>
          </p:cNvPr>
          <p:cNvSpPr>
            <a:spLocks xmlns:a="http://schemas.openxmlformats.org/drawingml/2006/main" noGrp="1"/>
          </p:cNvSpPr>
          <p:nvPr/>
        </p:nvSpPr>
        <p:spPr>
          <a:xfrm xmlns:a="http://schemas.openxmlformats.org/drawingml/2006/main">
            <a:off x="857250" y="2152650"/>
            <a:ext cx="5334000" cy="3143250"/>
          </a:xfrm>
          <a:prstGeom xmlns:a="http://schemas.openxmlformats.org/drawingml/2006/main" prst="roundRect">
            <a:avLst>
              <a:gd name="adj" fmla="val 3030"/>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2C4E965B-EE31-4E62-A2D6-5C1A93260292}"/>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61F11A1C-5FA4-40B0-A881-3E5298EF94F8}"/>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7ACEB41D-464B-47F8-A2C5-A11ECB0CE32C}"/>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74D46BD8-222E-4321-92FC-1AD77C9CCB70}"/>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CF2CD09E-C0F4-4BFE-BE33-0413562E7AEA}"/>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5F056B0C-AAA3-44EB-AE98-449F41AFFB4A}"/>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125">
                <a:solidFill>
                  <a:srgbClr val="263044"/>
                </a:solidFill>
                <a:latin typeface="Consolas"/>
                <a:ea typeface="Consolas"/>
                <a:cs typeface="Consolas"/>
              </a:defRPr>
            </a:pP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"policyId"</a:t>
            </a:r>
            <a:r>
              <a:rPr b="0">
                <a:solidFill>
                  <a:srgbClr val="263044"/>
                </a:solidFill>
              </a:rPr>
              <a:t>: </a:t>
            </a:r>
            <a:r>
              <a:rPr b="0">
                <a:solidFill>
                  <a:srgbClr val="B45309"/>
                </a:solidFill>
              </a:rPr>
              <a:t>"data-export"</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"version"</a:t>
            </a:r>
            <a:r>
              <a:rPr b="0">
                <a:solidFill>
                  <a:srgbClr val="263044"/>
                </a:solidFill>
              </a:rPr>
              <a:t>: </a:t>
            </a:r>
            <a:r>
              <a:rPr b="0">
                <a:solidFill>
                  <a:srgbClr val="B86A09"/>
                </a:solidFill>
              </a:rPr>
              <a:t>4</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"validFrom"</a:t>
            </a:r>
            <a:r>
              <a:rPr b="0">
                <a:solidFill>
                  <a:srgbClr val="263044"/>
                </a:solidFill>
              </a:rPr>
              <a:t>: </a:t>
            </a:r>
            <a:r>
              <a:rPr b="0">
                <a:solidFill>
                  <a:srgbClr val="B45309"/>
                </a:solidFill>
              </a:rPr>
              <a:t>"2026-10-01"</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"baseline"</a:t>
            </a:r>
            <a:r>
              <a:rPr b="0">
                <a:solidFill>
                  <a:srgbClr val="263044"/>
                </a:solidFill>
              </a:rPr>
              <a:t>: </a:t>
            </a:r>
            <a:r>
              <a:rPr b="0">
                <a:solidFill>
                  <a:srgbClr val="B45309"/>
                </a:solidFill>
              </a:rPr>
              <a:t>"api-v4"</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"decision"</a:t>
            </a:r>
            <a:r>
              <a:rPr b="0">
                <a:solidFill>
                  <a:srgbClr val="263044"/>
                </a:solidFill>
              </a:rPr>
              <a:t>: </a:t>
            </a:r>
            <a:r>
              <a:rPr b="0">
                <a:solidFill>
                  <a:srgbClr val="B45309"/>
                </a:solidFill>
              </a:rPr>
              <a:t>"denied"</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"reason"</a:t>
            </a:r>
            <a:r>
              <a:rPr b="0">
                <a:solidFill>
                  <a:srgbClr val="263044"/>
                </a:solidFill>
              </a:rPr>
              <a:t>: </a:t>
            </a:r>
            <a:r>
              <a:rPr b="0">
                <a:solidFill>
                  <a:srgbClr val="B45309"/>
                </a:solidFill>
              </a:rPr>
              <a:t>"configuration_drift"</a:t>
            </a:r>
          </a:p>
          <a:p xmlns:a="http://schemas.openxmlformats.org/drawingml/2006/main">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72F0D944-BF9D-41D9-A5CD-BA7469E7BF24}"/>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E3700E6E-40A6-44AC-B46C-833F657739A3}"/>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86A98582-06D7-4A52-A9C3-202E82FAA446}"/>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50ECC50E-AD70-4C8F-952C-248F629AF080}"/>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1C040AAC-234C-4E9A-BF2B-5D6A6A8D5C98}"/>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348FBF02-D673-4A8B-B80E-550C9FA0CAFC}"/>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364E359E-FBEE-4DBA-8322-DD02194E9556}"/>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07CEC5D9-644F-4475-A46B-63BE1C73C599}"/>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6162224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107ECE1-7731-4B6B-A068-FA09352AA2E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A0C50FB1-4557-44D4-8F28-AD88D265D23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68B6353-4455-4D77-82B3-0F1D1A89EF5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AB090FC5-2EF0-4E3B-9E2A-9D381F4AB1C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6A68928E-D3B2-4264-9E2D-397FB3833A5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813EB9D2-66B4-45F5-8E2B-496659059B5B}"/>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FDE7924-AD7C-4F00-A635-E30DAED1A2D6}"/>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274EE6D-3061-4927-80E8-C9D62BB5F339}"/>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Уређивање објављене политике на месту без историје.</a:t>
            </a:r>
          </a:p>
        </p:txBody>
      </p:sp>
      <p:sp>
        <p:nvSpPr>
          <p:cNvPr id="9" name="Rectangle 8">
            <a:extLst xmlns:a="http://schemas.openxmlformats.org/drawingml/2006/main">
              <a:ext uri="{FF2B5EF4-FFF2-40B4-BE49-F238E27FC236}">
                <a16:creationId xmlns:a16="http://schemas.microsoft.com/office/drawing/2014/main" id="{A6A71F7A-00F4-4AFD-8322-6032014AC5DA}"/>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3B68FEE0-141E-4AFE-A9A8-CD975FD75FEA}"/>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04D0DC0D-B0E7-426A-A835-46705217DBD6}"/>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0CA150A-EA48-449C-9A7F-A24B4F2A12AD}"/>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Тајне у конфигурационим датотекама или логовима.</a:t>
            </a:r>
          </a:p>
        </p:txBody>
      </p:sp>
      <p:sp>
        <p:nvSpPr>
          <p:cNvPr id="13" name="Rectangle 12">
            <a:extLst xmlns:a="http://schemas.openxmlformats.org/drawingml/2006/main">
              <a:ext uri="{FF2B5EF4-FFF2-40B4-BE49-F238E27FC236}">
                <a16:creationId xmlns:a16="http://schemas.microsoft.com/office/drawing/2014/main" id="{F5D78CD7-E22F-4B92-BBBC-7388DD8DF1DE}"/>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95EE9FE4-9E87-4C8D-8BF1-0F03290DF080}"/>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809035F-F450-497E-877C-1C47BF598FF0}"/>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3F8FAF2-5861-470E-BE1B-89AA8A40DBB5}"/>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Метрика без јасног питања на које треба да одговори.</a:t>
            </a:r>
          </a:p>
        </p:txBody>
      </p:sp>
      <p:sp>
        <p:nvSpPr>
          <p:cNvPr id="17" name="Rectangle 16">
            <a:extLst xmlns:a="http://schemas.openxmlformats.org/drawingml/2006/main">
              <a:ext uri="{FF2B5EF4-FFF2-40B4-BE49-F238E27FC236}">
                <a16:creationId xmlns:a16="http://schemas.microsoft.com/office/drawing/2014/main" id="{C1F38A7E-F239-4F46-BDF2-DA8A9D5E45AE}"/>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205876568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12EF13D-8D67-4A64-AC2C-820FD042F03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14A517D-E414-4D0B-9463-124BFF217BA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2C3CA65-7A03-43F1-8607-B4ABC8BD339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50F18967-7A93-43E1-A4F0-B6D3F9795D9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Критеријуми безбедносне видљивости</a:t>
            </a:r>
          </a:p>
        </p:txBody>
      </p:sp>
      <p:sp>
        <p:nvSpPr>
          <p:cNvPr id="5" name="Rectangle 4">
            <a:extLst xmlns:a="http://schemas.openxmlformats.org/drawingml/2006/main">
              <a:ext uri="{FF2B5EF4-FFF2-40B4-BE49-F238E27FC236}">
                <a16:creationId xmlns:a16="http://schemas.microsoft.com/office/drawing/2014/main" id="{A1B3238F-83F6-4F62-82BD-918F5B3BC4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Доказ треба да буде актуелан, поновљив и разумљив другом члану тима.</a:t>
            </a:r>
          </a:p>
        </p:txBody>
      </p:sp>
      <p:sp>
        <p:nvSpPr>
          <p:cNvPr id="6" name="Rounded Rectangle 5">
            <a:extLst xmlns:a="http://schemas.openxmlformats.org/drawingml/2006/main">
              <a:ext uri="{FF2B5EF4-FFF2-40B4-BE49-F238E27FC236}">
                <a16:creationId xmlns:a16="http://schemas.microsoft.com/office/drawing/2014/main" id="{33F76B53-1721-4BBE-8BAE-86CA8B00E9A5}"/>
              </a:ext>
            </a:extLst>
          </p:cNvPr>
          <p:cNvSpPr>
            <a:spLocks xmlns:a="http://schemas.openxmlformats.org/drawingml/2006/main" noGrp="1"/>
          </p:cNvSpPr>
          <p:nvPr/>
        </p:nvSpPr>
        <p:spPr>
          <a:xfrm xmlns:a="http://schemas.openxmlformats.org/drawingml/2006/main">
            <a:off x="781050" y="2152650"/>
            <a:ext cx="4476750" cy="2568206"/>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4DE0795C-6B15-4A45-A46E-A5882800DEC3}"/>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D9C48FFA-B7BE-4D8B-B795-DFF171A2DD15}"/>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Видљивост као способност тима</a:t>
            </a:r>
          </a:p>
        </p:txBody>
      </p:sp>
      <p:sp>
        <p:nvSpPr>
          <p:cNvPr id="9" name="Rectangle 8">
            <a:extLst xmlns:a="http://schemas.openxmlformats.org/drawingml/2006/main">
              <a:ext uri="{FF2B5EF4-FFF2-40B4-BE49-F238E27FC236}">
                <a16:creationId xmlns:a16="http://schemas.microsoft.com/office/drawing/2014/main" id="{808A9918-D17A-489F-B564-4F80B0340F2A}"/>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Обсервабилитy не значи чување сваког детаља заувек. Значи да се за важну одлуку може пронаћи довољно контекста: где је настала, кроз које слојеве је прошла и зашто је завршила успехом или одбијањем. Корелациони идентификатор даје заједничку нит том објашњењу.</a:t>
            </a:r>
          </a:p>
        </p:txBody>
      </p:sp>
      <p:sp>
        <p:nvSpPr>
          <p:cNvPr id="10" name="Rounded Rectangle 9">
            <a:extLst xmlns:a="http://schemas.openxmlformats.org/drawingml/2006/main">
              <a:ext uri="{FF2B5EF4-FFF2-40B4-BE49-F238E27FC236}">
                <a16:creationId xmlns:a16="http://schemas.microsoft.com/office/drawing/2014/main" id="{0544320E-97CB-4B46-8AE2-F01D17EA4917}"/>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7B820F95-CED4-41A5-A42E-292F32A967F0}"/>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67753EEE-0C88-4F84-B06B-894A68F6E82C}"/>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Логови разликују технички траг од безбедносно значајног ревизиони записа.</a:t>
            </a:r>
          </a:p>
        </p:txBody>
      </p:sp>
      <p:sp>
        <p:nvSpPr>
          <p:cNvPr id="13" name="Rounded Rectangle 12">
            <a:extLst xmlns:a="http://schemas.openxmlformats.org/drawingml/2006/main">
              <a:ext uri="{FF2B5EF4-FFF2-40B4-BE49-F238E27FC236}">
                <a16:creationId xmlns:a16="http://schemas.microsoft.com/office/drawing/2014/main" id="{5E6A646A-3451-4DE3-AA41-684A6F728FC6}"/>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5F6840E6-44F6-4D86-AFCD-88271ACF6B7E}"/>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50246BAA-3D6B-4B0E-91BF-0ACF2B85110E}"/>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Метрика има име, власника и јасно питање које помаже да се одговори.</a:t>
            </a:r>
          </a:p>
        </p:txBody>
      </p:sp>
      <p:sp>
        <p:nvSpPr>
          <p:cNvPr id="16" name="Rounded Rectangle 15">
            <a:extLst xmlns:a="http://schemas.openxmlformats.org/drawingml/2006/main">
              <a:ext uri="{FF2B5EF4-FFF2-40B4-BE49-F238E27FC236}">
                <a16:creationId xmlns:a16="http://schemas.microsoft.com/office/drawing/2014/main" id="{13709296-29BA-438F-8397-05FFA5458D01}"/>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967B5CE-E097-490D-9F86-2BCCBBCF44CD}"/>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3EFDB5EC-4ED4-408E-AF0F-C3EAB33E2D79}"/>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Тајне, токени и непотребни лични подаци не припадају ни логу ни метричкој ознаци.</a:t>
            </a:r>
          </a:p>
        </p:txBody>
      </p:sp>
    </p:spTree>
    <p:extLst>
      <p:ext uri="{BB962C8B-B14F-4D97-AF65-F5344CB8AC3E}">
        <p14:creationId xmlns:p14="http://schemas.microsoft.com/office/powerpoint/2010/main" val="6425766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58F46F9-93A3-43CC-AA0D-AC88C3E5398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80906AC-8E02-4584-9A3B-899D8257AEB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D581FF0-C654-4F27-A8DA-19DACDFA482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544112BB-70B0-4C15-AF89-7F7447F3856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D4439361-BF3B-4E65-8D9F-AC26EB0504C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40154130-AC11-4856-8C94-5BBCB29F38FA}"/>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C456C24-6725-4169-8D06-71578FE591ED}"/>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C72C987F-64D4-4889-AFD3-04F7AA393898}"/>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B3679985-3C10-4CC6-BDDE-C40D55BCEC7B}"/>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036A5922-58D8-47D0-AD29-514029ADBBAB}"/>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0A8E866-7E3F-4966-BBA1-3C0311B0309E}"/>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6E320C8C-B9A0-471A-8A18-183FD4AEECD9}"/>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4B821FE8-6BB6-4273-B971-A32F5DF1AE0D}"/>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99CB9D90-1D11-43AD-BCA9-55919B23ABD3}"/>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54B880D0-0203-4B3E-A24E-DD606F5C6E07}"/>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940A665-D485-4FC9-856D-21C2D6996633}"/>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F4B51FA0-5D14-4570-BFEC-68DAD39ECBF3}"/>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7AF81329-31D1-4FFC-8A85-5835D52C3049}"/>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4F680DF8-606A-47F9-9E59-C20EB84A4D65}"/>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197A7645-8507-4694-9729-BC1020079655}"/>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CBE103E2-B630-4C3E-AD89-B6DF5C580A95}"/>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B1FFA01C-35B8-4DAA-96DD-B9BAA59DFFB7}"/>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CCE2E90F-9675-42C6-9F60-D8812B8E7B06}"/>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06E4FCDC-57CE-4FF6-B2DB-272B459F3B1B}"/>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E62DFD92-FEC7-4A4A-B875-4FFC850A42CB}"/>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64A264D-76E1-4293-BA2A-56E1715CE66C}"/>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E7A9205E-6145-475D-BACE-1FED6188287A}"/>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„Политике, конфигурација и безбедносна видљивост“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19243487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D7EF47A9-3E6E-486D-B76A-04A75693BD7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D1F4C65-2CA4-4885-BBB2-636D5408F01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9E17A3F-6770-4E9F-A150-465D9FC57CF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488A6EEC-FD92-4529-B726-858C0ECC58E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BCE4C710-91B9-49E9-A8ED-631DA258128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41D75E13-85E6-4426-A25A-3000EEAAD3D4}"/>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05E1BBA-AF85-4DEC-A3CB-00B91E0F236D}"/>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568E7D1-721B-4BED-93BE-17475C92BBC1}"/>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FC97CF97-866C-4C06-A862-A11BE1610CB5}"/>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xmlns:a="http://schemas.openxmlformats.org/drawingml/2006/main">
              <a:ext uri="{FF2B5EF4-FFF2-40B4-BE49-F238E27FC236}">
                <a16:creationId xmlns:a16="http://schemas.microsoft.com/office/drawing/2014/main" id="{F4254622-2C91-4723-837A-318A3F35C157}"/>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144924D-B667-461A-BF55-39EE774D9D74}"/>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7C1D372-DB1D-47DD-9846-8793F054E656}"/>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3ACE8CEB-1D86-43E1-8117-3903A900E198}"/>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xmlns:a="http://schemas.openxmlformats.org/drawingml/2006/main">
              <a:ext uri="{FF2B5EF4-FFF2-40B4-BE49-F238E27FC236}">
                <a16:creationId xmlns:a16="http://schemas.microsoft.com/office/drawing/2014/main" id="{3DCD986B-62F4-4803-9F3A-D7FA4A73387F}"/>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D40C7D09-6D06-46F3-8D02-8BAF24E5F9AF}"/>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5BCDC01C-DB80-4AF8-BB64-501DFA6E78C7}"/>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DE04796F-8931-41EB-A461-E106BABDCEBA}"/>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xmlns:a="http://schemas.openxmlformats.org/drawingml/2006/main">
              <a:ext uri="{FF2B5EF4-FFF2-40B4-BE49-F238E27FC236}">
                <a16:creationId xmlns:a16="http://schemas.microsoft.com/office/drawing/2014/main" id="{3D27B755-7C53-4E28-955E-9F792422C602}"/>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9C9CDD8-07DF-49FD-8085-90C7995DFF0F}"/>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0CBBA68B-8D29-429D-B100-7951512BA71C}"/>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3ABD0A37-A807-4EAA-A593-E06A4D1EBD78}"/>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6C33B10D-CA58-461A-8C7D-1D0CF7CE1CB5}"/>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EEA2A5B4-6DA6-4251-B819-CC5FCC9BF6AB}"/>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AF927FCD-32A1-4742-AF50-CA371530C75C}"/>
              </a:ext>
            </a:extLst>
          </p:cNvPr>
          <p:cNvSpPr>
            <a:spLocks xmlns:a="http://schemas.openxmlformats.org/drawingml/2006/main" noGrp="1"/>
          </p:cNvSpPr>
          <p:nvPr/>
        </p:nvSpPr>
        <p:spPr>
          <a:xfrm xmlns:a="http://schemas.openxmlformats.org/drawingml/2006/main">
            <a:off x="914400" y="4095750"/>
            <a:ext cx="10363200" cy="1257297"/>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37A8B731-DFC7-4AFF-9389-2EDC0536DA8E}"/>
              </a:ext>
            </a:extLst>
          </p:cNvPr>
          <p:cNvSpPr>
            <a:spLocks xmlns:a="http://schemas.openxmlformats.org/drawingml/2006/main" noGrp="1"/>
          </p:cNvSpPr>
          <p:nvPr/>
        </p:nvSpPr>
        <p:spPr>
          <a:xfrm xmlns:a="http://schemas.openxmlformats.org/drawingml/2006/main">
            <a:off x="1085850" y="4248150"/>
            <a:ext cx="57150" cy="895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9AD5965D-ADCE-4F6B-BF95-299DD3B40493}"/>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B91932C5-DEAE-47E4-AAB1-C425DEB2571B}"/>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
        <p:nvSpPr>
          <p:cNvPr id="81" name="Rectangle 80">
            <a:extLst xmlns:a="http://schemas.openxmlformats.org/drawingml/2006/main">
              <a:ext uri="{FF2B5EF4-FFF2-40B4-BE49-F238E27FC236}">
                <a16:creationId xmlns:a16="http://schemas.microsoft.com/office/drawing/2014/main" id="{BCD8444D-D9DB-4158-8088-C522B8AFF193}"/>
              </a:ext>
            </a:extLst>
          </p:cNvPr>
          <p:cNvSpPr>
            <a:spLocks xmlns:a="http://schemas.openxmlformats.org/drawingml/2006/main" noGrp="1"/>
          </p:cNvSpPr>
          <p:nvPr/>
        </p:nvSpPr>
        <p:spPr>
          <a:xfrm xmlns:a="http://schemas.openxmlformats.org/drawingml/2006/main">
            <a:off x="1314450" y="490537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19995607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2026-09-29T19:08:32.1990000Z</dcterms:created>
  <dcterms:modified xsi:type="dcterms:W3CDTF">2026-09-29T19:08:32.1990000Z</dcterms:modified>
</coreProperties>
</file>