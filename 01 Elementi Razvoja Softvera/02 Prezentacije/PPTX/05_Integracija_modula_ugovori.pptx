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модула, уговори и подаци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као извршива основа за интеграцију модула и наставак развоја.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Заједнички извршиви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надограђује кроз интеграцију, AI радни ток, MCP и guardrails.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Студент прати како се исти систем развија кроз интеграцију, AI workflow, MCP и guardrails.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EquipmentReservation.sln је главна улазна тачка наставног примера.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3FA02C-ED70-44D9-A393-491A951C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7CBC68-B9B3-4D65-BA75-4B73CC52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A1AE-35E1-4792-94CE-7BDB456C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73D3CE-7C12-4B11-B575-372088D8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и провера наставног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87020C-1072-40EA-B65E-97536508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Прва провера обухвата restore, build и test команде над solution-ом.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12C9B83-A2A5-4EF5-A561-53B79C00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582648"/>
            <a:ext cx="5715000" cy="1692703"/>
          </a:xfrm>
          <a:prstGeom xmlns:a="http://schemas.openxmlformats.org/drawingml/2006/main" prst="roundRect">
            <a:avLst>
              <a:gd name="adj" fmla="val 562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8B830E1-BC74-49F0-AA93-864894A8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93012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337DB282-1404-4B75-A785-45BFB8E4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939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1567BA6-82BE-471A-A4A6-6A621120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6243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330BEFCF-5053-4122-9FD1-02509CD3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547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D986AF-8682-4549-9B3C-82D1A032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689" y="305889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-ai-workflow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restore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--no-restore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--no-build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3D1E811-58BE-427C-8F8C-2EBDBB32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F2243D-39B2-4286-B2F1-26C3161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Радимо над целим solution-ом.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су део доказа, не декоративан додатак.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Пад build-а или теста мора се решити пре даље интеграције.</a:t>
            </a:r>
          </a:p>
        </p:txBody>
      </p:sp>
    </p:spTree>
    <p:extLst>
      <p:ext uri="{BB962C8B-B14F-4D97-AF65-F5344CB8AC3E}">
        <p14:creationId xmlns:p14="http://schemas.microsoft.com/office/powerpoint/2010/main" val="1460216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04BC93-2540-4EBE-9995-F1E46DBE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D29C23-AE24-4C2D-8C91-D7C3A4EB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CDF646-B96F-4F2E-951E-B4CCEEF5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1FCAF-8216-4357-AC0E-5F31D777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solution-а и смер зависности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0FF3D-DF11-41B8-9629-DF53E150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и Guardrails припадају истом solution-у, без увођења зависности у пословно језгро.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35E3484-11BB-4AFF-959F-9C552F1A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D71E7D-FED6-4366-84BF-FA5880BC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26307B-B316-4546-8347-4CCEBC53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27D700F-AC85-4A6E-A214-0330B75C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27839EB-ACE0-4D6A-ACD1-6A06D446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F3B9FE6-4C19-4F4C-B66B-177AC16B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CD71870-E496-4E19-A8D7-9B43616B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0FA530-B3D1-4E2F-B3DF-18408A0F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C432AD0-81EA-455F-9534-12B5796B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ABD6E5-E65A-4E95-94DC-96795B47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37836A3-FEE7-44BE-9471-92D4F773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адаптери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7B58A1-D1BE-44A5-9392-2F14DF08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80249E4-17EE-4662-A4B6-B28003D9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D71BF45-A9C7-4706-8A74-09ADA61D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5BF5712-B453-423A-AD1A-F653106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72CADB6-57C4-4B9A-A852-FA35B50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B5453E4-75EC-47E2-B843-785E350D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910A10D-4994-4BF8-AEFB-B28F9EDB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8F81A4B-4B48-4F60-94C8-78B0108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34F3B2F-9F52-45AB-83CA-BEC48D9D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9DAA191-1B06-46C9-856E-B246DB64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1A544F95-9CA7-4790-914B-95CA0870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5DF1CED-6FB5-45EA-83B6-F9989584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Смер зависности има предност над физичким распоредом директоријума.</a:t>
            </a:r>
          </a:p>
        </p:txBody>
      </p:sp>
    </p:spTree>
    <p:extLst>
      <p:ext uri="{BB962C8B-B14F-4D97-AF65-F5344CB8AC3E}">
        <p14:creationId xmlns:p14="http://schemas.microsoft.com/office/powerpoint/2010/main" val="11902895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Одговорности пројеката у solution-у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пројекат има јасно дефинисану одговорност.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Пројекат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Одговорност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ентитети и пословна правила; без пројектних зависности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use-case-ови и портови према другим модулима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имплементације портова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 и HTTP граница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B953C337-5178-4AB4-B536-60187E5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035C7F4-CF3C-4EFD-A0E4-86D208F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8215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4B5EE451-0067-4BE2-BA11-D4B98225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7548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FA2BCE0-4969-47A3-BB83-B06A7A06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8215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контролисано излагање контекста AI клијенту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BBF14ED-1D59-4D69-867C-30CE67C0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92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00063FD-5562-412B-B54B-5546312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3359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2D3A301-EA53-4DFA-9DD5-576F2043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2692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6FBF889-896D-4F0A-B62D-61D58F23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3359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детерминистичке политике за ризичне позиве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D24FB3A-0C6B-4FF4-95E7-0C51C637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35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29B1B193-BB77-42CA-B40C-00C83E0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8502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8DA3422-DEA9-43E8-B9EF-4AE59FEB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7835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E301292-0052-46B2-A21E-5E72947F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8502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NUnit провере домена, use-case-а и guardrail-а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60FBE4-9BE2-465E-9137-B98C8D5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EA3423-8770-44FE-8A66-7F1A65CC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BE8B63-82FC-4534-A798-303F862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B2320F-50EE-4E08-A520-AC9657BB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Пословно правило у доменском сервису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3DC4C6-40E9-4B9D-94DC-BCF9CA7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InventoryItem представља стање и нема зависности од HTTP-а, базе, MCP-а или AI алата.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CF23BBF-9DA6-431E-B77D-9B9CBE4A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InventoryReservationService примењује правило: количина мора бити позитивна и није дозвољено резервисати више јединица од расположиве количине.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AB4911A-8E2A-48DF-85D2-3C9E7A15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5802DA8-FFEF-4123-AED9-91C6AE4E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50FF3BD-0A2A-4568-A085-29AFEF4D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6E169FA-46B1-4E15-B1C6-E5CF3FAE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F3671E2-D428-4ED8-A248-0787BA2F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Исто правило користе API, тестови и будући адаптери без дуплирања.</a:t>
            </a:r>
          </a:p>
        </p:txBody>
      </p:sp>
    </p:spTree>
    <p:extLst>
      <p:ext uri="{BB962C8B-B14F-4D97-AF65-F5344CB8AC3E}">
        <p14:creationId xmlns:p14="http://schemas.microsoft.com/office/powerpoint/2010/main" val="663258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BFCF2B-5CFD-4F74-B818-AEC3BEBB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9FB6CB-8691-4551-9C79-E6EF4FF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81CEAD-D6AA-4A47-8E3E-CA805293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C4C4C6-076B-43E9-A9D0-12F1BD6D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Валидација захтева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391340-867B-4613-B887-BE3C1672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Валидатор проверава облик и опсег улаза пре покретања пословног тока.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A25C201-3C4E-4F41-8E63-BCEDE82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9BE22B5-6F11-4927-B0EA-2AF8E3CE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AC374353-7AF2-4EA3-9466-C4098D05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196335BA-03A1-49CD-9196-B9092BD3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CA035E-154D-4C05-A21A-AE481B4E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CD4124-A4C3-45D4-B5CF-9597C160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4595810" cy="23922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ValidateAndThrow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CreateReservationCommand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command)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==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throw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ArgumentException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50" b="0">
                <a:solidFill>
                  <a:srgbClr val="C65911"/>
                </a:solidFill>
                <a:latin typeface="Consolas"/>
                <a:ea typeface="Consolas"/>
                <a:cs typeface="Consolas"/>
              </a:rPr>
              <a:t>"Request id is required."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&lt;= </a:t>
            </a:r>
            <a:r>
              <a:rPr sz="115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throw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ArgumentOutOfRangeException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nameof(command));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6B197C-B552-48CD-A6C5-A197A9B7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C7B3E0-0391-431E-AEDB-66BDC1B3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само носи стање.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Validator проверава обавезна поља и опсег.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покреће проверу пре позива портова.</a:t>
            </a:r>
          </a:p>
        </p:txBody>
      </p:sp>
    </p:spTree>
    <p:extLst>
      <p:ext uri="{BB962C8B-B14F-4D97-AF65-F5344CB8AC3E}">
        <p14:creationId xmlns:p14="http://schemas.microsoft.com/office/powerpoint/2010/main" val="2638129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7E9075-B20A-4969-9E56-566E96A6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6E33B3-912F-4F00-A8B7-02A0F468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FE4599-E1EC-482F-B667-450BE905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087873-AD4C-4731-AC74-5C6D3D1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Уговор између модула Reservations и Inventory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70F211-3AFD-4F99-A85B-71396BFC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Апликациони слој описује минималне операције потребне случају употребе.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AE9548-AF11-492B-B283-20112579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 прослеђује ORM ентитет, не отвара интерно складиште и не крши границу другог модула.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191EE0-AA76-44DB-8852-B84D1F73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D9FD76C-F82A-43CF-81A5-1167041C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A3E3818-4D51-4407-9688-7AD8F4BD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9F8E6CC-27C5-47F4-BEB4-FCED2B96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43410C-B581-49C4-88ED-E2E7FFD4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Уговор између модула примењује ISP и DIP.</a:t>
            </a:r>
          </a:p>
        </p:txBody>
      </p:sp>
    </p:spTree>
    <p:extLst>
      <p:ext uri="{BB962C8B-B14F-4D97-AF65-F5344CB8AC3E}">
        <p14:creationId xmlns:p14="http://schemas.microsoft.com/office/powerpoint/2010/main" val="8214070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Порт апликационог слоја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зависи од минималног уговора који му је потребан.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E5A38B-0969-49F1-B428-9596CCC6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ReserveInventoryResult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bool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?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ErrorCode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IInventoryModule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ReserveInventoryResult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&gt;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request,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cancellationToken);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BDBF1E0-0F1C-4E82-9D83-6B794C4E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7E56FB-8860-41FB-9120-964CF38C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је у Application слоју.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 реализује уговор.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не зна интерне детаље Inventory модула.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7356AA-2B2C-4BE8-B8B4-03D32D61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5BB8C9-7111-4BEC-A538-6D6EE885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686FC7-4D52-4355-9712-87CA20F7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59E90C-D6B2-40F9-94C5-BC1970CC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Handler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2C16F6-E6DF-47AB-A1F9-8A3FEA41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валидира улаз, проверава поновљени захтев и позива Inventory преко порта.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3653A20-F7A5-400A-AFC6-37A0C071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40EF0D2-2C77-4051-991F-83F0D3B8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A2A9D7-B5C7-401E-AD88-1F42B58D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4E98789-3D45-4C48-B9D5-7AA1CE82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0321863-DACC-4C89-AF09-2BE9AFF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A597A29-DDB6-4EED-BDEA-114317A5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1785C1C-7CD3-46C5-9B12-44816C32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41045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8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CreateReservationCommandValidator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ValidateAndThrow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using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lease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_requestLock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AcquireAsync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existing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FindByRequestIdAsync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(existing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Map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(existing,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inventoryResult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_inventory.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reservationId),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status =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?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ReservationStatus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: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ReservationStatus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Rejected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reservation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reservationId,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StudentId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status,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ErrorCode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AddAsync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21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Map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DABED7E-281E-4CF8-855E-2E83CD34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2C8462-DDEC-4886-A69A-9081A6AB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нема пословне методе.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 правило остаје иза порта.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 враћа стабилан исход API слоју.</a:t>
            </a:r>
          </a:p>
        </p:txBody>
      </p:sp>
    </p:spTree>
    <p:extLst>
      <p:ext uri="{BB962C8B-B14F-4D97-AF65-F5344CB8AC3E}">
        <p14:creationId xmlns:p14="http://schemas.microsoft.com/office/powerpoint/2010/main" val="16504116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EA90BE-5E99-4663-891B-7C35D39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D91BCA-0A57-4C41-93B6-ABD2322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0B7B37-2F9A-45D0-B87A-B8C7021D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5891863-6F7E-4CDE-9468-FDF6B7F9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Idempotency key и поновљени захтев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4EF559-FCD0-4ABF-BE33-78E8480C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захтев са истим идентификатором не производи додатни ефекат.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82A8DB-1601-420C-9F17-FADC8FF1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17775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RequestId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F4211B0-8725-40A5-AD4C-E6E682B5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један захтев, један ефекат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D118A7-3082-4662-98AF-B949B56D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исти захтев стигне поново, постојећа резервација се враћа без другог позива на промену стања.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9EC2A48-A6CC-427F-8F33-952DEE37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657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858FE2-EF1B-4D24-8839-1F076C14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FD6EFA-68B0-4000-8DE0-94716D5B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775411-4AD7-4D9F-874D-FB3BD9E9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D0D732-4472-4E9C-9CB5-9D5181EC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идемпотентности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C3A7FA-0DDA-4812-9D7B-97BFA68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потврђује да поновљени позив не мења стање други пут.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50DA453-038D-4208-8B00-31AD69CA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DC45FB-90E4-4A00-9EFF-EA927255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C4379E-4322-4700-8084-C61A9407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oundRect">
            <a:avLst>
              <a:gd name="adj" fmla="val 4538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E94D7E7-565E-4EFF-8E29-AE8E6530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82808FE-06BC-4A8A-9568-FF539777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9C13E801-CBE0-4EAF-80CB-4EDCBA1C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75F2323-39A7-4E2E-967D-42A25E70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first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replay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available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GetAvailableAsync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command.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Replayed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(available,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36F8BC-9486-4256-BEE7-A48C7F8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BA1EB5-0D3D-4D46-A1B2-7690444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уговор између модула.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позив не сме да направи нови side effect.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Проверавају се и исход и преостала количина.</a:t>
            </a:r>
          </a:p>
        </p:txBody>
      </p:sp>
    </p:spTree>
    <p:extLst>
      <p:ext uri="{BB962C8B-B14F-4D97-AF65-F5344CB8AC3E}">
        <p14:creationId xmlns:p14="http://schemas.microsoft.com/office/powerpoint/2010/main" val="1619070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Докази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тестови, diff и уговори потврђују исправност интеграције.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целокупан solution се компајлира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интеграциони сценарији пролазе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промена је ограничена на очекиване слојеве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Contract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 између модула је стабилан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API као composition root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HTTP граница саставља зависности и мапира резултат без пословних одлука.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РАДИ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 HTTP захтев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DTO у команду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handler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Result у одговор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НЕ РАДИ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залиху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директно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Domain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мимо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use-case-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интерну базу другог модула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3234CE-F7AE-490E-ABAD-BA5B41B4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88E9E1F-282C-43CD-8179-0C6FDBA6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039EB5-1566-4400-B944-DA7A2AD1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CFA7ED3-4A8A-47E6-949B-DDAEF2E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Ризици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DAE07E-A0C1-4F85-828A-FFCC2C5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ризик повезује се са одговарајућом провером.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97C99B-BDFA-4A8F-85A2-33448368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D3EA58-BEAF-4A44-8154-0104908E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Ризик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A54E8E6-AF2F-4928-86D4-5BDE8D84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85EBD8-DFA8-4373-AB34-82D3A70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8E3F605-D41A-463E-B46A-679EA5FE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B9C15D-77E7-4080-96D8-C8C859EB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Погрешан смер зависности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F7C5FD-D075-420D-AAD4-2F339F1E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7F1935-ABBA-4A54-BF5F-95CAE177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project references и build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9E1D250-BE77-4C0A-ACF8-AF134168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E2B650-13C4-487E-92A9-0BE3C74A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Дуплирана правила у API-ју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9CA0C56-121C-47B5-A5F5-A2C9ED90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54C0230-F775-45DF-97E2-2F64A1A6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code review и diff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03CFF6E-A8D5-430F-965E-4A013DC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76D0050-B18A-4BB0-B8B6-0102F91C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 захтев прави нови ефекат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D24A3AC-DA80-4D09-A63A-5E4A728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1680E5-81EB-406E-A67F-57C7ED8B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idempotency тест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23D515-74B4-407A-9202-1294D7D7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DC34406-3457-49AF-8B60-0FE1527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пропушта интерне детаље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32D392C-BB51-4EC0-8FB2-5B2C6180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3B66528-3173-4CEA-BACA-3276459B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Application уговора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876C2D-7761-4106-9DCC-6E31323E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291419-09EE-4AB6-97AD-2B50A3AA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MCP/Guardrails улазе у Domain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38A2A4-DF86-4915-B90B-F4DFD85F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73CEC8E-09A3-45CA-AE2C-32BBE86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dependency rule провера</a:t>
            </a:r>
          </a:p>
        </p:txBody>
      </p:sp>
    </p:spTree>
    <p:extLst>
      <p:ext uri="{BB962C8B-B14F-4D97-AF65-F5344CB8AC3E}">
        <p14:creationId xmlns:p14="http://schemas.microsoft.com/office/powerpoint/2010/main" val="4359992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120EA3-60BA-4A31-AE5A-13A9FA6E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010F7F-244C-40DB-A43F-9E62843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ED0AE7-5022-4541-B25D-B3F3AE56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BDF8EBB-4BDF-40DB-B9AC-DE8E0EE2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 у заједнички производ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AA1332-656A-41E5-838B-0DE572FB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Модули сарађују преко уговора, адаптера, тестова и прегледа кода.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169C90D-84FE-4F4D-991B-BB6EFF1C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9A3745-8A32-4ED8-AECA-CAD677CF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08C173-9431-4D4B-9BA3-5CB8E547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63311B-C598-429C-84EB-761CEB1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E35FB14-A81A-49EB-BEDF-614F4083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724758-0773-4DA4-BD8B-6404E6FF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E6B44F-DD2D-4E95-9A0C-17EC0173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6DF631-8F40-4A0C-A024-7B3BEA89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2A52154-4CAF-4E1B-BF9F-00071087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04FAED-95FA-46D2-867A-48279883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D12F1A-3F2A-4C97-96F4-EBFA106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реализација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3D5D82-37CF-4A0E-942F-9D2D492B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9E6999D-00FB-42EC-B7D6-31D885A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A5EF54A-95F0-4904-9346-7AA59772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5AAD01F-57CA-4A67-8499-E6FD7EF7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A6B18F-B75D-4898-A34B-35D4B70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226A6CA-7CFF-4725-A1B6-E9B76931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51391DB-7E4F-4360-8808-4689CD1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0393888-02BB-43A7-9F2D-CEBA8176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прихватање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BE4F726-269A-4817-B25F-055FDCC0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3F5209D-94A0-4DF5-B786-F02085AC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C240925-AE20-46C1-883D-8AEF905F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B08359C-3E76-408B-A1E7-96C03C53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Модули се повезују преко стабилних уговора са јасним пословним значењем.</a:t>
            </a:r>
          </a:p>
        </p:txBody>
      </p:sp>
    </p:spTree>
    <p:extLst>
      <p:ext uri="{BB962C8B-B14F-4D97-AF65-F5344CB8AC3E}">
        <p14:creationId xmlns:p14="http://schemas.microsoft.com/office/powerpoint/2010/main" val="13671774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284529-70E8-43F7-AF0A-BCB9FC2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FC136F-B7CB-4B4A-9C2E-F4EDC297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A424A8-5432-46AD-8005-4E6AE705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04090A-50F0-4063-87D6-43AADE6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Границе модула и AI радни ток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FDE5C8-CFC8-4B97-BFD6-F87771C9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Стабилне границе ограничавају контекст, обим измене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EB5C036-09DA-426B-8591-214ED5C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6A4FA9-EB5E-49C2-83A0-3083DE13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A7FF53-1114-4297-9B68-0C205002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819D35-8E44-4018-A099-8063DCC7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погођени пројекти су познати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4450845-6542-4C63-917B-0F62B25B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03C607-7ED8-43AC-A7B2-B125C119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541700-061F-4765-A147-E674EC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Ограничења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FD70A1-ADB8-49A4-B006-20909BB1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 се шта не сме да се мења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50EFB5D7-B309-4740-9E60-7E6036F1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C03112-A46E-40CA-A831-D680A7ED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4E6EC7-0DDF-49C0-A0D7-4739CE66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B0426BA-9835-40CB-BE9A-4D11D6A6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test и diff су довољни сигнали</a:t>
            </a:r>
          </a:p>
        </p:txBody>
      </p:sp>
    </p:spTree>
    <p:extLst>
      <p:ext uri="{BB962C8B-B14F-4D97-AF65-F5344CB8AC3E}">
        <p14:creationId xmlns:p14="http://schemas.microsoft.com/office/powerpoint/2010/main" val="588638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користи као заједнички извршиви пример.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EquipmentReservation.sln.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build и test команде.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Пронаћи Domain правило и његов Application порт.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0AF4CD-BCB7-4E41-8EB2-98129703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624AE8-4536-4931-B883-B871FAA1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како CreateReservationHandler користи Inventory.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745130-9E2D-4B23-9EDB-6F8CA7AD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8B3774-03BC-4B02-8229-D317564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2731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Показати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тест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штити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идемпотењнтност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или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између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модула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EFE9F9-C904-4891-B3CA-AC5D708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9C27FC-253A-4E2E-8BD2-3AE3560E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4A6B1A-0876-42C6-8E39-3068AB0F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CB8638-183C-4766-A2BB-4C3D1A7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59E455-8082-44EB-8E87-06BF4439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Интеграција повезује модуле преко стабилних уговора уз очуване архитектонске границе.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C5ECE8-C25A-49C7-90D1-3DCCF3FC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Добра интеграција значи да модули сарађују преко јасних уговора, док пословно језгро остаје заштићено од детаља транспорта, складишта и развојних алата.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C387E0C-5CFC-4715-AC25-1DA84481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66E2F09-9791-4904-9BAD-749FF4D8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EB316-0B89-414D-A360-697A04FA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EA18AF-B6E7-4F46-A004-465164FA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C81503F-45B6-4C4E-9BDE-7E2DB552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уводи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233081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2F0442-8E93-4D53-ADB4-5C7695BC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E4C662-CC64-4066-9DFC-C70C22FA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7B124E-284E-4D01-A409-A5938596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EC77A7-D848-4A92-A45B-DB3D2D09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C7E5AA-3038-4CBE-A03E-3C023E88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solution, тестове и границе модула за контролисан AI радни ток.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2BFE31-0058-4731-B8FB-6ABB571E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74B281-8F0F-4D43-8C07-B1D924A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Забележити како се solution покреће и тестира.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6750F77-798B-4281-A464-DD31D1F4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325891-5BE7-46FC-8F5B-94372B9E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Описати границе Domain, Application, Infrastructure и API пројеката.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6F9416-25C7-43EB-A949-23FA4C96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3C1059-3126-4EA2-95FC-FC51452C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један мали захтев за промену правила.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359874F-0C1F-41EB-AA63-438C57DF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5E43492-F1A9-47BD-84DE-4E335ACF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Навести фајлове које промена сме да погађа.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A80901-4A89-460A-B365-85AA4C17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D1AEA6-2052-43D4-BCFB-7897AF77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проверу build/test/diff за следећу вежбу.</a:t>
            </a:r>
          </a:p>
        </p:txBody>
      </p:sp>
    </p:spTree>
    <p:extLst>
      <p:ext uri="{BB962C8B-B14F-4D97-AF65-F5344CB8AC3E}">
        <p14:creationId xmlns:p14="http://schemas.microsoft.com/office/powerpoint/2010/main" val="75924025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