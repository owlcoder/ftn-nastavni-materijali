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0cfab57bf4f77" /><Relationship Type="http://schemas.openxmlformats.org/officeDocument/2006/relationships/extended-properties" Target="/docProps/app.xml" Id="R49c9529fcc4c420c" /><Relationship Type="http://schemas.openxmlformats.org/officeDocument/2006/relationships/officeDocument" Target="/ppt/presentation.xml" Id="R828be973178f4a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caa963ba27479a"/>
  </p:sldMasterIdLst>
  <p:notesMasterIdLst>
    <p:notesMasterId xmlns:r="http://schemas.openxmlformats.org/officeDocument/2006/relationships" r:id="R2489cc994d704656"/>
  </p:notesMasterIdLst>
  <p:sldIdLst>
    <p:sldId xmlns:r="http://schemas.openxmlformats.org/officeDocument/2006/relationships" id="256" r:id="R0e7a00b497744ffa"/>
    <p:sldId xmlns:r="http://schemas.openxmlformats.org/officeDocument/2006/relationships" id="257" r:id="Rc76555c1b0794c64"/>
    <p:sldId xmlns:r="http://schemas.openxmlformats.org/officeDocument/2006/relationships" id="258" r:id="R73f65e7ee9a04fe6"/>
    <p:sldId xmlns:r="http://schemas.openxmlformats.org/officeDocument/2006/relationships" id="259" r:id="Rc6607f6cc0e5475b"/>
    <p:sldId xmlns:r="http://schemas.openxmlformats.org/officeDocument/2006/relationships" id="260" r:id="Rd7a02c98daed4468"/>
    <p:sldId xmlns:r="http://schemas.openxmlformats.org/officeDocument/2006/relationships" id="261" r:id="Rcc19537e30504283"/>
    <p:sldId xmlns:r="http://schemas.openxmlformats.org/officeDocument/2006/relationships" id="262" r:id="R654bccc091fa4793"/>
    <p:sldId xmlns:r="http://schemas.openxmlformats.org/officeDocument/2006/relationships" id="263" r:id="Rd16bb96fe5b84872"/>
    <p:sldId xmlns:r="http://schemas.openxmlformats.org/officeDocument/2006/relationships" id="264" r:id="Rf1e9571ee0534d41"/>
    <p:sldId xmlns:r="http://schemas.openxmlformats.org/officeDocument/2006/relationships" id="265" r:id="R148696f04c2b49a3"/>
    <p:sldId xmlns:r="http://schemas.openxmlformats.org/officeDocument/2006/relationships" id="266" r:id="R39397aa93f544599"/>
    <p:sldId xmlns:r="http://schemas.openxmlformats.org/officeDocument/2006/relationships" id="267" r:id="R2423930af8604567"/>
    <p:sldId xmlns:r="http://schemas.openxmlformats.org/officeDocument/2006/relationships" id="268" r:id="Rb58dac61b973452c"/>
    <p:sldId xmlns:r="http://schemas.openxmlformats.org/officeDocument/2006/relationships" id="269" r:id="R42da0de10d924b2f"/>
    <p:sldId xmlns:r="http://schemas.openxmlformats.org/officeDocument/2006/relationships" id="270" r:id="R5a849799408b44c7"/>
    <p:sldId xmlns:r="http://schemas.openxmlformats.org/officeDocument/2006/relationships" id="271" r:id="R97059eb9fdf74f5a"/>
    <p:sldId xmlns:r="http://schemas.openxmlformats.org/officeDocument/2006/relationships" id="272" r:id="R701d2ecd64034039"/>
    <p:sldId xmlns:r="http://schemas.openxmlformats.org/officeDocument/2006/relationships" id="273" r:id="R5bb7112efbbd4c55"/>
    <p:sldId xmlns:r="http://schemas.openxmlformats.org/officeDocument/2006/relationships" id="274" r:id="R7c37bbe219cb4627"/>
    <p:sldId xmlns:r="http://schemas.openxmlformats.org/officeDocument/2006/relationships" id="275" r:id="Rc7292fd419e54e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835eb11af64655" /><Relationship Type="http://schemas.openxmlformats.org/officeDocument/2006/relationships/slideMaster" Target="/ppt/slideMasters/slideMaster1.xml" Id="R96caa963ba27479a" /><Relationship Type="http://schemas.openxmlformats.org/officeDocument/2006/relationships/notesMaster" Target="/ppt/notesMasters/notesMaster1.xml" Id="R2489cc994d704656" /><Relationship Type="http://schemas.openxmlformats.org/officeDocument/2006/relationships/presProps" Target="/ppt/presProps.xml" Id="Rfda48b9c7ab743ae" /><Relationship Type="http://schemas.openxmlformats.org/officeDocument/2006/relationships/viewProps" Target="/ppt/viewProps.xml" Id="R374ccc5731504551" /><Relationship Type="http://schemas.openxmlformats.org/officeDocument/2006/relationships/tableStyles" Target="/ppt/tableStyles.xml" Id="R520d0772ce644fe4" /><Relationship Type="http://schemas.openxmlformats.org/officeDocument/2006/relationships/slide" Target="/ppt/slides/slide1.xml" Id="R0e7a00b497744ffa" /><Relationship Type="http://schemas.openxmlformats.org/officeDocument/2006/relationships/slide" Target="/ppt/slides/slide2.xml" Id="Rc76555c1b0794c64" /><Relationship Type="http://schemas.openxmlformats.org/officeDocument/2006/relationships/slide" Target="/ppt/slides/slide3.xml" Id="R73f65e7ee9a04fe6" /><Relationship Type="http://schemas.openxmlformats.org/officeDocument/2006/relationships/slide" Target="/ppt/slides/slide4.xml" Id="Rc6607f6cc0e5475b" /><Relationship Type="http://schemas.openxmlformats.org/officeDocument/2006/relationships/slide" Target="/ppt/slides/slide5.xml" Id="Rd7a02c98daed4468" /><Relationship Type="http://schemas.openxmlformats.org/officeDocument/2006/relationships/slide" Target="/ppt/slides/slide6.xml" Id="Rcc19537e30504283" /><Relationship Type="http://schemas.openxmlformats.org/officeDocument/2006/relationships/slide" Target="/ppt/slides/slide7.xml" Id="R654bccc091fa4793" /><Relationship Type="http://schemas.openxmlformats.org/officeDocument/2006/relationships/slide" Target="/ppt/slides/slide8.xml" Id="Rd16bb96fe5b84872" /><Relationship Type="http://schemas.openxmlformats.org/officeDocument/2006/relationships/slide" Target="/ppt/slides/slide9.xml" Id="Rf1e9571ee0534d41" /><Relationship Type="http://schemas.openxmlformats.org/officeDocument/2006/relationships/slide" Target="/ppt/slides/slide10.xml" Id="R148696f04c2b49a3" /><Relationship Type="http://schemas.openxmlformats.org/officeDocument/2006/relationships/slide" Target="/ppt/slides/slide11.xml" Id="R39397aa93f544599" /><Relationship Type="http://schemas.openxmlformats.org/officeDocument/2006/relationships/slide" Target="/ppt/slides/slide12.xml" Id="R2423930af8604567" /><Relationship Type="http://schemas.openxmlformats.org/officeDocument/2006/relationships/slide" Target="/ppt/slides/slide13.xml" Id="Rb58dac61b973452c" /><Relationship Type="http://schemas.openxmlformats.org/officeDocument/2006/relationships/slide" Target="/ppt/slides/slide14.xml" Id="R42da0de10d924b2f" /><Relationship Type="http://schemas.openxmlformats.org/officeDocument/2006/relationships/slide" Target="/ppt/slides/slide15.xml" Id="R5a849799408b44c7" /><Relationship Type="http://schemas.openxmlformats.org/officeDocument/2006/relationships/slide" Target="/ppt/slides/slide16.xml" Id="R97059eb9fdf74f5a" /><Relationship Type="http://schemas.openxmlformats.org/officeDocument/2006/relationships/slide" Target="/ppt/slides/slide17.xml" Id="R701d2ecd64034039" /><Relationship Type="http://schemas.openxmlformats.org/officeDocument/2006/relationships/slide" Target="/ppt/slides/slide18.xml" Id="R5bb7112efbbd4c55" /><Relationship Type="http://schemas.openxmlformats.org/officeDocument/2006/relationships/slide" Target="/ppt/slides/slide19.xml" Id="R7c37bbe219cb4627" /><Relationship Type="http://schemas.openxmlformats.org/officeDocument/2006/relationships/slide" Target="/ppt/slides/slide20.xml" Id="Rc7292fd419e54e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abd3b6bab040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d18fe44aea4315" /><Relationship Type="http://schemas.openxmlformats.org/officeDocument/2006/relationships/notesMaster" Target="/ppt/notesMasters/notesMaster1.xml" Id="R63639ec1829d40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2085ee73b74e32" /><Relationship Type="http://schemas.openxmlformats.org/officeDocument/2006/relationships/notesMaster" Target="/ppt/notesMasters/notesMaster1.xml" Id="R48ae5278fe9e41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b99c2da9d54fc4" /><Relationship Type="http://schemas.openxmlformats.org/officeDocument/2006/relationships/notesMaster" Target="/ppt/notesMasters/notesMaster1.xml" Id="R2260ae7d6f3f44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b977b70bc44771" /><Relationship Type="http://schemas.openxmlformats.org/officeDocument/2006/relationships/notesMaster" Target="/ppt/notesMasters/notesMaster1.xml" Id="R4d4202ddbd0140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d5aae568884fd1" /><Relationship Type="http://schemas.openxmlformats.org/officeDocument/2006/relationships/notesMaster" Target="/ppt/notesMasters/notesMaster1.xml" Id="R6c46cd8b2caa43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d1bddd147048f7" /><Relationship Type="http://schemas.openxmlformats.org/officeDocument/2006/relationships/notesMaster" Target="/ppt/notesMasters/notesMaster1.xml" Id="R0011875fe85f47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0388ad5a374f8b" /><Relationship Type="http://schemas.openxmlformats.org/officeDocument/2006/relationships/notesMaster" Target="/ppt/notesMasters/notesMaster1.xml" Id="Rcdb4fae888d94c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894e4357224449" /><Relationship Type="http://schemas.openxmlformats.org/officeDocument/2006/relationships/notesMaster" Target="/ppt/notesMasters/notesMaster1.xml" Id="R7875852d5cac42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e147c477574184" /><Relationship Type="http://schemas.openxmlformats.org/officeDocument/2006/relationships/notesMaster" Target="/ppt/notesMasters/notesMaster1.xml" Id="R57966bd6083b46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48d9f8db3b4303" /><Relationship Type="http://schemas.openxmlformats.org/officeDocument/2006/relationships/notesMaster" Target="/ppt/notesMasters/notesMaster1.xml" Id="R0e427112380b41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480e57ae944f5e" /><Relationship Type="http://schemas.openxmlformats.org/officeDocument/2006/relationships/notesMaster" Target="/ppt/notesMasters/notesMaster1.xml" Id="R3aa5838a9bac470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a72fd6b5d340bd" /><Relationship Type="http://schemas.openxmlformats.org/officeDocument/2006/relationships/notesMaster" Target="/ppt/notesMasters/notesMaster1.xml" Id="Ra7b401a2395c40a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531045a7784b7e" /><Relationship Type="http://schemas.openxmlformats.org/officeDocument/2006/relationships/notesMaster" Target="/ppt/notesMasters/notesMaster1.xml" Id="R172b5c4c680244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1219b5c378a498b" /><Relationship Type="http://schemas.openxmlformats.org/officeDocument/2006/relationships/notesMaster" Target="/ppt/notesMasters/notesMaster1.xml" Id="R8534807fa4454db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cc79bb6c8840ab" /><Relationship Type="http://schemas.openxmlformats.org/officeDocument/2006/relationships/notesMaster" Target="/ppt/notesMasters/notesMaster1.xml" Id="Rc8b9de2a25144a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eabab904bc44757" /><Relationship Type="http://schemas.openxmlformats.org/officeDocument/2006/relationships/notesMaster" Target="/ppt/notesMasters/notesMaster1.xml" Id="R6ee3ffe6095c451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2d5f67e80684df5" /><Relationship Type="http://schemas.openxmlformats.org/officeDocument/2006/relationships/notesMaster" Target="/ppt/notesMasters/notesMaster1.xml" Id="R7e4b3e2064e24d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8df404dde64dae" /><Relationship Type="http://schemas.openxmlformats.org/officeDocument/2006/relationships/notesMaster" Target="/ppt/notesMasters/notesMaster1.xml" Id="R4bf40db9bfb9445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6fd767eb894450" /><Relationship Type="http://schemas.openxmlformats.org/officeDocument/2006/relationships/notesMaster" Target="/ppt/notesMasters/notesMaster1.xml" Id="R050c20555dac4ae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bb972a99e574f8a" /><Relationship Type="http://schemas.openxmlformats.org/officeDocument/2006/relationships/notesMaster" Target="/ppt/notesMasters/notesMaster1.xml" Id="Rafacb34dac904c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8e0c8455647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4e7934eadc42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9a9503817a47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fb56b8ee954b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2ebc47bdd447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746ade87fe4a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45e66f564e4db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3b8344d0bf465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d80af5ac64d9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5cb7a2d9b4a4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3185d95ec45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572677-C035-4CAE-BCE6-05BEC692841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EF4AA4-0737-4A3B-B9ED-8F552F0399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B63479-5FF1-48D0-AA46-AD275705B6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30F68F-847A-452B-B9C6-842D494BDD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B6E841-4093-474A-ACB0-0002410587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40B092-86DD-4B58-82EB-F9DB0943B3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F310BE2-A936-4016-BCED-65D59931F11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0D5F6FC-C168-4831-9622-F2005E5A1B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09C8A0-9454-42FB-A467-45DFA0E37D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02DF1C-7845-49DA-8EE5-1E0709A150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E49759-98EC-4EBA-9D28-FA6128D8D9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464175-ECFA-4E8D-B031-1D1BCB18F4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11F00B-33A1-4CF1-8295-20CC5D29E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D4EBB9-28FE-4968-AE72-4A304E71F7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472F-2947-48E1-B6BC-9D16C356A5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B3748C-3D23-450E-8890-78226C66C6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6ADCAA-ECA3-4791-9B5B-2D60BC44759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18706C7-35E1-4F6D-84E0-FAEA018A89C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E985691-82DC-42F2-9CD4-F548231D69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4E74DB-6930-408E-96C9-4E7F5B96B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064AECF-17A3-4777-BD94-5DBEF359D5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E8EFD5-196C-4004-8672-CDDE20FB77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DE6C90-7CEE-48CC-B2EB-7C60CA2F96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A4B5FA0-1158-4211-BBF1-60AF85CB530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4B951F9-66A8-4673-A40B-5E3E71F5D0D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8D58514-8EC7-4041-BC7D-0AD1DB69D67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2D07FD4-7D2D-433D-B3E3-8964FDA899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A1F6C7F-84CE-4F23-BC33-1C87F455C0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CDA99C0-7BEA-42B7-975A-4A4B76B07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98FD4C-A81D-4EC3-8281-52C982DF6D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5CBC1C2-2D8F-4DD3-A8C7-A11FD365DC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13533BC-E170-47F0-88F4-1CE03D6910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C04F9A3-5CE3-4943-BB5F-C214C9B3D7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9AA55B0-F069-48BF-8647-993835B8BC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983DDC2-D8BB-4D43-8481-DCBCADC182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4AE18AF-45AE-4C2A-9A8E-95FFD0CEAB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D4AAB0-A3FD-4942-959C-260F0EC61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93A4AB-4A1A-40FE-8353-F94E002500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139CDD4-DC7A-4FC1-9C64-B102D6CA86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2713030-B818-4346-8C62-3F1F51515F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7206FA-C872-4592-A122-BE5420CE1C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213FD85-0CEC-4161-9D94-3F44C355D7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649222-4E54-41AF-9CD9-9862C5528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508D99C-9B6A-4712-80A1-AE49DA15B3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5CD0793-AFC3-428A-A8FF-774FACECD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E4C21C8-E71F-4B72-ACC2-18B48D83CC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41C55E4-BC79-4D91-9714-2DD57799AA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CEE5B3-68A1-438F-A1DC-4439D4ACD0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088E65-8B72-4122-8C89-B422197264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4839409-5569-4DC8-8818-62B6FE93AB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9581C0C-31F3-4846-8483-10293ED1B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11D516-5051-4648-963A-BB728DAD9F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914DF4-ECA6-4D7B-A52D-503BC310AF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23E32C4-1153-470A-8936-AAEB26A3DA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5780C3-3BA5-45EE-81BD-D82A840552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CC6E19-D446-4965-9A94-F1A028726F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AC6035-7940-4737-AD61-18A2DDF7F8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99755CA-9BE2-412D-A79E-53560F0FCA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b5dfcc99d04216" /><Relationship Type="http://schemas.openxmlformats.org/officeDocument/2006/relationships/slideLayout" Target="/ppt/slideLayouts/slideLayout1.xml" Id="R5882b2bc4c8d4799" /><Relationship Type="http://schemas.openxmlformats.org/officeDocument/2006/relationships/slideLayout" Target="/ppt/slideLayouts/slideLayout2.xml" Id="R729683ec78934852" /><Relationship Type="http://schemas.openxmlformats.org/officeDocument/2006/relationships/slideLayout" Target="/ppt/slideLayouts/slideLayout3.xml" Id="R1b832a388f7a40d4" /><Relationship Type="http://schemas.openxmlformats.org/officeDocument/2006/relationships/slideLayout" Target="/ppt/slideLayouts/slideLayout4.xml" Id="Ra091e3b4fa24482c" /><Relationship Type="http://schemas.openxmlformats.org/officeDocument/2006/relationships/slideLayout" Target="/ppt/slideLayouts/slideLayout5.xml" Id="R870f2b16b0044062" /><Relationship Type="http://schemas.openxmlformats.org/officeDocument/2006/relationships/slideLayout" Target="/ppt/slideLayouts/slideLayout6.xml" Id="R87baf5510f214ad2" /><Relationship Type="http://schemas.openxmlformats.org/officeDocument/2006/relationships/slideLayout" Target="/ppt/slideLayouts/slideLayout7.xml" Id="Rdf5155ad44bf47f6" /><Relationship Type="http://schemas.openxmlformats.org/officeDocument/2006/relationships/slideLayout" Target="/ppt/slideLayouts/slideLayout8.xml" Id="R9d12880ce3954ba2" /><Relationship Type="http://schemas.openxmlformats.org/officeDocument/2006/relationships/slideLayout" Target="/ppt/slideLayouts/slideLayout9.xml" Id="R07208f6988e34740" /><Relationship Type="http://schemas.openxmlformats.org/officeDocument/2006/relationships/slideLayout" Target="/ppt/slideLayouts/slideLayout10.xml" Id="R62da69551eb140ce" /><Relationship Type="http://schemas.openxmlformats.org/officeDocument/2006/relationships/slideLayout" Target="/ppt/slideLayouts/slideLayout11.xml" Id="Refde3e61afac47b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25E6FA-F10D-4180-A707-1E332B874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80AAC9-0BEE-43A1-9CC6-65E5BCA72D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EEF19-40E9-4C23-A5F0-A11394C302A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B121B7-6560-4CB5-AC08-7C9934D680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94C1EC-102B-4857-B4B1-861414E185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82b2bc4c8d4799"/>
    <p:sldLayoutId xmlns:r="http://schemas.openxmlformats.org/officeDocument/2006/relationships" id="2147483650" r:id="R729683ec78934852"/>
    <p:sldLayoutId xmlns:r="http://schemas.openxmlformats.org/officeDocument/2006/relationships" id="2147483651" r:id="R1b832a388f7a40d4"/>
    <p:sldLayoutId xmlns:r="http://schemas.openxmlformats.org/officeDocument/2006/relationships" id="2147483652" r:id="Ra091e3b4fa24482c"/>
    <p:sldLayoutId xmlns:r="http://schemas.openxmlformats.org/officeDocument/2006/relationships" id="2147483653" r:id="R870f2b16b0044062"/>
    <p:sldLayoutId xmlns:r="http://schemas.openxmlformats.org/officeDocument/2006/relationships" id="2147483654" r:id="R87baf5510f214ad2"/>
    <p:sldLayoutId xmlns:r="http://schemas.openxmlformats.org/officeDocument/2006/relationships" id="2147483655" r:id="Rdf5155ad44bf47f6"/>
    <p:sldLayoutId xmlns:r="http://schemas.openxmlformats.org/officeDocument/2006/relationships" id="2147483656" r:id="R9d12880ce3954ba2"/>
    <p:sldLayoutId xmlns:r="http://schemas.openxmlformats.org/officeDocument/2006/relationships" id="2147483657" r:id="R07208f6988e34740"/>
    <p:sldLayoutId xmlns:r="http://schemas.openxmlformats.org/officeDocument/2006/relationships" id="2147483658" r:id="R62da69551eb140ce"/>
    <p:sldLayoutId xmlns:r="http://schemas.openxmlformats.org/officeDocument/2006/relationships" id="2147483659" r:id="Refde3e61afac47b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f4ee6e1aa1455e" /><Relationship Type="http://schemas.openxmlformats.org/officeDocument/2006/relationships/notesSlide" Target="/ppt/notesSlides/notesSlide1.xml" Id="Rf8fab6ec708f4b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64927e6b9d4c9f" /><Relationship Type="http://schemas.openxmlformats.org/officeDocument/2006/relationships/notesSlide" Target="/ppt/notesSlides/notesSlide2.xml" Id="R5cb65aa9041b41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88748140404adf" /><Relationship Type="http://schemas.openxmlformats.org/officeDocument/2006/relationships/notesSlide" Target="/ppt/notesSlides/notesSlide3.xml" Id="R996482ecf2814a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2ccbac30614a5d" /><Relationship Type="http://schemas.openxmlformats.org/officeDocument/2006/relationships/notesSlide" Target="/ppt/notesSlides/notesSlide4.xml" Id="Rb9c892e1bf4b4a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b0d94fc702467e" /><Relationship Type="http://schemas.openxmlformats.org/officeDocument/2006/relationships/notesSlide" Target="/ppt/notesSlides/notesSlide5.xml" Id="R5861a9560da64f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b1e436fe404555" /><Relationship Type="http://schemas.openxmlformats.org/officeDocument/2006/relationships/notesSlide" Target="/ppt/notesSlides/notesSlide6.xml" Id="R9d5f35717d4d4f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198505750e4520" /><Relationship Type="http://schemas.openxmlformats.org/officeDocument/2006/relationships/notesSlide" Target="/ppt/notesSlides/notesSlide7.xml" Id="R5b0ac7aee0fb49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43aec3ea72435c" /><Relationship Type="http://schemas.openxmlformats.org/officeDocument/2006/relationships/notesSlide" Target="/ppt/notesSlides/notesSlide8.xml" Id="R56d796657eeb40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9900268f554ac4" /><Relationship Type="http://schemas.openxmlformats.org/officeDocument/2006/relationships/notesSlide" Target="/ppt/notesSlides/notesSlide9.xml" Id="Rf92d68cbd2bf4c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36922cea3d43f0" /><Relationship Type="http://schemas.openxmlformats.org/officeDocument/2006/relationships/notesSlide" Target="/ppt/notesSlides/notesSlide10.xml" Id="Rcaf7edbace6f48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c4a0ca12b94656" /><Relationship Type="http://schemas.openxmlformats.org/officeDocument/2006/relationships/notesSlide" Target="/ppt/notesSlides/notesSlide11.xml" Id="R88b5b563511747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aa5716efa64bb6" /><Relationship Type="http://schemas.openxmlformats.org/officeDocument/2006/relationships/notesSlide" Target="/ppt/notesSlides/notesSlide12.xml" Id="R8769944118b441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919de9b76048b4" /><Relationship Type="http://schemas.openxmlformats.org/officeDocument/2006/relationships/notesSlide" Target="/ppt/notesSlides/notesSlide13.xml" Id="Re3c61abbb29b42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7cbb74efb343f4" /><Relationship Type="http://schemas.openxmlformats.org/officeDocument/2006/relationships/notesSlide" Target="/ppt/notesSlides/notesSlide14.xml" Id="Rf868a315400545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660d6f26f54e5b" /><Relationship Type="http://schemas.openxmlformats.org/officeDocument/2006/relationships/notesSlide" Target="/ppt/notesSlides/notesSlide15.xml" Id="Rfe16e18b1b4a4a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b8ea73a32b4a73" /><Relationship Type="http://schemas.openxmlformats.org/officeDocument/2006/relationships/notesSlide" Target="/ppt/notesSlides/notesSlide16.xml" Id="R15f00caffd8e417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95645e06324883" /><Relationship Type="http://schemas.openxmlformats.org/officeDocument/2006/relationships/notesSlide" Target="/ppt/notesSlides/notesSlide17.xml" Id="Rc29d0acf50514e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1060e907084252" /><Relationship Type="http://schemas.openxmlformats.org/officeDocument/2006/relationships/notesSlide" Target="/ppt/notesSlides/notesSlide18.xml" Id="R4ec1f29db05849c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aafd43aa7b4b40" /><Relationship Type="http://schemas.openxmlformats.org/officeDocument/2006/relationships/notesSlide" Target="/ppt/notesSlides/notesSlide19.xml" Id="R82846399367c406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fb19ed692947aa" /><Relationship Type="http://schemas.openxmlformats.org/officeDocument/2006/relationships/notesSlide" Target="/ppt/notesSlides/notesSlide20.xml" Id="R0b9c91b1d5a348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83A25F-37BD-4231-9D6E-2A9ABE2C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D513671-EA34-46B6-88F6-931A7771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676A6B50-C194-495A-9AA5-7AA431F3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79CF6D-B7E7-4FFA-A3A6-2F572AB9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Интеграција модула, уговори и подаци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646C55B-EEAA-4E8F-AF83-7013FDBB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EquipmentReservation као извршива основа за интеграцију модула и наставак развоја.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4EDF6DDF-0136-4784-8F77-9E5F089F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85F43A1-D28A-4CC8-9F27-1AA57AA5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56A31B7-07A9-4C44-BEB9-75718812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5949966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Заједнички извршиви пример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EquipmentReservation се надограђује кроз интеграцију, AI радни ток, MCP и guardrails.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Студент прати како се исти систем развија кроз интеграцију, AI workflow, MCP и guardrails.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EquipmentReservation.sln је главна улазна тачка наставног примера.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63FA02C-ED70-44D9-A393-491A951C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C7CBC68-B9B3-4D65-BA75-4B73CC52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50CA1AE-35E1-4792-94CE-7BDB456C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73D3CE-7C12-4B11-B575-372088D8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и провера наставног примера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B87020C-1072-40EA-B65E-97536508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Прва провера обухвата restore, build и test команде над solution-ом.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12C9B83-A2A5-4EF5-A561-53B79C00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39" y="2582648"/>
            <a:ext cx="5715000" cy="1692703"/>
          </a:xfrm>
          <a:prstGeom xmlns:a="http://schemas.openxmlformats.org/drawingml/2006/main" prst="roundRect">
            <a:avLst>
              <a:gd name="adj" fmla="val 562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8B830E1-BC74-49F0-AA93-864894A8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39" y="293012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337DB282-1404-4B75-A785-45BFB8E4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939" y="27015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1567BA6-82BE-471A-A4A6-6A621120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6243" y="27015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330BEFCF-5053-4122-9FD1-02509CD3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547" y="27015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4D986AF-8682-4549-9B3C-82D1A032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689" y="305889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cd examples/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ers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-ai-workflow</a:t>
            </a:r>
            <a:br/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restore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.sln</a:t>
            </a:r>
            <a:br/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build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.sln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-c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Release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--no-restore</a:t>
            </a:r>
            <a:br/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.sln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-c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Release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--no-build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3D1E811-58BE-427C-8F8C-2EBDBB32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5F2243D-39B2-4286-B2F1-26C3161A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Радимо над целим solution-ом.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Команде су део доказа, не декоративан додатак.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Пад build-а или теста мора се решити пре даље интеграције.</a:t>
            </a:r>
          </a:p>
        </p:txBody>
      </p:sp>
    </p:spTree>
    <p:extLst>
      <p:ext uri="{BB962C8B-B14F-4D97-AF65-F5344CB8AC3E}">
        <p14:creationId xmlns:p14="http://schemas.microsoft.com/office/powerpoint/2010/main" val="14602169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104BC93-2540-4EBE-9995-F1E46DBE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AD29C23-AE24-4C2D-8C91-D7C3A4EB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DCDF646-B96F-4F2E-951E-B4CCEEF5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11FCAF-8216-4357-AC0E-5F31D777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Структура solution-а и смер зависности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B0FF3D-DF11-41B8-9629-DF53E150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и Guardrails припадају истом solution-у, без увођења зависности у пословно језгро.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35E3484-11BB-4AFF-959F-9C552F1A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8D71E7D-FED6-4366-84BF-FA5880BC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526307B-B316-4546-8347-4CCEBC538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27D700F-AC85-4A6E-A214-0330B75C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27839EB-ACE0-4D6A-ACD1-6A06D446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F3B9FE6-4C19-4F4C-B66B-177AC16B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CD71870-E496-4E19-A8D7-9B43616B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портови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00FA530-B3D1-4E2F-B3DF-18408A0F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8C432AD0-81EA-455F-9534-12B5796B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6ABD6E5-E65A-4E95-94DC-96795B47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5431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37836A3-FEE7-44BE-9471-92D4F773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адаптери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77B58A1-D1BE-44A5-9392-2F14DF08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80249E4-17EE-4662-A4B6-B28003D9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D71BF45-A9C7-4706-8A74-09ADA61D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5BF5712-B453-423A-AD1A-F6531067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composition root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72CADB6-57C4-4B9A-A852-FA35B501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B5453E4-75EC-47E2-B843-785E350D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910A10D-4994-4BF8-AEFB-B28F9EDB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8F81A4B-4B48-4F60-94C8-78B01080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D34F3B2F-9F52-45AB-83CA-BEC48D9DC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59DAA191-1B06-46C9-856E-B246DB64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1A544F95-9CA7-4790-914B-95CA0870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55DF1CED-6FB5-45EA-83B6-F9989584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Смер зависности има предност над физичким распоредом директоријума.</a:t>
            </a:r>
          </a:p>
        </p:txBody>
      </p:sp>
    </p:spTree>
    <p:extLst>
      <p:ext uri="{BB962C8B-B14F-4D97-AF65-F5344CB8AC3E}">
        <p14:creationId xmlns:p14="http://schemas.microsoft.com/office/powerpoint/2010/main" val="11902895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0970-0192-4F2D-84DC-84CACE1D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8E2C96-FFDC-47B6-9812-ECD627AC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20DED7F-6D6D-4C25-A790-BAA5AE7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EE5D36-C3EB-42E3-802E-35191AE7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Одговорности пројеката у solution-у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4D4F1D-4B00-4296-91C7-CCCCDE5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пројекат има јасно дефинисану одговорност.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B5829D0-FCDE-4387-BD97-2E68898D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CCE4DDA-4696-4294-B77E-C29810B4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Пројекат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317C1C-E79F-4EA1-A9E2-9E4CC917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F4125A9-381D-4201-9E61-BCF36EC5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Одговорност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97B2D68-2365-4827-B5CA-5738AB86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0A51FC-304A-4110-8BC5-689E0E7D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503A131-3535-4ECE-8F53-BAEA6CC0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95035B3-7302-42D5-9ADD-3A51030A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ентитети и пословна правила; без пројектних зависности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3BACB54-4676-42EF-84A1-D542CFB7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18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CA4E2A1-18CF-483A-B3E0-0D0749A5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2785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AA55C21-C234-435A-919F-9C4C779F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118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EE3D286-0FE1-485D-B279-F63D0BD2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2785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use-case-ови и портови према другим модулима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3AD6BA-BD6C-4C5E-AD61-278AF61F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61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3CC129C-24AE-4889-878A-B2A5AB84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7928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7AE78BF-B18B-45AF-98E4-A0C3724E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7261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81986C2-ED57-4623-9261-72327BD7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7928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имплементације портова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EF5166D-208A-4B25-B0E2-36524628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05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BBAB4F-F0A3-4459-B92F-81F1B5DB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3072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60BB47C-9F81-458B-9E9E-C3028264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2405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CE46418-8866-4CAF-B2B3-F00857A9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3072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composition root и HTTP граница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B953C337-5178-4AB4-B536-60187E5F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9035C7F4-CF3C-4EFD-A0E4-86D208F4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8215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4B5EE451-0067-4BE2-BA11-D4B98225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7548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DFA2BCE0-4969-47A3-BB83-B06A7A06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8215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контролисано излагање контекста AI клијенту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BBF14ED-1D59-4D69-867C-30CE67C0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692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00063FD-5562-412B-B54B-5546312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3359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Guardrails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2D3A301-EA53-4DFA-9DD5-576F2043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2692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E6FBF889-896D-4F0A-B62D-61D58F23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3359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детерминистичке политике за ризичне позиве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9D24FB3A-0C6B-4FF4-95E7-0C51C637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835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29B1B193-BB77-42CA-B40C-00C83E06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8502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E8DA3422-DEA9-43E8-B9EF-4AE59FEB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7835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3E301292-0052-46B2-A21E-5E72947F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8502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NUnit провере домена, use-case-а и guardrail-а</a:t>
            </a:r>
          </a:p>
        </p:txBody>
      </p:sp>
    </p:spTree>
    <p:extLst>
      <p:ext uri="{BB962C8B-B14F-4D97-AF65-F5344CB8AC3E}">
        <p14:creationId xmlns:p14="http://schemas.microsoft.com/office/powerpoint/2010/main" val="10507398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60FBE4-9BE2-465E-9137-B98C8D5E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0EA3423-8770-44FE-8A66-7F1A65CC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0BE8B63-82FC-4534-A798-303F862C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6B2320F-50EE-4E08-A520-AC9657BB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Пословно правило у доменском сервису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3DC4C6-40E9-4B9D-94DC-BCF9CA7E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InventoryItem представља стање и нема зависности од HTTP-а, базе, MCP-а или AI алата.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CF23BBF-9DA6-431E-B77D-9B9CBE4A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InventoryReservationService примењује правило: количина мора бити позитивна и није дозвољено резервисати више јединица од расположиве количине.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AB4911A-8E2A-48DF-85D2-3C9E7A15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05802DA8-FFEF-4123-AED9-91C6AE4E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50FF3BD-0A2A-4568-A085-29AFEF4D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6E169FA-46B1-4E15-B1C6-E5CF3FAE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F3671E2-D428-4ED8-A248-0787BA2F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Исто правило користе API, тестови и будући адаптери без дуплирања.</a:t>
            </a:r>
          </a:p>
        </p:txBody>
      </p:sp>
    </p:spTree>
    <p:extLst>
      <p:ext uri="{BB962C8B-B14F-4D97-AF65-F5344CB8AC3E}">
        <p14:creationId xmlns:p14="http://schemas.microsoft.com/office/powerpoint/2010/main" val="6632585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BFCF2B-5CFD-4F74-B818-AEC3BEBB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09FB6CB-8691-4551-9C79-E6EF4FF5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981CEAD-D6AA-4A47-8E3E-CA805293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BC4C4C6-076B-43E9-A9D0-12F1BD6D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Валидација захтева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8391340-867B-4613-B887-BE3C1672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Валидатор проверава облик и опсег улаза пре покретања пословног тока.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A25C201-3C4E-4F41-8E63-BCEDE822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9BE22B5-6F11-4927-B0EA-2AF8E3CE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AC374353-7AF2-4EA3-9466-C4098D05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196335BA-03A1-49CD-9196-B9092BD3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D1CA035E-154D-4C05-A21A-AE481B4E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ECD4124-A4C3-45D4-B5CF-9597C160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4595810" cy="23922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Validate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CreateReservationCommand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command)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ArgumentNullException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ThrowIfNull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(command);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(command.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==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CreateReservationErrorCodes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RequestIdRequired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(command.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&lt;= </a:t>
            </a:r>
            <a:r>
              <a:rPr sz="1150" b="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CreateReservationErrorCodes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QuantityMustBePositive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();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C6B197C-B552-48CD-A6C5-A197A9B7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3C7B3E0-0391-431E-AEDB-66BDC1B3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само носи стање.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Validator проверава обавезна поља и опсег.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Handler покреће проверу пре позива портова.</a:t>
            </a:r>
          </a:p>
        </p:txBody>
      </p:sp>
    </p:spTree>
    <p:extLst>
      <p:ext uri="{BB962C8B-B14F-4D97-AF65-F5344CB8AC3E}">
        <p14:creationId xmlns:p14="http://schemas.microsoft.com/office/powerpoint/2010/main" val="2638129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7E9075-B20A-4969-9E56-566E96A6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86E33B3-912F-4F00-A8B7-02A0F468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FE4599-E1EC-482F-B667-450BE905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1087873-AD4C-4731-AC74-5C6D3D1B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Уговор између модула Reservations и Inventory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70F211-3AFD-4F99-A85B-71396BFC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Апликациони слој описује минималне операције потребне случају употребе.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AE9548-AF11-492B-B283-20112579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 прослеђује ORM ентитет, не отвара интерно складиште и не крши границу другог модула.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5191EE0-AA76-44DB-8852-B84D1F73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D9FD76C-F82A-43CF-81A5-1167041C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A3E3818-4D51-4407-9688-7AD8F4BD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9F8E6CC-27C5-47F4-BEB4-FCED2B96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643410C-B581-49C4-88ED-E2E7FFD4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Уговор између модула примењује ISP и DIP.</a:t>
            </a:r>
          </a:p>
        </p:txBody>
      </p:sp>
    </p:spTree>
    <p:extLst>
      <p:ext uri="{BB962C8B-B14F-4D97-AF65-F5344CB8AC3E}">
        <p14:creationId xmlns:p14="http://schemas.microsoft.com/office/powerpoint/2010/main" val="8214070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Порт апликационог слоја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Случај употребе зависи од минималног уговора који му је потребан.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AE5A38B-0969-49F1-B428-9596CCC6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40280"/>
            <a:ext cx="1097280" cy="209855"/>
          </a:xfrm>
          <a:prstGeom xmlns:a="http://schemas.openxmlformats.org/drawingml/2006/main" prst="roundRect">
            <a:avLst>
              <a:gd name="adj" fmla="val 4538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7363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ReserveInventoryRequest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IInventoryModule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Task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&gt;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ReserveInventoryRequest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request,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CancellationToken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cancellationToken);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BDBF1E0-0F1C-4E82-9D83-6B794C4E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A7E56FB-8860-41FB-9120-964CF38C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Порт је у Application слоју.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Infrastructure реализује уговор.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Use-case не зна интерне детаље Inventory модула.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7356AA-2B2C-4BE8-B8B4-03D32D61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75BB8C9-7111-4BEC-A538-6D6EE885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8686FC7-4D52-4355-9712-87CA20F7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959E90C-D6B2-40F9-94C5-BC1970CC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Handler случаја употребе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2C16F6-E6DF-47AB-A1F9-8A3FEA41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Handler валидира улаз, проверава поновљени захтев и позива Inventory преко порта.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3653A20-F7A5-400A-AFC6-37A0C071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4000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40EF0D2-2C77-4051-991F-83F0D3B8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A2A9D7-B5C7-401E-AD88-1F42B58D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40280"/>
            <a:ext cx="1097280" cy="209855"/>
          </a:xfrm>
          <a:prstGeom xmlns:a="http://schemas.openxmlformats.org/drawingml/2006/main" prst="roundRect">
            <a:avLst>
              <a:gd name="adj" fmla="val 4538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4E98789-3D45-4C48-B9D5-7AA1CE82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E0321863-DACC-4C89-AF09-2BE9AFFF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4A597A29-DDB6-4EED-BDEA-114317A5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1785C1C-7CD3-46C5-9B12-44816C32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41045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8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validation = _validator.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Validate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(!validation.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CreateReservationResult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Invalid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(validation.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using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lease =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_requestLock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AcquireAsync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existing =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_reservations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FindByRequestIdAsync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(existing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CreateReservationResult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(existing, replayed: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reservationId = _idGenerator.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NewReservationId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inventoryResult =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_inventory.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reservationId),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reservation = inventoryResult.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Success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?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Confirmed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(reservationId,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StudentId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: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Rejected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(reservationId,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19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StudentId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20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inventoryResult.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21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_reservations.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AddAsync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(reservation,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22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CreateReservationResult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(reservation, replayed: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DABED7E-281E-4CF8-855E-2E83CD34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72C8462-DDEC-4886-A69A-9081A6AB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нема пословне методе.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Inventory правило остаје иза порта.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Application враћа стабилан исход API слоју.</a:t>
            </a:r>
          </a:p>
        </p:txBody>
      </p:sp>
    </p:spTree>
    <p:extLst>
      <p:ext uri="{BB962C8B-B14F-4D97-AF65-F5344CB8AC3E}">
        <p14:creationId xmlns:p14="http://schemas.microsoft.com/office/powerpoint/2010/main" val="16504116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EA90BE-5E99-4663-891B-7C35D395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7D91BCA-0A57-4C41-93B6-ABD2322D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0B7B37-2F9A-45D0-B87A-B8C7021D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5891863-6F7E-4CDE-9468-FDF6B7F9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Idempotency key и поновљени захтев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04EF559-FCD0-4ABF-BE33-78E8480C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Поновљени захтев са истим идентификатором не производи додатни ефекат.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A82A8DB-1601-420C-9F17-FADC8FF1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3429000" cy="177759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RequestId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F4211B0-8725-40A5-AD4C-E6E682B5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један захтев, један ефекат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7D118A7-3082-4662-98AF-B949B56D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Ако исти захтев стигне поново, постојећа резервација се враћа без другог позива на промену стања.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9EC2A48-A6CC-427F-8F33-952DEE37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56572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D858FE2-EF1B-4D24-8839-1F076C14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FD6EFA-68B0-4000-8DE0-94716D5B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D775411-4AD7-4D9F-874D-FB3BD9E9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DD0D732-4472-4E9C-9CB5-9D5181EC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 идемпотентности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C3A7FA-0DDA-4812-9D7B-97BFA685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потврђује да поновљени позив не мења стање други пут.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50DA453-038D-4208-8B00-31AD69CA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DC45FB-90E4-4A00-9EFF-EA927255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6C4379E-4322-4700-8084-C61A9407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40280"/>
            <a:ext cx="1097280" cy="209855"/>
          </a:xfrm>
          <a:prstGeom xmlns:a="http://schemas.openxmlformats.org/drawingml/2006/main" prst="roundRect">
            <a:avLst>
              <a:gd name="adj" fmla="val 4538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E94D7E7-565E-4EFF-8E29-AE8E6530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82808FE-06BC-4A8A-9568-FF539777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9C13E801-CBE0-4EAF-80CB-4EDCBA1C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75F2323-39A7-4E2E-967D-42A25E70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7363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first =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handler.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HandleAsync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(command, ct);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replay =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handler.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HandleAsync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(command, ct);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available =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inventory.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GetAvailableAsync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command.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ct);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(first.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Outcome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CreateReservationOutcome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Confirmed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(replay.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(first.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(replay.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Replayed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(available,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0" b="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36F8BC-9486-4256-BEE7-A48C7F8A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EBA1EB5-0D3D-4D46-A1B2-76904449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проверава уговор између модула.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Поновљени позив не сме да направи нови side effect.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Проверавају се и исход и преостала количина.</a:t>
            </a:r>
          </a:p>
        </p:txBody>
      </p:sp>
    </p:spTree>
    <p:extLst>
      <p:ext uri="{BB962C8B-B14F-4D97-AF65-F5344CB8AC3E}">
        <p14:creationId xmlns:p14="http://schemas.microsoft.com/office/powerpoint/2010/main" val="1619070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FEBCE0-5D39-439A-B23B-AE6C99F2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36BFDF5-828F-46EA-B247-49C91A46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3E5487-F032-48BD-93E3-DAC013A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F60E696-45AD-4CB4-A49B-62D861AE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Докази интеграције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26049FC-B773-499C-9635-9B59070A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Build, тестови, diff и уговори потврђују исправност интеграције.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5C5E2BB-9CCD-4D7D-88BA-DF5F8B95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B6A5EA5-55E9-4716-8445-D68402C7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A27501-F896-40F0-94F6-3A976393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96A85B2-153F-4046-837F-CC6F8350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целокупан solution се компајлира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8893865-B2DE-4BB4-BCF3-5549D1E3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70AD31-7291-430C-ADFE-34318EE3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8FF44D6-C37A-49A9-B3E8-20580311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1C681DC-1253-46CA-836C-CA6E5C25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пословни и интеграциони сценарији пролазе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7143B27-0F84-4BC1-9697-6E862BA7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6951419-E683-466E-B3F8-540FF66A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B8CCAEE-4E80-4A60-B1F6-F6E50A71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4FBBF91-6678-4721-8A5F-556A1EA0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промена је ограничена на очекиване слојеве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7A057BC8-39A4-4515-AE9B-D9B972B8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1AAE99-EC91-4B82-A344-F11034C6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4B51607-A57E-4C44-A724-354FE6A5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Contract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454BEF5-7073-45A7-B6E0-190B6CDC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уговор између модула је стабилан</a:t>
            </a:r>
          </a:p>
        </p:txBody>
      </p:sp>
    </p:spTree>
    <p:extLst>
      <p:ext uri="{BB962C8B-B14F-4D97-AF65-F5344CB8AC3E}">
        <p14:creationId xmlns:p14="http://schemas.microsoft.com/office/powerpoint/2010/main" val="15175109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9115CD0-66BD-4F18-AEE2-AF3DF9D3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AB80A3-532C-4A8B-9304-CCC4E154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D239E8-FCEF-43C1-A24E-72B86652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E7141D9-6F9D-4761-9718-8DAC80BD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API као composition root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18757B-E3A5-4085-B709-A2854932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HTTP граница саставља зависности и мапира резултат без пословних одлука.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8FD8C37-AF9E-4822-B40B-0387FC0E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API РАДИ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A01A62D-04DB-44D2-B568-30374143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прима HTTP захтев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мапира DTO у команду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позива handler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мапира Result у одговор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4E12D301-9554-48B9-9C03-A4F3E550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9EB4991-68DA-4EBA-93B9-E4BA92C1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API НЕ РАДИ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AF6E6E0-B7CE-44A3-A05B-C4F27E42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13796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проверава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залиху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директно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Domain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стање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мимо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use-case-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чита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интерну базу другог модула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садржи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пословну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одлуку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440772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F3234CE-F7AE-490E-ABAD-BA5B41B4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88E9E1F-282C-43CD-8179-0C6FDBA6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A039EB5-1566-4400-B944-DA7A2AD1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CFA7ED3-4A8A-47E6-949B-DDAEF2E8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Ризици интеграције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6DAE07E-A0C1-4F85-828A-FFCC2C5E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ризик повезује се са одговарајућом провером.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B97C99B-BDFA-4A8F-85A2-33448368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8D3EA58-BEAF-4A44-8154-0104908E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Ризик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A54E8E6-AF2F-4928-86D4-5BDE8D84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185EBD8-DFA8-4373-AB34-82D3A705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8E3F605-D41A-463E-B46A-679EA5FE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B9C15D-77E7-4080-96D8-C8C859EB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Погрешан смер зависности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8F7C5FD-D075-420D-AAD4-2F339F1E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C7F1935-ABBA-4A54-BF5F-95CAE177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project references и build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9E1D250-BE77-4C0A-ACF8-AF134168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81934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BE2B650-13C4-487E-92A9-0BE3C74A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48609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Дуплирана правила у API-ју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9CA0C56-121C-47B5-A5F5-A2C9ED90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81934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54C0230-F775-45DF-97E2-2F64A1A6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48609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code review и diff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03CFF6E-A8D5-430F-965E-4A013DCC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6388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76D0050-B18A-4BB0-B8B6-0102F91C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33063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Поновљен захтев прави нови ефекат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D24A3AC-DA80-4D09-A63A-5E4A7281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866388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C1680E5-81EB-406E-A67F-57C7ED8B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33063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idempotency тест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923D515-74B4-407A-9202-1294D7D7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0842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DC34406-3457-49AF-8B60-0FE15274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17517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Порт пропушта интерне детаље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32D392C-BB51-4EC0-8FB2-5B2C6180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450842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3B66528-3173-4CEA-BACA-3276459B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17517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 Application уговора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C876C2D-7761-4106-9DCC-6E31323E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35296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8291419-09EE-4AB6-97AD-2B50A3AA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101971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MCP/Guardrails улазе у Domain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438A2A4-DF86-4915-B90B-F4DFD85F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035296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D73CEC8E-09A3-45CA-AE2C-32BBE86F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101971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dependency rule провера</a:t>
            </a:r>
          </a:p>
        </p:txBody>
      </p:sp>
    </p:spTree>
    <p:extLst>
      <p:ext uri="{BB962C8B-B14F-4D97-AF65-F5344CB8AC3E}">
        <p14:creationId xmlns:p14="http://schemas.microsoft.com/office/powerpoint/2010/main" val="43599922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3120EA3-60BA-4A31-AE5A-13A9FA6E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4010F7F-244C-40DB-A43F-9E62843A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FED0AE7-5022-4541-B25D-B3F3AE56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BDF8EBB-4BDF-40DB-B9AC-DE8E0EE2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Интеграција модула у заједнички производ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1AA1332-656A-41E5-838B-0DE572FB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Модули сарађују преко уговора, адаптера, тестова и прегледа кода.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169C90D-84FE-4F4D-991B-BB6EFF1C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19A3745-8A32-4ED8-AECA-CAD677CF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608C173-9431-4D4B-9BA3-5CB8E547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потреба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563311B-C598-429C-84EB-761CEB18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E35FB14-A81A-49EB-BEDF-614F4083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6724758-0773-4DA4-BD8B-6404E6FF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9E6B44F-DD2D-4E95-9A0C-17EC0173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уговор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66DF631-8F40-4A0C-A024-7B3BEA89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F2A52154-4CAF-4E1B-BF9F-00071087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F04FAED-95FA-46D2-867A-48279883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Adapter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DD12F1A-3F2A-4C97-96F4-EBFA106F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реализација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D3D5D82-37CF-4A0E-942F-9D2D492B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9E6999D-00FB-42EC-B7D6-31D885A2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A5EF54A-95F0-4904-9346-7AA59772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5AAD01F-57CA-4A67-8499-E6FD7EF7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3A6B18F-B75D-4898-A34B-35D4B70E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9226A6CA-7CFF-4725-A1B6-E9B76931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51391DB-7E4F-4360-8808-4689CD19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0393888-02BB-43A7-9F2D-CEBA8176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прихватање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ABE4F726-269A-4817-B25F-055FDCC0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F3F5209D-94A0-4DF5-B786-F02085AC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C240925-AE20-46C1-883D-8AEF905F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B08359C-3E76-408B-A1E7-96C03C53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Модули се повезују преко стабилних уговора са јасним пословним значењем.</a:t>
            </a:r>
          </a:p>
        </p:txBody>
      </p:sp>
    </p:spTree>
    <p:extLst>
      <p:ext uri="{BB962C8B-B14F-4D97-AF65-F5344CB8AC3E}">
        <p14:creationId xmlns:p14="http://schemas.microsoft.com/office/powerpoint/2010/main" val="13671774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7284529-70E8-43F7-AF0A-BCB9FC29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2FC136F-B7CB-4B4A-9C2E-F4EDC297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CA424A8-5432-46AD-8005-4E6AE705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F04090A-50F0-4063-87D6-43AADE64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Границе модула и AI радни ток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FDE5C8-CFC8-4B97-BFD6-F87771C9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Стабилне границе ограничавају контекст, обим измене и поступак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EB5C036-09DA-426B-8591-214ED5C2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F6A4FA9-EB5E-49C2-83A0-3083DE13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7A7FF53-1114-4297-9B68-0C205002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7819D35-8E44-4018-A099-8063DCC7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погођени пројекти су познати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4450845-6542-4C63-917B-0F62B25B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603C607-7ED8-43AC-A7B2-B125C119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3541700-061F-4765-A147-E674EC8D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Ограничења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0FD70A1-ADB8-49A4-B006-20909BB1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зна се шта не сме да се мења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50EFB5D7-B309-4740-9E60-7E6036F1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CC03112-A46E-40CA-A831-D680A7ED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B4E6EC7-0DDF-49C0-A0D7-4739CE66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B0426BA-9835-40CB-BE9A-4D11D6A6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build, test и diff су довољни сигнали</a:t>
            </a:r>
          </a:p>
        </p:txBody>
      </p:sp>
    </p:spTree>
    <p:extLst>
      <p:ext uri="{BB962C8B-B14F-4D97-AF65-F5344CB8AC3E}">
        <p14:creationId xmlns:p14="http://schemas.microsoft.com/office/powerpoint/2010/main" val="5886389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на вежби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EquipmentReservation се користи као заједнички извршиви пример.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Отворити EquipmentReservation.sln.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build и test команде.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Пронаћи Domain правило и његов Application порт.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40AF4CD-BCB7-4E41-8EB2-98129703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7624AE8-4536-4931-B883-B871FAA1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Објаснити како CreateReservationHandler користи Inventory.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2745130-9E2D-4B23-9EDB-6F8CA7AD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68B3774-03BC-4B02-8229-D317564B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27310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Показати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тест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штити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идемпотењнтност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или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уговор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између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модула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0EFE9F9-C904-4891-B3CA-AC5D7089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E9C27FC-253A-4E2E-8BD2-3AE3560E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4A6B1A-0876-42C6-8E39-3068AB0F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5CB8638-183C-4766-A2BB-4C3D1A71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159E455-8082-44EB-8E87-06BF4439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Интеграција повезује модуле преко стабилних уговора уз очуване архитектонске границе.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6C5ECE8-C25A-49C7-90D1-3DCCF3FC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Добра интеграција значи да модули сарађују преко јасних уговора, док пословно језгро остаје заштићено од детаља транспорта, складишта и развојних алата.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C387E0C-5CFC-4715-AC25-1DA84481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16365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66E2F09-9791-4904-9BAD-749FF4D8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ECEB316-0B89-414D-A360-697A04FA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CEA18AF-B6E7-4F46-A004-465164FA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C81503F-45B6-4C4E-9BDE-7E2DB552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 уводи контролисан AI радни ток.</a:t>
            </a:r>
          </a:p>
        </p:txBody>
      </p:sp>
    </p:spTree>
    <p:extLst>
      <p:ext uri="{BB962C8B-B14F-4D97-AF65-F5344CB8AC3E}">
        <p14:creationId xmlns:p14="http://schemas.microsoft.com/office/powerpoint/2010/main" val="82330817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52F0442-8E93-4D53-ADB4-5C7695BC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0E4C662-CC64-4066-9DFC-C70C22FA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F7B124E-284E-4D01-A409-A5938596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8EC77A7-D848-4A92-A45B-DB3D2D09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наредну вежбу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CC7E5AA-3038-4CBE-A03E-3C023E88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solution, тестове и границе модула за контролисан AI радни ток.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2BFE31-0058-4731-B8FB-6ABB571E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E74B281-8F0F-4D43-8C07-B1D924A2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Забележити како се solution покреће и тестира.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6750F77-798B-4281-A464-DD31D1F4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7325891-5BE7-46FC-8F5B-94372B9E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Описати границе Domain, Application, Infrastructure и API пројеката.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66F9416-25C7-43EB-A949-23FA4C96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13C1059-3126-4EA2-95FC-FC51452C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Изабрати један мали захтев за промену правила.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359874F-0C1F-41EB-AA63-438C57DF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5E43492-F1A9-47BD-84DE-4E335ACF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Навести фајлове које промена сме да погађа.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DA80901-4A89-460A-B365-85AA4C17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D1AEA6-2052-43D4-BCFB-7897AF77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проверу build/test/diff за следећу вежбу.</a:t>
            </a:r>
          </a:p>
        </p:txBody>
      </p:sp>
    </p:spTree>
    <p:extLst>
      <p:ext uri="{BB962C8B-B14F-4D97-AF65-F5344CB8AC3E}">
        <p14:creationId xmlns:p14="http://schemas.microsoft.com/office/powerpoint/2010/main" val="75924025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2026-09-29T18:47:09.5960000Z</dcterms:created>
  <dcterms:modified xsi:type="dcterms:W3CDTF">2026-09-29T18:47:09.5960000Z</dcterms:modified>
</coreProperties>
</file>