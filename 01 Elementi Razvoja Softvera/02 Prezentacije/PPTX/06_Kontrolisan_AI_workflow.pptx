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c2ccbaa5a4fcf" /><Relationship Type="http://schemas.openxmlformats.org/officeDocument/2006/relationships/extended-properties" Target="/docProps/app.xml" Id="R51590a740ff14bd4" /><Relationship Type="http://schemas.openxmlformats.org/officeDocument/2006/relationships/officeDocument" Target="/ppt/presentation.xml" Id="Rea0f50bf5336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924b4200c34229"/>
  </p:sldMasterIdLst>
  <p:notesMasterIdLst>
    <p:notesMasterId xmlns:r="http://schemas.openxmlformats.org/officeDocument/2006/relationships" r:id="R91bc3840b25c4af3"/>
  </p:notesMasterIdLst>
  <p:sldIdLst>
    <p:sldId xmlns:r="http://schemas.openxmlformats.org/officeDocument/2006/relationships" id="256" r:id="R0625ade6a1f3472c"/>
    <p:sldId xmlns:r="http://schemas.openxmlformats.org/officeDocument/2006/relationships" id="257" r:id="R731f3cbf5a854e79"/>
    <p:sldId xmlns:r="http://schemas.openxmlformats.org/officeDocument/2006/relationships" id="258" r:id="Rcb5791747e07426b"/>
    <p:sldId xmlns:r="http://schemas.openxmlformats.org/officeDocument/2006/relationships" id="259" r:id="Rc2e23543b3a74b04"/>
    <p:sldId xmlns:r="http://schemas.openxmlformats.org/officeDocument/2006/relationships" id="260" r:id="R40a57b9b8fd34746"/>
    <p:sldId xmlns:r="http://schemas.openxmlformats.org/officeDocument/2006/relationships" id="261" r:id="R82878f38e9684f36"/>
    <p:sldId xmlns:r="http://schemas.openxmlformats.org/officeDocument/2006/relationships" id="262" r:id="R7a57ecfb06a245ef"/>
    <p:sldId xmlns:r="http://schemas.openxmlformats.org/officeDocument/2006/relationships" id="263" r:id="R71ad733b6cc34058"/>
    <p:sldId xmlns:r="http://schemas.openxmlformats.org/officeDocument/2006/relationships" id="264" r:id="Rc8c2cbab9e7c4df1"/>
    <p:sldId xmlns:r="http://schemas.openxmlformats.org/officeDocument/2006/relationships" id="265" r:id="R812cc9aec03c4a79"/>
    <p:sldId xmlns:r="http://schemas.openxmlformats.org/officeDocument/2006/relationships" id="266" r:id="R6770dbe57c69421c"/>
    <p:sldId xmlns:r="http://schemas.openxmlformats.org/officeDocument/2006/relationships" id="267" r:id="R80384cb293dc4823"/>
    <p:sldId xmlns:r="http://schemas.openxmlformats.org/officeDocument/2006/relationships" id="268" r:id="R1338e0cdc2484339"/>
    <p:sldId xmlns:r="http://schemas.openxmlformats.org/officeDocument/2006/relationships" id="269" r:id="Rf66d0146d6c84325"/>
    <p:sldId xmlns:r="http://schemas.openxmlformats.org/officeDocument/2006/relationships" id="270" r:id="R4b64c264e3984eae"/>
    <p:sldId xmlns:r="http://schemas.openxmlformats.org/officeDocument/2006/relationships" id="271" r:id="R173ecaeb900c4d1f"/>
    <p:sldId xmlns:r="http://schemas.openxmlformats.org/officeDocument/2006/relationships" id="272" r:id="Rae8a7e55073e4e02"/>
    <p:sldId xmlns:r="http://schemas.openxmlformats.org/officeDocument/2006/relationships" id="273" r:id="R053479369fb84dd8"/>
    <p:sldId xmlns:r="http://schemas.openxmlformats.org/officeDocument/2006/relationships" id="274" r:id="R6538053c5b454de7"/>
    <p:sldId xmlns:r="http://schemas.openxmlformats.org/officeDocument/2006/relationships" id="275" r:id="R95d1d558df1e45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6275426b04c5b" /><Relationship Type="http://schemas.openxmlformats.org/officeDocument/2006/relationships/slideMaster" Target="/ppt/slideMasters/slideMaster1.xml" Id="Rce924b4200c34229" /><Relationship Type="http://schemas.openxmlformats.org/officeDocument/2006/relationships/notesMaster" Target="/ppt/notesMasters/notesMaster1.xml" Id="R91bc3840b25c4af3" /><Relationship Type="http://schemas.openxmlformats.org/officeDocument/2006/relationships/presProps" Target="/ppt/presProps.xml" Id="R6a4661fc3dfa4af7" /><Relationship Type="http://schemas.openxmlformats.org/officeDocument/2006/relationships/viewProps" Target="/ppt/viewProps.xml" Id="Rb23f5f17ea5c4fc4" /><Relationship Type="http://schemas.openxmlformats.org/officeDocument/2006/relationships/tableStyles" Target="/ppt/tableStyles.xml" Id="R332bbb53658f4ac6" /><Relationship Type="http://schemas.openxmlformats.org/officeDocument/2006/relationships/slide" Target="/ppt/slides/slide1.xml" Id="R0625ade6a1f3472c" /><Relationship Type="http://schemas.openxmlformats.org/officeDocument/2006/relationships/slide" Target="/ppt/slides/slide2.xml" Id="R731f3cbf5a854e79" /><Relationship Type="http://schemas.openxmlformats.org/officeDocument/2006/relationships/slide" Target="/ppt/slides/slide3.xml" Id="Rcb5791747e07426b" /><Relationship Type="http://schemas.openxmlformats.org/officeDocument/2006/relationships/slide" Target="/ppt/slides/slide4.xml" Id="Rc2e23543b3a74b04" /><Relationship Type="http://schemas.openxmlformats.org/officeDocument/2006/relationships/slide" Target="/ppt/slides/slide5.xml" Id="R40a57b9b8fd34746" /><Relationship Type="http://schemas.openxmlformats.org/officeDocument/2006/relationships/slide" Target="/ppt/slides/slide6.xml" Id="R82878f38e9684f36" /><Relationship Type="http://schemas.openxmlformats.org/officeDocument/2006/relationships/slide" Target="/ppt/slides/slide7.xml" Id="R7a57ecfb06a245ef" /><Relationship Type="http://schemas.openxmlformats.org/officeDocument/2006/relationships/slide" Target="/ppt/slides/slide8.xml" Id="R71ad733b6cc34058" /><Relationship Type="http://schemas.openxmlformats.org/officeDocument/2006/relationships/slide" Target="/ppt/slides/slide9.xml" Id="Rc8c2cbab9e7c4df1" /><Relationship Type="http://schemas.openxmlformats.org/officeDocument/2006/relationships/slide" Target="/ppt/slides/slide10.xml" Id="R812cc9aec03c4a79" /><Relationship Type="http://schemas.openxmlformats.org/officeDocument/2006/relationships/slide" Target="/ppt/slides/slide11.xml" Id="R6770dbe57c69421c" /><Relationship Type="http://schemas.openxmlformats.org/officeDocument/2006/relationships/slide" Target="/ppt/slides/slide12.xml" Id="R80384cb293dc4823" /><Relationship Type="http://schemas.openxmlformats.org/officeDocument/2006/relationships/slide" Target="/ppt/slides/slide13.xml" Id="R1338e0cdc2484339" /><Relationship Type="http://schemas.openxmlformats.org/officeDocument/2006/relationships/slide" Target="/ppt/slides/slide14.xml" Id="Rf66d0146d6c84325" /><Relationship Type="http://schemas.openxmlformats.org/officeDocument/2006/relationships/slide" Target="/ppt/slides/slide15.xml" Id="R4b64c264e3984eae" /><Relationship Type="http://schemas.openxmlformats.org/officeDocument/2006/relationships/slide" Target="/ppt/slides/slide16.xml" Id="R173ecaeb900c4d1f" /><Relationship Type="http://schemas.openxmlformats.org/officeDocument/2006/relationships/slide" Target="/ppt/slides/slide17.xml" Id="Rae8a7e55073e4e02" /><Relationship Type="http://schemas.openxmlformats.org/officeDocument/2006/relationships/slide" Target="/ppt/slides/slide18.xml" Id="R053479369fb84dd8" /><Relationship Type="http://schemas.openxmlformats.org/officeDocument/2006/relationships/slide" Target="/ppt/slides/slide19.xml" Id="R6538053c5b454de7" /><Relationship Type="http://schemas.openxmlformats.org/officeDocument/2006/relationships/slide" Target="/ppt/slides/slide20.xml" Id="R95d1d558df1e45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716082b5b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a30ee5ded4d70" /><Relationship Type="http://schemas.openxmlformats.org/officeDocument/2006/relationships/notesMaster" Target="/ppt/notesMasters/notesMaster1.xml" Id="R4c5e7783c3134d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379d4737f4f8e" /><Relationship Type="http://schemas.openxmlformats.org/officeDocument/2006/relationships/notesMaster" Target="/ppt/notesMasters/notesMaster1.xml" Id="Rc67ef926ff6e42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232df09484529" /><Relationship Type="http://schemas.openxmlformats.org/officeDocument/2006/relationships/notesMaster" Target="/ppt/notesMasters/notesMaster1.xml" Id="R6ee209bba54a49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c54248f5754330" /><Relationship Type="http://schemas.openxmlformats.org/officeDocument/2006/relationships/notesMaster" Target="/ppt/notesMasters/notesMaster1.xml" Id="Rd6a4df188b87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5e940352d40f7" /><Relationship Type="http://schemas.openxmlformats.org/officeDocument/2006/relationships/notesMaster" Target="/ppt/notesMasters/notesMaster1.xml" Id="R8b6a0e2c182c4c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a933d1cfa4bf4" /><Relationship Type="http://schemas.openxmlformats.org/officeDocument/2006/relationships/notesMaster" Target="/ppt/notesMasters/notesMaster1.xml" Id="R5aaf2e67dd594f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38c6495b64561" /><Relationship Type="http://schemas.openxmlformats.org/officeDocument/2006/relationships/notesMaster" Target="/ppt/notesMasters/notesMaster1.xml" Id="Rd05ca5815bcb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422498fa864b47" /><Relationship Type="http://schemas.openxmlformats.org/officeDocument/2006/relationships/notesMaster" Target="/ppt/notesMasters/notesMaster1.xml" Id="R440f62be2d4044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0765ad0ae74497" /><Relationship Type="http://schemas.openxmlformats.org/officeDocument/2006/relationships/notesMaster" Target="/ppt/notesMasters/notesMaster1.xml" Id="R9d6c459cfabb43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17c79c600c4d71" /><Relationship Type="http://schemas.openxmlformats.org/officeDocument/2006/relationships/notesMaster" Target="/ppt/notesMasters/notesMaster1.xml" Id="R2f3d1e687440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d8a3e8f53d40c8" /><Relationship Type="http://schemas.openxmlformats.org/officeDocument/2006/relationships/notesMaster" Target="/ppt/notesMasters/notesMaster1.xml" Id="Rfc07f487cc6d42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c2cb0d48045a4" /><Relationship Type="http://schemas.openxmlformats.org/officeDocument/2006/relationships/notesMaster" Target="/ppt/notesMasters/notesMaster1.xml" Id="R17726461f17d40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079c38e9a54cdd" /><Relationship Type="http://schemas.openxmlformats.org/officeDocument/2006/relationships/notesMaster" Target="/ppt/notesMasters/notesMaster1.xml" Id="R6e6a7a2538ce4a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f226f718a44b56" /><Relationship Type="http://schemas.openxmlformats.org/officeDocument/2006/relationships/notesMaster" Target="/ppt/notesMasters/notesMaster1.xml" Id="Rd05cae924c2c4e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774b6c9bef45a4" /><Relationship Type="http://schemas.openxmlformats.org/officeDocument/2006/relationships/notesMaster" Target="/ppt/notesMasters/notesMaster1.xml" Id="R87482b4cf6484c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830a16a5de4884" /><Relationship Type="http://schemas.openxmlformats.org/officeDocument/2006/relationships/notesMaster" Target="/ppt/notesMasters/notesMaster1.xml" Id="R193a051f2a0a45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4e1e4e7b394521" /><Relationship Type="http://schemas.openxmlformats.org/officeDocument/2006/relationships/notesMaster" Target="/ppt/notesMasters/notesMaster1.xml" Id="Rf905f3b6fd5047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61a020277b472d" /><Relationship Type="http://schemas.openxmlformats.org/officeDocument/2006/relationships/notesMaster" Target="/ppt/notesMasters/notesMaster1.xml" Id="R1af6aab0865647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cd270af0854f28" /><Relationship Type="http://schemas.openxmlformats.org/officeDocument/2006/relationships/notesMaster" Target="/ppt/notesMasters/notesMaster1.xml" Id="R588fd577b71045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3aaab156424147" /><Relationship Type="http://schemas.openxmlformats.org/officeDocument/2006/relationships/notesMaster" Target="/ppt/notesMasters/notesMaster1.xml" Id="R0a51975dc0f941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142dd95ff40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6ab4ad5c740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0d18971e846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a37142def40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910289fb44f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c75b190a846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db1272ac94ed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d675dfb174c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0d032645345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e82bf425349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6f6c9e6c94bf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CBD78A-CC62-4C01-BBFC-B0DD6D18F6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25DD6C6-BD7E-41D3-8C90-FADC910D10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689882-DA96-474B-A313-03D08BBF6D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73A3E4-6C92-4058-BD3E-F86C0FD75A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2CF217-FB2B-4B4C-B0D5-662053621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5ECBDA-0FC6-461F-B9E5-281F64EBF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89C78C-8568-4EAC-9079-D889A4B6FC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68551D-59A5-4A4E-93C1-96CCF12C2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A346E6-1321-48F0-A9F1-82856A3FEB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A52ED0-A13C-4E68-8D95-9C4CFC58E2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9663A5-33D6-4C59-B642-A0CB4898F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F29814-EF73-42B2-985A-D89A99BB4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8610CD-B49D-4001-AB52-D975C5EE30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326628-AD8A-4F8E-90E1-1AD5D5D7C2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C23C8A-51DA-4ECB-AA15-DDD84A9106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E101D3-1A06-41A0-9ABE-C6CA3654C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B37D50-6F97-4933-88ED-AA05C646F1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2C53F0-CEBC-4E3C-9A0A-79CA310612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0184F5-9BDB-47E5-8E67-C16608389F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001F8-0B3D-403D-A57C-53FDD908FC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C83164-9B3C-4852-8AB7-1D2E2163D7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2D25DA-AEF2-4F22-B995-CFDB73125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30D766-2DF7-4BC8-9DFA-ADFBBB9832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1F94BD-4CA5-496A-9D56-47202A9B66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A705040-C81B-4F59-9DFF-005DA4674D8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0422DAC-49FA-42CE-9427-5AB8473710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23408E-10A6-4368-8DB0-45273AA03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5EA3E96-94BF-424F-9838-EE6F8BE823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05A7F15-8900-4852-A417-CC58AD95A6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0F1F29-CB32-499E-9C56-596E5DA7C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3F143A-D0E0-4575-95B7-F0A37C8586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90B1C24-7962-4BF1-96E2-98698880E3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850A612-FD2F-41F3-A671-582D56C0F8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CDCFBE3-BD20-4AC7-B00B-7C743930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4E2250-618F-4F15-9769-D2F0947B2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758775-E198-4238-B9D5-5C9B112A20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CC7411-9DAA-4C38-A19B-4F853A8F9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B94976-EEA0-40F2-A769-833AD4020D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50F44A-47B1-408D-93E0-9FF28AF3B4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24B71E-BC42-4FFA-A922-6CBAF4C1D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881116-8BC3-4DFC-B33B-DD7089624B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0652D6-2670-44EB-AE82-0BB16826BF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4FCCE5-015A-40C5-8E8A-1F830B2C9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E9A683-A102-44A5-B0B3-A22F019E27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3F45EF-3150-4174-A470-84B42EFBB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32684E-5354-470E-BA76-E1808EC363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D75F0B-8D19-402C-8AAE-5A10F26F9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EC4936D-5BFF-4D2E-82BC-83823D4EF6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3CAB18-3492-410E-AA19-2EF4A98F7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A4071F-4B89-40D0-93A7-F7A5E5D38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1CFD73-59F9-4C99-8816-9834BD4F1E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894950-5E6B-415A-A9E9-B144DB765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EBE924-DFDA-4CCB-9899-C72ADF26F8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4226F3F-AFE2-4EAF-9E83-66A231BD0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E29FE1-91DF-40D3-B978-F7922A2D16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36B7D5-C48D-4832-8B2C-15E97F6744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A50341-5675-4031-81D0-CADE365EB2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EE3764-E926-4C5E-A9F3-83C5EB9D2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5440e6a5f4439" /><Relationship Type="http://schemas.openxmlformats.org/officeDocument/2006/relationships/slideLayout" Target="/ppt/slideLayouts/slideLayout1.xml" Id="R023757a0db5c4328" /><Relationship Type="http://schemas.openxmlformats.org/officeDocument/2006/relationships/slideLayout" Target="/ppt/slideLayouts/slideLayout2.xml" Id="Rf38269cf38fd4272" /><Relationship Type="http://schemas.openxmlformats.org/officeDocument/2006/relationships/slideLayout" Target="/ppt/slideLayouts/slideLayout3.xml" Id="R7261d52895aa403d" /><Relationship Type="http://schemas.openxmlformats.org/officeDocument/2006/relationships/slideLayout" Target="/ppt/slideLayouts/slideLayout4.xml" Id="Rcff08a3c2de940ac" /><Relationship Type="http://schemas.openxmlformats.org/officeDocument/2006/relationships/slideLayout" Target="/ppt/slideLayouts/slideLayout5.xml" Id="R6cfb0e4dc38046b9" /><Relationship Type="http://schemas.openxmlformats.org/officeDocument/2006/relationships/slideLayout" Target="/ppt/slideLayouts/slideLayout6.xml" Id="Rcb4e98053f5d4fb6" /><Relationship Type="http://schemas.openxmlformats.org/officeDocument/2006/relationships/slideLayout" Target="/ppt/slideLayouts/slideLayout7.xml" Id="Rbfd3fc784c19484e" /><Relationship Type="http://schemas.openxmlformats.org/officeDocument/2006/relationships/slideLayout" Target="/ppt/slideLayouts/slideLayout8.xml" Id="R5bc3fdba637a4532" /><Relationship Type="http://schemas.openxmlformats.org/officeDocument/2006/relationships/slideLayout" Target="/ppt/slideLayouts/slideLayout9.xml" Id="Re7a158a2d3bf44eb" /><Relationship Type="http://schemas.openxmlformats.org/officeDocument/2006/relationships/slideLayout" Target="/ppt/slideLayouts/slideLayout10.xml" Id="R305af504ae9144a8" /><Relationship Type="http://schemas.openxmlformats.org/officeDocument/2006/relationships/slideLayout" Target="/ppt/slideLayouts/slideLayout11.xml" Id="R316ca6f3db2b4a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C0017A5-31BC-4A34-8B10-3D7A3F65F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F50E5A-BA6E-4002-AC87-0A93D52B4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80406D-EB95-4730-9744-A2149772B3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E4551B-523E-47CF-90A4-8C071EBA116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925738-256C-450A-81B9-34883E65F3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757a0db5c4328"/>
    <p:sldLayoutId xmlns:r="http://schemas.openxmlformats.org/officeDocument/2006/relationships" id="2147483650" r:id="Rf38269cf38fd4272"/>
    <p:sldLayoutId xmlns:r="http://schemas.openxmlformats.org/officeDocument/2006/relationships" id="2147483651" r:id="R7261d52895aa403d"/>
    <p:sldLayoutId xmlns:r="http://schemas.openxmlformats.org/officeDocument/2006/relationships" id="2147483652" r:id="Rcff08a3c2de940ac"/>
    <p:sldLayoutId xmlns:r="http://schemas.openxmlformats.org/officeDocument/2006/relationships" id="2147483653" r:id="R6cfb0e4dc38046b9"/>
    <p:sldLayoutId xmlns:r="http://schemas.openxmlformats.org/officeDocument/2006/relationships" id="2147483654" r:id="Rcb4e98053f5d4fb6"/>
    <p:sldLayoutId xmlns:r="http://schemas.openxmlformats.org/officeDocument/2006/relationships" id="2147483655" r:id="Rbfd3fc784c19484e"/>
    <p:sldLayoutId xmlns:r="http://schemas.openxmlformats.org/officeDocument/2006/relationships" id="2147483656" r:id="R5bc3fdba637a4532"/>
    <p:sldLayoutId xmlns:r="http://schemas.openxmlformats.org/officeDocument/2006/relationships" id="2147483657" r:id="Re7a158a2d3bf44eb"/>
    <p:sldLayoutId xmlns:r="http://schemas.openxmlformats.org/officeDocument/2006/relationships" id="2147483658" r:id="R305af504ae9144a8"/>
    <p:sldLayoutId xmlns:r="http://schemas.openxmlformats.org/officeDocument/2006/relationships" id="2147483659" r:id="R316ca6f3db2b4ac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8d1faa4de14477" /><Relationship Type="http://schemas.openxmlformats.org/officeDocument/2006/relationships/notesSlide" Target="/ppt/notesSlides/notesSlide1.xml" Id="R077915f3cae5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72e568fae34df6" /><Relationship Type="http://schemas.openxmlformats.org/officeDocument/2006/relationships/notesSlide" Target="/ppt/notesSlides/notesSlide2.xml" Id="R5733a6bcc9c642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b380cf2ed04d29" /><Relationship Type="http://schemas.openxmlformats.org/officeDocument/2006/relationships/notesSlide" Target="/ppt/notesSlides/notesSlide3.xml" Id="R71ba38b09995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b0c50a16eb40bd" /><Relationship Type="http://schemas.openxmlformats.org/officeDocument/2006/relationships/notesSlide" Target="/ppt/notesSlides/notesSlide4.xml" Id="Rbf3697cf9ff44a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16a746d1d4fa7" /><Relationship Type="http://schemas.openxmlformats.org/officeDocument/2006/relationships/notesSlide" Target="/ppt/notesSlides/notesSlide5.xml" Id="R3f1040dae30b42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9c338604bb40a6" /><Relationship Type="http://schemas.openxmlformats.org/officeDocument/2006/relationships/notesSlide" Target="/ppt/notesSlides/notesSlide6.xml" Id="R58d11f0ca6bb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9606fa3e624084" /><Relationship Type="http://schemas.openxmlformats.org/officeDocument/2006/relationships/notesSlide" Target="/ppt/notesSlides/notesSlide7.xml" Id="R02854d9ac430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a531b4e984448" /><Relationship Type="http://schemas.openxmlformats.org/officeDocument/2006/relationships/notesSlide" Target="/ppt/notesSlides/notesSlide8.xml" Id="Rb64bf81cb9d042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24981ff06a4d18" /><Relationship Type="http://schemas.openxmlformats.org/officeDocument/2006/relationships/notesSlide" Target="/ppt/notesSlides/notesSlide9.xml" Id="R4ac7d8b3b747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c6643e6eb94452" /><Relationship Type="http://schemas.openxmlformats.org/officeDocument/2006/relationships/notesSlide" Target="/ppt/notesSlides/notesSlide10.xml" Id="Ra1ad72cd173b40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5c4f4e6168495f" /><Relationship Type="http://schemas.openxmlformats.org/officeDocument/2006/relationships/notesSlide" Target="/ppt/notesSlides/notesSlide11.xml" Id="R0cb037a354db4a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a71382a13446f5" /><Relationship Type="http://schemas.openxmlformats.org/officeDocument/2006/relationships/notesSlide" Target="/ppt/notesSlides/notesSlide12.xml" Id="R7db992f6172b46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b384e2904a4ff2" /><Relationship Type="http://schemas.openxmlformats.org/officeDocument/2006/relationships/notesSlide" Target="/ppt/notesSlides/notesSlide13.xml" Id="R9092099f11d743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3414197a124ef4" /><Relationship Type="http://schemas.openxmlformats.org/officeDocument/2006/relationships/notesSlide" Target="/ppt/notesSlides/notesSlide14.xml" Id="Rffcf311f316341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640fdccfde49a6" /><Relationship Type="http://schemas.openxmlformats.org/officeDocument/2006/relationships/notesSlide" Target="/ppt/notesSlides/notesSlide15.xml" Id="Rf2c42f4b350b42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c4b3e6bb004b5a" /><Relationship Type="http://schemas.openxmlformats.org/officeDocument/2006/relationships/notesSlide" Target="/ppt/notesSlides/notesSlide16.xml" Id="Rad510f37434045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a9fa06ee8c49e3" /><Relationship Type="http://schemas.openxmlformats.org/officeDocument/2006/relationships/notesSlide" Target="/ppt/notesSlides/notesSlide17.xml" Id="Rc8343d6ab0884f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bdeb53af7344f6" /><Relationship Type="http://schemas.openxmlformats.org/officeDocument/2006/relationships/notesSlide" Target="/ppt/notesSlides/notesSlide18.xml" Id="R3637959a75934f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c3ad2f72c24f7b" /><Relationship Type="http://schemas.openxmlformats.org/officeDocument/2006/relationships/notesSlide" Target="/ppt/notesSlides/notesSlide19.xml" Id="R4e26045bd4384b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2088465b4c4fec" /><Relationship Type="http://schemas.openxmlformats.org/officeDocument/2006/relationships/notesSlide" Target="/ppt/notesSlides/notesSlide20.xml" Id="Rba4acaf94ac045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F875A28-031B-47B2-82E7-34835C8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74968CA-BD00-4D4A-ABA5-685AA548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A6A01A9-04F0-4E3B-B29E-E54B667B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E7D4157-6B29-4299-8EB6-C8BB4634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Контролисан развој уз AI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B4494F-42D0-4DFE-8636-4DD267F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AI рад унутар архитектонских граница и проверљивог развојног поступка.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6AA7E75E-7ADC-4A0E-884F-692D1801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A93CE83-3646-4630-94B0-362CAAB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3291DF-78D0-4B57-8E7D-7D04178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68383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201ABE0-00BA-4692-84C5-45558E79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7F2E34-6262-4D0B-990C-6517D9C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9ED24E-BA11-4FEC-B62E-1BDA2B25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E716AD-DA1A-4017-90DA-68F1389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Услови за увођење AI алата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74D6DA-0E12-45FA-A41E-5B7EA54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AI алати се уводе након успостављања архитектонских граница и тестирања функционалног језгра.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BCEB85-C309-41E6-87E5-9DB1E57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AI део примера ради у алату Kova за VS Code, а сваки резултат остаје проверљив стандардним развојним сигналима.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1ABA66-7D14-40C0-B019-0BF64CD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30276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104250-2430-484D-807F-F8DBB99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C278F4-4181-41E0-92F1-1115FE06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908931-C25C-46D5-B57C-BC9E199D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52BD17-D31D-4DBB-AA3F-6E4CC756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Резултати компилације, тестова и git diff-а представљају проверљиве доказе.</a:t>
            </a:r>
          </a:p>
        </p:txBody>
      </p:sp>
    </p:spTree>
    <p:extLst>
      <p:ext uri="{BB962C8B-B14F-4D97-AF65-F5344CB8AC3E}">
        <p14:creationId xmlns:p14="http://schemas.microsoft.com/office/powerpoint/2010/main" val="287327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EF55940-1789-4C32-9028-0043580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EE661D9-99D0-41DA-AED6-95405AED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FABDBC-D96E-4EAA-B9EB-D053CB1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77853C-EC66-4C67-8ABD-6BA8CD1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Контролисан AI радни ток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FC232D-ACC6-4451-BB2F-FFD979D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Задатак садржи циљ, контекст, ограничења и поступак провере.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7B5DEBA-63C2-4B1D-B678-BA4329B4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49DCCA-BE7B-4D04-9133-99F12F7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Задатак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32A639F-2DD1-490E-9401-DCBA1BD2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циљ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FFB198-5B3D-4271-825F-B9CF3B17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66777DA-F59A-4EEB-818E-1CD76616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9BBF68-E4AD-430B-A174-987425D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040F783-A7AD-4021-A3B2-F3B59C0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фajлови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7A510A-F498-4D58-8D0B-4AFDDE7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3A4A32F-5986-4267-BA49-EC97F76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8C6654-775C-45EC-B7BB-90F942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Инструкције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45B5903-7F9E-474F-8CCB-ADA8DE3B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DF394D7-ACE6-4E89-9ECB-B86ACA7F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37D6A15-453F-41C5-9AC6-CB133013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E5E596E-235C-4E2D-AB91-94A46DEF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Skill + режим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476F5A-8AED-4DD6-B47C-07670252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.kova/skills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6691D2-F008-4E07-A903-2DA62B9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6FDEFE2-4F5C-4381-BD9D-4607D5DC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F8C480F-897B-495D-8F14-ECC01AA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43EF745-B778-48A4-A680-C81A21B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build/test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D82B905-66B2-4CEB-8DE5-3471ED8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A9DE6D7-04ED-4F98-868C-FAD36515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A87CBBB-6B8B-484E-86AD-F19BC217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BC7B9DF-63D3-4C31-8E3A-05CA2C7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AI радни ток је дефинисан инжењерски поступак.</a:t>
            </a:r>
          </a:p>
        </p:txBody>
      </p:sp>
    </p:spTree>
    <p:extLst>
      <p:ext uri="{BB962C8B-B14F-4D97-AF65-F5344CB8AC3E}">
        <p14:creationId xmlns:p14="http://schemas.microsoft.com/office/powerpoint/2010/main" val="632046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073E57A-B46C-4EBE-89F4-B8C8071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D747E-B96A-4F57-B063-76D1F007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D3A858-40F6-4B18-9A40-A915FCF6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D8A6B4-6EB4-4E94-93EC-04D87B9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Дефинисање проверљивог задатка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941B29-19E1-456C-A9BD-32CA199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Задатак прецизира измену, дозвољени обим и критеријуме провере.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7E25B35-EC0E-4CFF-957F-0E212E3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4775"/>
            <a:ext cx="5715000" cy="2022313"/>
          </a:xfrm>
          <a:prstGeom xmlns:a="http://schemas.openxmlformats.org/drawingml/2006/main" prst="roundRect">
            <a:avLst>
              <a:gd name="adj" fmla="val 471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FACC05-FEA2-403F-8085-850BDBF3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2247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F8B6FB5-FF22-48FC-AC6B-8EEA1961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553837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F704844-DA9C-4AC2-AB50-09A7B77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553837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C94FAE57-9E6B-4D2E-9ABB-81D120A1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553837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9A7D49-8D70-425C-9773-7FEAD043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1025"/>
            <a:ext cx="4595810" cy="13699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Задатак</a:t>
            </a:r>
            <a:endParaRPr sz="1066">
              <a:solidFill>
                <a:srgbClr val="55845A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Ј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една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резервација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не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сме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тражити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више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од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197373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комада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опреме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Н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мењај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код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у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овој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фази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Ограни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чења</a:t>
            </a:r>
            <a:endParaRPr sz="1066">
              <a:solidFill>
                <a:srgbClr val="55845A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П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равило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остаје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у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Domain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Application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делу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не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сме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садржати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пословну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одлуку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П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остојећи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тестови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морају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остати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успешни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4D855A-B072-435E-920F-A1F87EE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D2BD99-F3EA-4E8E-B7B9-EC92575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960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Прво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анализа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,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затим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изме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Ограничења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чувају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архитектуру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План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дозволе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писање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40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0F55A3F-F741-4FB7-BBF4-D8EF8E7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BD279D-71CD-4A32-B761-CEAE448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12A690-563E-459B-9DFF-DB23EA7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537DD1-2461-42EC-A262-9381235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Структура AI задатка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37BFB9-EC5E-41A1-81FE-6350320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Потпун задатак обухвата понашање, границе измене, доказе и ограничења.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BCD09F6-FFA4-4622-AAF3-E6634047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137B8-5BF2-423B-ABB4-6A1D3FC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C8589F1-782C-4F75-A0C2-B6A242A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Понашање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DEAF282-64FB-4D5C-AD30-38749734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шта се мења у систему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8BF06CC-D080-4A58-A34D-E3EB7A0A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69B31F-55CD-4C78-ADF6-A22DE8A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3125F9E-B8AA-4B4A-A5F7-24D3248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Границе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E225F9-25B7-4A88-A6E9-ED7AC76E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који слојеви смеју да се мењају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9DC1536-D322-4FDB-AE6C-E0493602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C453E72-BB69-4508-8234-F9CF72CD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B15ED89-618C-487B-B4DE-1B14AEA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243465E-62DE-46C8-BF1B-9B16A5B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које команде и тестови потврђују резултат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5602DE6-A6EE-4A86-9A74-A385EB64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C86A5CA-1342-4F02-8B8D-68040A6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364DA6-6834-4896-A2D3-5CB76E0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Излаз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7124FF7-5C13-459A-80ED-5A7234EB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план, ризици, фајлови и сценарији</a:t>
            </a:r>
          </a:p>
        </p:txBody>
      </p:sp>
    </p:spTree>
    <p:extLst>
      <p:ext uri="{BB962C8B-B14F-4D97-AF65-F5344CB8AC3E}">
        <p14:creationId xmlns:p14="http://schemas.microsoft.com/office/powerpoint/2010/main" val="1757735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01CC1C8-0EAF-4343-9A48-F3D127A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66C4F4-A6F7-495C-AE08-DEFC3FA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DA4E8C-4BE7-4F70-A407-8E9DFC1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45DB866-19B3-41D1-A9F8-711EC563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Верзионисане пројектне инструкције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C77A48-62F8-4208-9087-11D68E23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Пројектна правила чувају се у датотеци AGENTS.md у корену репозиторијума.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9C35A6-AAC9-4FF0-AC5B-E2DE65E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Инструкције нису општи савет, већ конкретна правила архитектуре solution-а: Domain не зависи од других пројеката, Application дефинише портове, Infrastructure имплементира port-ове.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868C4E3-38C2-4B59-8739-B0B1991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1475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ACCC49-CF91-43A7-B665-45167CF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756A87-3843-4CF7-9627-415A282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16E3A45-D2BB-42D0-84E6-F0E61F9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9397C3-A09B-4986-B2F7-B0CE5985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Kova не учитава AGENTS.md аутоматски: сваки skill га чита као први корак.</a:t>
            </a:r>
          </a:p>
        </p:txBody>
      </p:sp>
    </p:spTree>
    <p:extLst>
      <p:ext uri="{BB962C8B-B14F-4D97-AF65-F5344CB8AC3E}">
        <p14:creationId xmlns:p14="http://schemas.microsoft.com/office/powerpoint/2010/main" val="1436076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0FEEE0F-7BC7-4ACF-944C-021B3B45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B8E22D-82B8-4710-9B79-7920E3A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800F37-41FB-4CE0-9AB2-ECDF1EB5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93178A-987D-491D-9753-FA01811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AGENTS.md као архитектонско правило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E522126-5DB4-49B4-AB59-09A8041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Документ наводи проверљива правила о зависностима, дозвољеном обиму и обавезним тестовима.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161B4D5-7072-4590-9102-83B5F13B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521"/>
            <a:ext cx="5715000" cy="1830927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A09F78-91D6-48F7-B9BF-6241EA7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0993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BB1AD3D-113A-4C4F-94D9-D823700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239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CCA29A8-767E-472A-B52D-0C17265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66239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687BF3D-59CC-47B2-84F7-1CBAB67F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66239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55369B-3667-420D-9A21-0B25551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771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83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## Архитектура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Domain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не зависи ни од једног другог пројекта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Application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зависи само од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Domain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и дефинише port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ове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Infrastructure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имплементира port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ове из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Application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слоја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је composition root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и guardrails не смеју постати зависност језгра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B3D1C3-3FA0-4A22-BC9F-DC73D7CC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99E218-FADA-4DFE-AAFF-F74C74E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Инструкције су део репозиторијума.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их прегледа као код.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Модел не сме тврдити да је проверио нешто што није извршио.</a:t>
            </a:r>
          </a:p>
        </p:txBody>
      </p:sp>
    </p:spTree>
    <p:extLst>
      <p:ext uri="{BB962C8B-B14F-4D97-AF65-F5344CB8AC3E}">
        <p14:creationId xmlns:p14="http://schemas.microsoft.com/office/powerpoint/2010/main" val="2087607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EAC4A4-8BC1-4C6A-A28D-F9D2A064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B23E8D-E156-4C74-A8D5-E88B7388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1E12B7-46F6-4E64-A5AD-84A4CC29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DF2D7F-4866-4013-B0A1-84654FC8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Skill као поновљива процедура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035BF9-8F1C-4303-92CD-94F5F31A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Процедура за преглед Pull Request-а дефинише улазе, кораке и ограничења.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8794D6-0AFB-460C-87E0-671CEC4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Review улога не мења код током review фазе, већ проверава захтев, diff, инструкције, тестове и архитектонске границе.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52EC28-5F51-4F79-A583-778F3B6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0908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9477C4C-0688-493C-8BFF-43CF875A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1FF2808-EA34-4227-A019-59D19E40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17DA45A-8E8A-4240-AEED-1A520404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182627C-1897-413F-8754-DF1268D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Kova открива skill-ове у .kova/skills/&lt;назив&gt;/SKILL.md и учитава један изабрани.</a:t>
            </a:r>
          </a:p>
        </p:txBody>
      </p:sp>
    </p:spTree>
    <p:extLst>
      <p:ext uri="{BB962C8B-B14F-4D97-AF65-F5344CB8AC3E}">
        <p14:creationId xmlns:p14="http://schemas.microsoft.com/office/powerpoint/2010/main" val="1262543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03C69EC-2005-43D5-89EA-E4A7EFF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0DA531-22E6-4E27-A304-79FC4426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3BD8BA-5451-4E0A-8018-402A68EA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9B3AF6-EE11-4EBC-829F-6188854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Поступак прегледа измене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5B805D-9091-4D00-8F84-10DFE46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поступак примењује се на различите измене у solution-у.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F591A2A-5833-4763-95E5-B7C56AA6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80ECE1B-653B-4318-ABF6-3FAC3F78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Сажети очекивано понашање.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C65E6B-58DA-481F-8F22-E5DC5CD4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DBE083-DA50-42CE-B144-BE66540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да ли diff излази из обима захтева.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7C19D4-E67D-4FB9-A421-E5B4E13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206C39-D133-4416-AE25-D22DBB8E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Dependency Rule и границе модула.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6671411-6B87-467E-8564-C3C9954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FA40DDF-DDAD-46A4-BDF4-6627DC85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Прегледати негативне и граничне сценарије.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AB9584-15CE-47FD-9F80-E9498B7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751F11-A6EE-4066-B126-24888EDC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Упоредити промењено понашање са тестовима.</a:t>
            </a:r>
          </a:p>
        </p:txBody>
      </p:sp>
    </p:spTree>
    <p:extLst>
      <p:ext uri="{BB962C8B-B14F-4D97-AF65-F5344CB8AC3E}">
        <p14:creationId xmlns:p14="http://schemas.microsoft.com/office/powerpoint/2010/main" val="681977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B7CB333-0B89-45D4-A06F-8FA1555A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759837B-D92E-496F-89BC-43BD9CE8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761860-D65D-482E-8B1E-C8E7D03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D457A1-A6CB-4139-9A97-8288DEC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Улоге и најмање привилегије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37FE16-8F34-4561-975A-984CF42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Свака улога добија само овлашћења потребна за конкретан задатак.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F2D5FC-A440-4119-9307-C1EAF41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190150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1CCF14-3D52-4040-BD20-1B8F9D2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2306955"/>
            <a:ext cx="171135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A4B2BE-640C-4717-9D3E-86A7B2A7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2240280"/>
            <a:ext cx="399316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A563DE3-EC0B-4D2C-A445-40873D3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2306955"/>
            <a:ext cx="3803009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Kova режим и дозволе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5F3CAD-3BAE-483D-8CE3-1FE50A6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2240280"/>
            <a:ext cx="4468536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0CDDBD-6418-4633-B4F2-665F933F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2306955"/>
            <a:ext cx="4278385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Ограничење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C744D5-AEA4-4CC2-BC59-810E94E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8DF97A-6B64-4DAB-9DDF-AF61043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27641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architecture-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5044AD-C7B4-4E58-91A3-96491655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26974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33865D-FEE1-4EB8-AC91-0B256AFF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27641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Plan: чита solution, инструкције и diff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DC53BDB-F185-4441-80F6-E4FCF83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26974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8ABDAB-0F3B-4095-92F5-0947FA5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27641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пише код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2237B8D-E50F-43CB-931B-09AB776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4BFB210-4EBF-4426-846D-B61C5F3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33737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implement-plan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3827C4A-04E5-40E7-85B3-4059840F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33070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A63006-0B36-48D0-83CA-AED5E3F5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33737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Manual: мења фајлове из усвојеног плана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FD3FBC2-533F-46E7-8CCA-0637881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33070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336C148-F947-4483-9189-C952FB5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33737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проширује захтев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1559607-6BB5-449C-B88C-2CBA4BC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C26A07B-04E0-40B8-ADA8-14FA6F3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39833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review-PR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AD7021-F9C3-4A7A-B070-4E26D23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39166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685A139-A315-4A81-9BD1-7F54316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39833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Manual: чита diff и покреће тестове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85BAF19-30E7-4526-ABF0-839AC6D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39166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0AE84A2-EC8B-41E0-8341-003A995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39833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мења тест да сакрије грешку</a:t>
            </a:r>
          </a:p>
        </p:txBody>
      </p:sp>
    </p:spTree>
    <p:extLst>
      <p:ext uri="{BB962C8B-B14F-4D97-AF65-F5344CB8AC3E}">
        <p14:creationId xmlns:p14="http://schemas.microsoft.com/office/powerpoint/2010/main" val="355341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C499E6-9B64-494C-97B4-7AA79CA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6EFD2-8CED-4FF7-AF3A-40CB3B7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25275E-AF71-4B26-B3D4-C300819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1B4B18-EE27-483F-9AFC-F5A5321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Структурирана предаја задатка агенту за имплементацију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4E602DD-66E4-421F-8DCD-E32FDB9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План наводи дозвољене фајлове, очекиване измене и поступак провере.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68610A8-8E52-4714-A39C-D59DC5B9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602231"/>
          </a:xfrm>
          <a:prstGeom xmlns:a="http://schemas.openxmlformats.org/drawingml/2006/main" prst="roundRect">
            <a:avLst>
              <a:gd name="adj" fmla="val 366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847E77-14C9-4048-AC77-6548364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0046445-674A-4340-99ED-62A0195C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A7D309B-2566-40D3-82BF-A03746B2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3E6E180-5E77-48FE-B600-7613715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EEC02D-9007-4930-89E0-A63823D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27363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"task"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"Implement approved reservation quantity rule"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"constraints"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"Keep business rule outside Api"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"No Infrastructure dependency in Domain/Application"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"Existing tests stay green"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"filesToConsider"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"src/EquipmentReservation.Application/Reservations/Create/"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"tests/EquipmentReservation.Tests/Application/"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D701BE-D24D-415E-A778-95E5B48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4D72EA9-8B2A-4F37-93B3-8DB4B76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Фајлови су намерно ограничени.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Верификација је унапред дефинисана.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Ако се обим прошири, враћа се на анализу.</a:t>
            </a:r>
          </a:p>
        </p:txBody>
      </p:sp>
    </p:spTree>
    <p:extLst>
      <p:ext uri="{BB962C8B-B14F-4D97-AF65-F5344CB8AC3E}">
        <p14:creationId xmlns:p14="http://schemas.microsoft.com/office/powerpoint/2010/main" val="1745142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ECD2A90-885A-4EF9-A1CB-1B76973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22ABCA-9FB7-45E1-9B98-5236814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FE394A-9B72-4B41-8A43-06894E7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937FD3-355C-470B-B7A2-E0ED333A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Провера AI резултата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80A9C4-143B-4284-8C11-81D57977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Резултат се прихвата тек након компилације, тестова и прегледа diff-а.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1F9B52-0D13-4789-AC2B-93EE153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Завршетак задатка заснива се на стварним сигналима: успешан build, успешни NUnit тестови и преглед финалног diff-а.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5E2A3-1DB7-4E70-A75A-4C9A19D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457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5F95BF8-5CAC-427A-9E5B-3F12036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8A2A4F4-7029-4C7A-886B-078F350D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2BCFFD-44E0-49A4-92E7-07FECDEE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D1F4CBC-2FE0-4278-93B7-81C2815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Ако команда није извршена, не бележи се као успешна провера.</a:t>
            </a:r>
          </a:p>
        </p:txBody>
      </p:sp>
    </p:spTree>
    <p:extLst>
      <p:ext uri="{BB962C8B-B14F-4D97-AF65-F5344CB8AC3E}">
        <p14:creationId xmlns:p14="http://schemas.microsoft.com/office/powerpoint/2010/main" val="1207004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9B3FCF-F053-4A9E-90F8-F694F1E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E0F4DC-0B45-4B53-8933-26546CA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445AF9-C1EA-40DA-82ED-60C5A52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DE7A024-2F40-4589-BE95-83CB096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Независна провера измене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7AEFD3C-4BED-4520-AC25-EE6748B9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Команде за build, тестирање и diff обезбеђују независне сигнале.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7AF89C-E491-4403-82C4-4B6D196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2388"/>
            <a:ext cx="5715000" cy="1511950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803692-04EA-4834-9DE7-C96CBD0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986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33F2D4E-3364-4038-88BB-59700A6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41D2222-33DE-485F-B56A-A5721C8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69193A8-4AFC-45A4-8F55-DE9028F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EA27F8-D30F-4BE6-800A-46CDA6B8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863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build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sln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configuration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Release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test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sln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configuration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Release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no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git diff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680CAF-320C-4C98-8FA5-114EEA62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61B7049-58AA-4572-9D65-17C6651F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Пад теста се не решава брисањем очекивања.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Diff не сме да додирује неочекиване слојеве.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Резултат команде је јачи од уверења модела.</a:t>
            </a:r>
          </a:p>
        </p:txBody>
      </p:sp>
    </p:spTree>
    <p:extLst>
      <p:ext uri="{BB962C8B-B14F-4D97-AF65-F5344CB8AC3E}">
        <p14:creationId xmlns:p14="http://schemas.microsoft.com/office/powerpoint/2010/main" val="8386138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8CCD97-E073-40E5-8255-EDE7E58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2A8136-AD76-4C55-87D3-4030CAC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F46CCD-079C-47BC-9C32-8CBDB02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9D1715-C5B3-4B9B-8417-07E2CA2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AI_USAGE као запис употребе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B9D20B8-A219-4EC2-BAE7-5A06333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Документ садржи задатак, коришћени контекст, прихваћене одлуке и извршене провере.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ED33FBA-176B-4B19-919E-7FBB84F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B61E30-0A39-4E07-BD6F-8DE38FF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08730B-6A93-435F-BE38-C26D57F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Задатак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EF1C05-60B9-40D0-ADCC-C4926DB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шта је тражено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1F9FF6D-608F-4C52-B0F7-F264E759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104EBD-ABD1-4C49-97D6-0B4A035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832AED8-6DF0-4C66-AA19-63D90091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8C10DFE-ED97-40EF-B2C1-D5A84B8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који фајлови и правила су коришћени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7E8E46D-EBC1-4C72-AF0C-F478FAF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D7E835-FA77-4FF6-9D48-EB4BC09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1D1C04-1B03-4972-B6C2-814620E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B9F49C6-774E-42AE-AF4C-C7C1CBF7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шта је прихваћено или одбијено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0D81FC8-5464-4F5B-9BB4-19995AFB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C6F075F-5B9A-413E-9D72-7758F184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04C0D1B-4576-43CF-9108-3F406C7F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1B119D-7C9C-4834-BBBC-4A75468A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која провера је стварно извршена</a:t>
            </a:r>
          </a:p>
        </p:txBody>
      </p:sp>
    </p:spTree>
    <p:extLst>
      <p:ext uri="{BB962C8B-B14F-4D97-AF65-F5344CB8AC3E}">
        <p14:creationId xmlns:p14="http://schemas.microsoft.com/office/powerpoint/2010/main" val="1397046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69FC0AF-5EC0-4168-9913-6C849F7C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A544E3C-2044-414A-BEA6-49D57A0E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2C35DB-CA5D-4134-A332-36EF7EAF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6924BB-329E-438B-9CE8-CB2AC5A4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Услови за прекид AI тока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98D10C-5362-4C30-B027-E038C49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Радни ток се прекида када су границе нарушене, тајне изложене или узрок грешке није објашњен.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F048D1-B175-4E0E-8B54-559A624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8C5555"/>
                </a:solidFill>
                <a:latin typeface="Aptos"/>
                <a:ea typeface="Aptos"/>
                <a:cs typeface="Aptos"/>
              </a:rPr>
              <a:t>УСЛОВИ ЗА ПРЕКИД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144DF6-C338-4037-B1E3-E1ECD46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agent тражи .env или тајне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diff додирује неочекиване слојеве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 пада без разумевања узрока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план проширује пословни захтев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AA90D307-65E3-4136-8D46-176F7952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2D2900-AC74-414F-A89D-8EC5C30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УСЛОВИ ЗА НАСТАВАК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F1F175-7C0C-473B-9B67-6B015D8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план је мали и проверљив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границе су испоштоване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дају јасан сигнал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diff је разумљив за review</a:t>
            </a:r>
          </a:p>
        </p:txBody>
      </p:sp>
    </p:spTree>
    <p:extLst>
      <p:ext uri="{BB962C8B-B14F-4D97-AF65-F5344CB8AC3E}">
        <p14:creationId xmlns:p14="http://schemas.microsoft.com/office/powerpoint/2010/main" val="1618610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CA508A0-16CE-437E-8E5E-16C4E42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C1D804-945C-4806-AEEB-9999C8E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34A01F-6EC2-427B-A37E-E207C18D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F4448-5BBD-4652-A257-1A1D878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Одговорност тима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2E3F14-45E8-4370-BC32-F57782C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прихвата измену тек након разумевања, провере и образложења одлука.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972B641-A2E1-4BB8-B6C4-07B67C97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A7AFCF-ACAE-465E-8CB6-8B4E5F8A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A585EF1-10E4-4D57-9345-2CC84F64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Разумевање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D38645-9686-40AE-90D0-9C60F46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522564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студент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објашњава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решење</a:t>
            </a:r>
            <a:endParaRPr sz="1425" b="0">
              <a:solidFill>
                <a:srgbClr val="5D68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3DA75EE-5454-4B15-B020-248451E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452AE6-C0DC-4217-B879-09C1875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AAE38E-67E9-42B9-A24C-C80D8B9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23049AB-B7E2-48CF-AB76-165EFE0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522564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команде и тестови доказују понашање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5E36439-349A-485E-B781-3D8CF4A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1F83BCB-B581-41F4-86E6-EAC85BD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2A9AF8-3497-4285-888C-612FEF9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3841D4-C451-44D1-B255-59C883D1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522564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прихвата или одбија предлог</a:t>
            </a:r>
          </a:p>
        </p:txBody>
      </p:sp>
    </p:spTree>
    <p:extLst>
      <p:ext uri="{BB962C8B-B14F-4D97-AF65-F5344CB8AC3E}">
        <p14:creationId xmlns:p14="http://schemas.microsoft.com/office/powerpoint/2010/main" val="5224978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58AF2E-DB88-45AF-B06E-EDFDF84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18BAEB-453F-4D35-8670-53D138D5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644ABC-D0E3-4F0E-97C1-EC0B9AF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1A503B-73C8-48F2-9CD3-CD6BA24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на вежби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6935FA-0E49-4838-8A29-229BE50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 копији EquipmentReservation solution-а изводи се једна контролисана измена уз Kova.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5FF15D-E839-4043-86B2-B94425B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BF66BA-FD24-4E1D-B682-AD30285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Задати малу промену пословног правила.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659491-DCD0-41C7-98A3-74C2FCE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808CD3-CFFE-41C2-9CFB-0D88534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Skill architecture-review у режиму Plan: само анализа.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F836BA-C0E5-43EF-B8E5-EF743B6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81B2CE-54D7-4368-9C60-4031DB34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Skill implement-approved-plan у режиму Manual: усвојен план.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74B6859-FB1A-4A54-844E-DB0671D9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517EAF0-0FD9-4C22-87B5-353E2DE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Покренути build/test и прегледати diff.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8C02FF-ECE1-4EF4-9545-3233432D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ABF9C4-43D4-491E-A929-49414AB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Унети сажет запис у AI_USAGE.md.</a:t>
            </a:r>
          </a:p>
        </p:txBody>
      </p:sp>
    </p:spTree>
    <p:extLst>
      <p:ext uri="{BB962C8B-B14F-4D97-AF65-F5344CB8AC3E}">
        <p14:creationId xmlns:p14="http://schemas.microsoft.com/office/powerpoint/2010/main" val="15006046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4D7AEE-4C0C-406B-B883-245348A0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53EA4B-AADF-4218-984E-77E04AA1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29F10-F80E-48EA-9096-A90595B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B429F-A11B-491F-A888-04E94709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Критеријум провере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5F2076-1D11-4F91-BD04-222C2A2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Вредност AI алата процењује се на основу проверљивости резултата и очувања граница система.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B9B6FB-303D-4722-9AF3-0958AFB7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331720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A82114E-76ED-44C8-A39B-F9488834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514600"/>
            <a:ext cx="5303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стварна сигнала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E01A9-9F97-4A1C-806E-7F4701A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246120"/>
            <a:ext cx="5943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Build, test и diff су минимум независне провере после AI измене.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2C3D28D-974F-4C2C-A9CB-EACE260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389120"/>
            <a:ext cx="49377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9780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5B6FFB6-F3F2-463B-BB86-C3E5A8C4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94D5EDF-20B1-46E9-91A9-9F35C8A7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725F1F-865D-4675-85EF-E392A87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443AE8-B445-4709-BA32-297CDB1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6BD6B1-D260-4F44-AC13-A12BEDD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Контролисан AI радни ток примењује постојеће архитектонске и тестне механизме.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9D1E32-E473-46B5-AF0D-532E701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Када су контекст, ограничења, улоге и проверa јасни, AI може помоћи без рушења SOLID и Clean Architecture правила.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4F6369-EF9F-4F10-AE7E-5FA8267C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625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48C4172-C1DC-42A4-B9F0-FB8CBA3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409BED6-500F-45D5-9E13-2114DE09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4F533CB-022F-42A0-A845-DD8890E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531AF0-7EA0-4CA5-A0B8-F71EE0F9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 уводи MCP за контролисан приступ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932121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F5E264-A3EC-467B-9130-6FDDD35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A88D1DB-82F1-4C23-8825-891C98F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C719A5-71C2-4EFC-9154-68EEDE46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7BCF59-F014-4B34-9D3E-8C174C6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Припрема за MCP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E17C4A-38FD-4B27-B677-C24AE9D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Идентификовати контекст и операције које MCP сме контролисано да изложи.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EB48CB7-6C5D-4252-B99B-158853C5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4FC95C9-EEE7-446E-86B3-1B2FFAEC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Идентификовати које информације AI сме само да чита.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EC27F71-A138-4BDF-A395-8A417D1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BBD282-BA67-4918-88D2-132CBBF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Раздвојити resource од tool операција.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B59A88-A15E-4935-9BBA-31BB08E9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F7F4E76-E27C-4320-890E-A09DCF5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Одредити које команде смеју бити фиксно извршене.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6404161-A9BD-447E-A432-259870BB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59F253-914E-4333-A973-E41C7CB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Забележити шта никада не сме бити изложено као произвољан shell.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4414BE7-34B3-479A-B9D3-AA539F68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EA0FD4F-EC15-4919-8CCB-4FBEDA5B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Понети build/test/diff сигнале као основу за MCP.</a:t>
            </a:r>
          </a:p>
        </p:txBody>
      </p:sp>
    </p:spTree>
    <p:extLst>
      <p:ext uri="{BB962C8B-B14F-4D97-AF65-F5344CB8AC3E}">
        <p14:creationId xmlns:p14="http://schemas.microsoft.com/office/powerpoint/2010/main" val="174261338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2026-09-29T18:47:11.6930000Z</dcterms:created>
  <dcterms:modified xsi:type="dcterms:W3CDTF">2026-09-29T18:47:11.6930000Z</dcterms:modified>
</coreProperties>
</file>