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BD78A-CC62-4C01-BBFC-B0DD6D18F6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5DD6C6-BD7E-41D3-8C90-FADC910D1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89882-DA96-474B-A313-03D08BBF6D9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3A3E4-6C92-4058-BD3E-F86C0FD75AF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CF217-FB2B-4B4C-B0D5-6620536214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ECBDA-0FC6-461F-B9E5-281F64EBF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9C78C-8568-4EAC-9079-D889A4B6FC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8551D-59A5-4A4E-93C1-96CCF12C23E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346E6-1321-48F0-A9F1-82856A3FEB2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52ED0-A13C-4E68-8D95-9C4CFC58E2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663A5-33D6-4C59-B642-A0CB4898F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F29814-EF73-42B2-985A-D89A99BB4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610CD-B49D-4001-AB52-D975C5EE30B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326628-AD8A-4F8E-90E1-1AD5D5D7C2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C23C8A-51DA-4ECB-AA15-DDD84A9106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101D3-1A06-41A0-9ABE-C6CA3654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37D50-6F97-4933-88ED-AA05C646F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2C53F0-CEBC-4E3C-9A0A-79CA310612D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0184F5-9BDB-47E5-8E67-C16608389F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001F8-0B3D-403D-A57C-53FDD908FC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C83164-9B3C-4852-8AB7-1D2E2163D7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D25DA-AEF2-4F22-B995-CFDB7312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0D766-2DF7-4BC8-9DFA-ADFBBB983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1F94BD-4CA5-496A-9D56-47202A9B66D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705040-C81B-4F59-9DFF-005DA4674D8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422DAC-49FA-42CE-9427-5AB847371054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23408E-10A6-4368-8DB0-45273AA034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EA3E96-94BF-424F-9838-EE6F8BE823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A7F15-8900-4852-A417-CC58AD95A6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F1F29-CB32-499E-9C56-596E5DA7C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F143A-D0E0-4575-95B7-F0A37C8586E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0B1C24-7962-4BF1-96E2-98698880E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0A612-FD2F-41F3-A671-582D56C0F8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DCFBE3-BD20-4AC7-B00B-7C74393049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4E2250-618F-4F15-9769-D2F0947B22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8775-E198-4238-B9D5-5C9B112A20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C7411-9DAA-4C38-A19B-4F853A8F9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94976-EEA0-40F2-A769-833AD4020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50F44A-47B1-408D-93E0-9FF28AF3B4E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24B71E-BC42-4FFA-A922-6CBAF4C1D0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881116-8BC3-4DFC-B33B-DD7089624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652D6-2670-44EB-AE82-0BB16826BF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FCCE5-015A-40C5-8E8A-1F830B2C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E9A683-A102-44A5-B0B3-A22F019E2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3F45EF-3150-4174-A470-84B42EFBB13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32684E-5354-470E-BA76-E1808EC3631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75F0B-8D19-402C-8AAE-5A10F26F92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C4936D-5BFF-4D2E-82BC-83823D4EF6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CAB18-3492-410E-AA19-2EF4A98F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A4071F-4B89-40D0-93A7-F7A5E5D38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CFD73-59F9-4C99-8816-9834BD4F1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94950-5E6B-415A-A9E9-B144DB76596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BE924-DFDA-4CCB-9899-C72ADF26F8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226F3F-AFE2-4EAF-9E83-66A231BD0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E29FE1-91DF-40D3-B978-F7922A2D16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6B7D5-C48D-4832-8B2C-15E97F6744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A50341-5675-4031-81D0-CADE365EB2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E3764-E926-4C5E-A9F3-83C5EB9D2B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0017A5-31BC-4A34-8B10-3D7A3F65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F50E5A-BA6E-4002-AC87-0A93D52B4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0406D-EB95-4730-9744-A2149772B3D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4551B-523E-47CF-90A4-8C071EBA116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25738-256C-450A-81B9-34883E65F31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F875A28-031B-47B2-82E7-34835C851EFE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74968CA-BD00-4D4A-ABA5-685AA548AA61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A6A01A9-04F0-4E3B-B29E-E54B667BB70A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7D4157-6B29-4299-8EB6-C8BB46341FCF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Контролисан развој уз 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B4494F-42D0-4DFE-8636-4DD267FBDD33}"/>
              </a:ext>
            </a:extLst>
          </p:cNvPr>
          <p:cNvSpPr>
            <a:spLocks noGrp="1"/>
          </p:cNvSpPr>
          <p:nvPr/>
        </p:nvSpPr>
        <p:spPr>
          <a:xfrm>
            <a:off x="933450" y="3562350"/>
            <a:ext cx="9334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AI ради унутар архитектонских граница и проверљивог развојног тока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6AA7E75E-7ADC-4A0E-884F-692D18015E8F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93CE83-3646-4630-94B0-362CAABCF160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ПСИ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3291DF-78D0-4B57-8E7D-7D041782D504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683831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1ABE0-00BA-4692-84C5-45558E794B4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7F2E34-6262-4D0B-990C-6517D9C5BF4D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ED24E-BA11-4FEC-B62E-1BDA2B251DE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E716AD-DA1A-4017-90DA-68F13894576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AI се уводи тек када постоји тестирано језгро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74D6DA-0E12-45FA-A41E-5B7EA54861F2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Модел не сме да замени архитектуру нити одговорност студента.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BCEB85-C309-41E6-87E5-9DB1E57B7BFA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Циљ је да AI ради унутар граница solution-а и да сваки резултат остане проверљив стандардним развојним сигналима.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1ABA66-7D14-40C0-B019-0BF64CD44FFB}"/>
              </a:ext>
            </a:extLst>
          </p:cNvPr>
          <p:cNvSpPr>
            <a:spLocks noGrp="1"/>
          </p:cNvSpPr>
          <p:nvPr/>
        </p:nvSpPr>
        <p:spPr>
          <a:xfrm>
            <a:off x="1051560" y="3430276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8104250-2430-484D-807F-F8DBB9910F8B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AC278F4-4181-41E0-92F1-1115FE0670E4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908931-C25C-46D5-B57C-BC9E199DEE40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52BD17-D31D-4DBB-AA3F-6E4CC756C933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Build, tests и git diff остају извор истине.</a:t>
            </a:r>
          </a:p>
        </p:txBody>
      </p:sp>
    </p:spTree>
    <p:extLst>
      <p:ext uri="{BB962C8B-B14F-4D97-AF65-F5344CB8AC3E}">
        <p14:creationId xmlns:p14="http://schemas.microsoft.com/office/powerpoint/2010/main" val="287327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F55940-1789-4C32-9028-0043580F171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E661D9-99D0-41DA-AED6-95405AEDDD7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ABDBC-D96E-4EAA-B9EB-D053CB13128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77853C-EC66-4C67-8ABD-6BA8CD1F4348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Контролисан AI ток над solution-ом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FC232D-ACC6-4451-BB2F-FFD979DA1F9C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Задатак мора имати циљ, контекст, ограничења и проверу.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7B5DEBA-63C2-4B1D-B678-BA4329B4B4CF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49DCCA-BE7B-4D04-9133-99F12F782E7C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A639F-2DD1-490E-9401-DCBA1BD230DB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циљ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FFB198-5B3D-4271-825F-B9CF3B174CD1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6777DA-F59A-4EEB-818E-1CD7661680EF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BBF68-E4AD-430B-A174-987425D47A95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0F783-A7AD-4021-A3B2-F3B59C0C4A9C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фajлови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7A510A-F498-4D58-8D0B-4AFDDE7B4536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3A4A32F-5986-4267-BA49-EC97F7622010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8C6654-775C-45EC-B7BB-90F9423FD366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Инструкције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5B5903-7F9E-474F-8CCB-ADA8DE3B6172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.ai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F394D7-ACE6-4E89-9ECB-B86ACA7FA2D6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37D6A15-453F-41C5-9AC6-CB1330135E2D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5E596E-235C-4E2D-AB91-94A46DEFD637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Skill/agent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76F5A-8AED-4DD6-B47C-07670252F3EB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процедура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6691D2-F008-4E07-A903-2DA62B9DF094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66FDEFE2-4F5C-4381-BD9D-4607D5DC74BB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C480F-897B-495D-8F14-ECC01AA6E771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3EF745-B778-48A4-A680-C81A21B6F880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build/test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D82B905-66B2-4CEB-8DE5-3471ED8F7AF2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A9DE6D7-04ED-4F98-868C-FAD365153261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87CBBB-6B8B-484E-86AD-F19BC217844E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C7B9DF-63D3-4C31-8E3A-05CA2C7AB7FC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AI workflow је инжењерски процес, не разговор без граница.</a:t>
            </a:r>
          </a:p>
        </p:txBody>
      </p:sp>
    </p:spTree>
    <p:extLst>
      <p:ext uri="{BB962C8B-B14F-4D97-AF65-F5344CB8AC3E}">
        <p14:creationId xmlns:p14="http://schemas.microsoft.com/office/powerpoint/2010/main" val="632046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73E57A-B46C-4EBE-89F4-B8C8071E41A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7D747E-B96A-4F57-B063-76D1F0076E4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3A858-40F6-4B18-9A40-A915FCF6F8B0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D8A6B4-6EB4-4E94-93EC-04D87B9B6818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Од нејасног захтева до проверљивог задатка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941B29-19E1-456C-A9BD-32CA199746B2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Уместо „среди резервacije”, задатак каже шта се мења и како се доказује.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E25B35-EC0E-4CFF-957F-0E212E3A0C91}"/>
              </a:ext>
            </a:extLst>
          </p:cNvPr>
          <p:cNvSpPr>
            <a:spLocks noGrp="1"/>
          </p:cNvSpPr>
          <p:nvPr/>
        </p:nvSpPr>
        <p:spPr>
          <a:xfrm>
            <a:off x="914400" y="2434775"/>
            <a:ext cx="5715000" cy="2022313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FACC05-FEA2-403F-8085-850BDBF31726}"/>
              </a:ext>
            </a:extLst>
          </p:cNvPr>
          <p:cNvSpPr>
            <a:spLocks noGrp="1"/>
          </p:cNvSpPr>
          <p:nvPr/>
        </p:nvSpPr>
        <p:spPr>
          <a:xfrm>
            <a:off x="914400" y="2782247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F8B6FB5-FF22-48FC-AC6B-8EEA1961EE0A}"/>
              </a:ext>
            </a:extLst>
          </p:cNvPr>
          <p:cNvSpPr>
            <a:spLocks noGrp="1"/>
          </p:cNvSpPr>
          <p:nvPr/>
        </p:nvSpPr>
        <p:spPr>
          <a:xfrm>
            <a:off x="5715000" y="2553647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704844-DA9C-4AC2-AB50-09A7B77D3B6A}"/>
              </a:ext>
            </a:extLst>
          </p:cNvPr>
          <p:cNvSpPr>
            <a:spLocks noGrp="1"/>
          </p:cNvSpPr>
          <p:nvPr/>
        </p:nvSpPr>
        <p:spPr>
          <a:xfrm>
            <a:off x="5861304" y="2553647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94FAE57-9E6B-4D2E-9ABB-81D120A182D1}"/>
              </a:ext>
            </a:extLst>
          </p:cNvPr>
          <p:cNvSpPr>
            <a:spLocks noGrp="1"/>
          </p:cNvSpPr>
          <p:nvPr/>
        </p:nvSpPr>
        <p:spPr>
          <a:xfrm>
            <a:off x="6007608" y="2553647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9A7D49-8D70-425C-9773-7FEAD0431018}"/>
              </a:ext>
            </a:extLst>
          </p:cNvPr>
          <p:cNvSpPr>
            <a:spLocks noGrp="1"/>
          </p:cNvSpPr>
          <p:nvPr/>
        </p:nvSpPr>
        <p:spPr>
          <a:xfrm>
            <a:off x="1047750" y="2911025"/>
            <a:ext cx="4595810" cy="13699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 dirty="0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066" dirty="0" err="1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Задатак</a:t>
            </a:r>
            <a:endParaRPr sz="1066" dirty="0">
              <a:solidFill>
                <a:srgbClr val="55845A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Ј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една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резервација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не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сме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тражити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више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од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комада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опреме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66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Н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мењај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код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овој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фази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66" dirty="0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066" dirty="0" err="1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Ограни</a:t>
            </a:r>
            <a:r>
              <a:rPr lang="sr-Cyrl-RS" sz="1066" dirty="0" err="1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чења</a:t>
            </a:r>
            <a:endParaRPr sz="1066" dirty="0">
              <a:solidFill>
                <a:srgbClr val="55845A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равило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остаје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делу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не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сме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садржати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пословну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одлуку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остојећи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тестови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морају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остати</a:t>
            </a:r>
            <a:r>
              <a:rPr sz="1066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успешни</a:t>
            </a:r>
            <a:r>
              <a:rPr sz="1066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4D855A-B072-435E-920F-A1F87EE83EFF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D2BD99-F3EA-4E8E-B7B9-EC92575E680C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9570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Прво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анализа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,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затим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изме</a:t>
            </a:r>
            <a:r>
              <a:rPr lang="sr-Cyrl-RS"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н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Ограничења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чувају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архитектуру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План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се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прегледа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дозволе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писање</a:t>
            </a:r>
            <a:r>
              <a:rPr sz="144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840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F55A3F-F741-4FB7-BBF4-D8EF8E713D65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BD279D-71CD-4A32-B761-CEAE448B4F7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12A690-563E-459B-9DFF-DB23EA7E1A8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537DD1-2461-42EC-A262-9381235938AE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Добар AI задатак има четири дела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37BFB9-EC5E-41A1-81FE-6350320B747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Без њих се добија велики diff који је тешко бранити.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CD09F6-FFA4-4622-AAF3-E6634047CBC4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0137B8-5BF2-423B-ABB4-6A1D3FCF16A7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8589F1-782C-4F75-A0C2-B6A242A34119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Понашање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EAF282-64FB-4D5C-AD30-3874973452E3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се мења у систему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8BF06CC-D080-4A58-A34D-E3EB7A0A9285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69B31F-55CD-4C78-ADF6-A22DE8A1FAD7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125F9E-B8AA-4B4A-A5F7-24D324800A5C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Границе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E225F9-25B7-4A88-A6E9-ED7AC76E2BA1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који слојеви смеју да се мењају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C1536-D322-4FDB-AE6C-E04936021C40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453E72-BB69-4508-8234-F9CF72CD4398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15ED89-618C-487B-B4DE-1B14AEA6A77C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43465E-62DE-46C8-BF1B-9B16A5BCE1C3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које команде и тестови потврђују резултат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5602DE6-A6EE-4A86-9A74-A385EB64720E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86A5CA-1342-4F02-8B8D-68040A62E0A5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364DA6-6834-4896-A2D3-5CB76E0F0963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Излаз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124FF7-5C13-459A-80ED-5A7234EBBDF7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план, ризици, фајлови и сценарији</a:t>
            </a:r>
          </a:p>
        </p:txBody>
      </p:sp>
    </p:spTree>
    <p:extLst>
      <p:ext uri="{BB962C8B-B14F-4D97-AF65-F5344CB8AC3E}">
        <p14:creationId xmlns:p14="http://schemas.microsoft.com/office/powerpoint/2010/main" val="1757735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1CC1C8-0EAF-4343-9A48-F3D127AEAD6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66C4F4-A6F7-495C-AE08-DEFC3FA8DF6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DA4E8C-4BE7-4F70-A407-8E9DFC11BCD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DB866-19B3-41D1-A9F8-711EC563E05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Пројектне инструкције су верзионисана правила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C77A48-62F8-4208-9087-11D68E23731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У примеру постоји .ai/AI_INSTRUCTIONS.md.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9C35A6-AAC9-4FF0-AC5B-E2DE65EFDBEC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Инструкције нису општи савет, већ конкретна правила архитектуре solution-а: Domain не зависи од других пројеката, Application дефинише портове, Infrastructure имплементира port-ове.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68C4E3-38C2-4B59-8739-B0B19918C852}"/>
              </a:ext>
            </a:extLst>
          </p:cNvPr>
          <p:cNvSpPr>
            <a:spLocks noGrp="1"/>
          </p:cNvSpPr>
          <p:nvPr/>
        </p:nvSpPr>
        <p:spPr>
          <a:xfrm>
            <a:off x="1051560" y="3714750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0ACCC49-CF91-43A7-B665-45167CF20492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C756A87-3843-4CF7-9627-415A28298D72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6E3A45-D2BB-42D0-84E6-F0E61F943DB4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9397C3-A09B-4986-B2F7-B0CE59856F1E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AI_USAGE чува сажет траг одлуке.</a:t>
            </a:r>
          </a:p>
        </p:txBody>
      </p:sp>
    </p:spTree>
    <p:extLst>
      <p:ext uri="{BB962C8B-B14F-4D97-AF65-F5344CB8AC3E}">
        <p14:creationId xmlns:p14="http://schemas.microsoft.com/office/powerpoint/2010/main" val="1436076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FEEE0F-7BC7-4ACF-944C-021B3B454E8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B8E22D-82B8-4710-9B79-7920E3A80CA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800F37-41FB-4CE0-9AB2-ECDF1EB5D7EF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3178A-987D-491D-9753-FA0181183D1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.ai/AI_INSTRUCTIONS.md као архитектонска граница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522126-5DB4-49B4-AB59-09A80412EC6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Правила треба да се могу проверити читањем references и покретањем тестова.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61B4D5-7072-4590-9102-83B5F13BD846}"/>
              </a:ext>
            </a:extLst>
          </p:cNvPr>
          <p:cNvSpPr>
            <a:spLocks noGrp="1"/>
          </p:cNvSpPr>
          <p:nvPr/>
        </p:nvSpPr>
        <p:spPr>
          <a:xfrm>
            <a:off x="914400" y="2543521"/>
            <a:ext cx="5715000" cy="1830927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A09F78-91D6-48F7-B9BF-6241EA7C4F70}"/>
              </a:ext>
            </a:extLst>
          </p:cNvPr>
          <p:cNvSpPr>
            <a:spLocks noGrp="1"/>
          </p:cNvSpPr>
          <p:nvPr/>
        </p:nvSpPr>
        <p:spPr>
          <a:xfrm>
            <a:off x="914400" y="2890993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BB1AD3D-113A-4C4F-94D9-D823700442CB}"/>
              </a:ext>
            </a:extLst>
          </p:cNvPr>
          <p:cNvSpPr>
            <a:spLocks noGrp="1"/>
          </p:cNvSpPr>
          <p:nvPr/>
        </p:nvSpPr>
        <p:spPr>
          <a:xfrm>
            <a:off x="5715000" y="2662393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CCA29A8-767E-472A-B52D-0C172653A6EB}"/>
              </a:ext>
            </a:extLst>
          </p:cNvPr>
          <p:cNvSpPr>
            <a:spLocks noGrp="1"/>
          </p:cNvSpPr>
          <p:nvPr/>
        </p:nvSpPr>
        <p:spPr>
          <a:xfrm>
            <a:off x="5861304" y="2662393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687BF3D-59CC-47B2-84F7-1CBAB67F269A}"/>
              </a:ext>
            </a:extLst>
          </p:cNvPr>
          <p:cNvSpPr>
            <a:spLocks noGrp="1"/>
          </p:cNvSpPr>
          <p:nvPr/>
        </p:nvSpPr>
        <p:spPr>
          <a:xfrm>
            <a:off x="6007608" y="2662393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55369B-3667-420D-9A21-0B255517ACAD}"/>
              </a:ext>
            </a:extLst>
          </p:cNvPr>
          <p:cNvSpPr>
            <a:spLocks noGrp="1"/>
          </p:cNvSpPr>
          <p:nvPr/>
        </p:nvSpPr>
        <p:spPr>
          <a:xfrm>
            <a:off x="1047750" y="3019771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## Архитектура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не зависи ни од једног другог пројекта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зависи само од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 дефинише port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ове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Infrastructure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имплементира port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ове из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слоја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је composition root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 guardrails не смеју постати зависност језгра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B3D1C3-3FA0-4A22-BC9F-DC73D7CCF498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99E218-FADA-4DFE-AAFF-F74C74EC6A48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Инструкције су део репозиторијума.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Тим их прегледа као код.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Модел не сме тврдити да је проверио нешто што није извршио.</a:t>
            </a:r>
          </a:p>
        </p:txBody>
      </p:sp>
    </p:spTree>
    <p:extLst>
      <p:ext uri="{BB962C8B-B14F-4D97-AF65-F5344CB8AC3E}">
        <p14:creationId xmlns:p14="http://schemas.microsoft.com/office/powerpoint/2010/main" val="2087607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EAC4A4-8BC1-4C6A-A28D-F9D2A0648CD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B23E8D-E156-4C74-A8D5-E88B73883B7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1E12B7-46F6-4E64-A5AD-84A4CC299684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DF2D7F-4866-4013-B0A1-84654FC82BE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Skill раздваја процедуру од ad-hoc разговора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035BF9-8F1C-4303-92CD-94F5F31A803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review-pull-request процедура има улазе, кораке и ограничење.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794D6-0AFB-460C-87E0-671CEC413A65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Review улога не мења код током review фазе, већ проверава захтев, diff, инструкције, тестове и архитектонске границе.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52EC28-5F51-4F79-A583-778F3B6ACA68}"/>
              </a:ext>
            </a:extLst>
          </p:cNvPr>
          <p:cNvSpPr>
            <a:spLocks noGrp="1"/>
          </p:cNvSpPr>
          <p:nvPr/>
        </p:nvSpPr>
        <p:spPr>
          <a:xfrm>
            <a:off x="1051560" y="3440908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9477C4C-0688-493C-8BFF-43CF875A607D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1FF2808-EA34-4227-A019-59D19E40AD4E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7DA45A-8E8A-4240-AEED-1A52040414A4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82627C-1897-413F-8754-DF1268D24643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SRP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важи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агентски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workflow.</a:t>
            </a:r>
          </a:p>
        </p:txBody>
      </p:sp>
    </p:spTree>
    <p:extLst>
      <p:ext uri="{BB962C8B-B14F-4D97-AF65-F5344CB8AC3E}">
        <p14:creationId xmlns:p14="http://schemas.microsoft.com/office/powerpoint/2010/main" val="1262543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3C69EC-2005-43D5-89EA-E4A7EFF78A5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0DA531-22E6-4E27-A304-79FC44267FA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BD8BA-5451-4E0A-8018-402A68EA7BA4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9B3AF6-EE11-4EBC-829F-618885419299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Review процедура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5B805D-9091-4D00-8F84-10DFE460D7D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Поступак се може поновити на више измена у solution-у.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591A2A-5833-4763-95E5-B7C56AA6082E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0ECE1B-653B-4318-ABF6-3FAC3F783288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Сажети очекивано понашање.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C65E6B-58DA-481F-8F22-E5DC5CD48908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DBE083-DA50-42CE-B144-BE665406D3AB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Проверити да ли diff излази из обима захтева.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7C19D4-E67D-4FB9-A421-E5B4E1385B71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206C39-D133-4416-AE25-D22DBB8EC367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Проверити Dependency Rule и границе модула.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71411-6B87-467E-8564-C3C9954C2C84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A40DDF-DDAD-46A4-BDF4-6627DC85919C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Прегледати негативне и граничне сценарије.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B9584-15CE-47FD-9F80-E9498B7E5A85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751F11-A6EE-4066-B126-24888EDC7627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Упоредити промењено понашање са тестовима.</a:t>
            </a:r>
          </a:p>
        </p:txBody>
      </p:sp>
    </p:spTree>
    <p:extLst>
      <p:ext uri="{BB962C8B-B14F-4D97-AF65-F5344CB8AC3E}">
        <p14:creationId xmlns:p14="http://schemas.microsoft.com/office/powerpoint/2010/main" val="681977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7CB333-0B89-45D4-A06F-8FA1555ACAB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59837B-D92E-496F-89BC-43BD9CE87D7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61860-D65D-482E-8B1E-C8E7D030212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D457A1-A6CB-4139-9A97-8288DEC3741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Специјализоване улоге и најмање привилегије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37FE16-8F34-4561-975A-984CF42855F2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Agent не треба да има више овлашћења него што задатак тражи.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F2D5FC-A440-4119-9307-C1EAF41E2C22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1901505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1CCF14-3D52-4040-BD20-1B8F9D2C722D}"/>
              </a:ext>
            </a:extLst>
          </p:cNvPr>
          <p:cNvSpPr>
            <a:spLocks noGrp="1"/>
          </p:cNvSpPr>
          <p:nvPr/>
        </p:nvSpPr>
        <p:spPr>
          <a:xfrm>
            <a:off x="1028490" y="2306955"/>
            <a:ext cx="171135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A4B2BE-640C-4717-9D3E-86A7B2A754D0}"/>
              </a:ext>
            </a:extLst>
          </p:cNvPr>
          <p:cNvSpPr>
            <a:spLocks noGrp="1"/>
          </p:cNvSpPr>
          <p:nvPr/>
        </p:nvSpPr>
        <p:spPr>
          <a:xfrm>
            <a:off x="2815905" y="2240280"/>
            <a:ext cx="3993160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563DE3-EC0B-4D2C-A445-40873D3B845A}"/>
              </a:ext>
            </a:extLst>
          </p:cNvPr>
          <p:cNvSpPr>
            <a:spLocks noGrp="1"/>
          </p:cNvSpPr>
          <p:nvPr/>
        </p:nvSpPr>
        <p:spPr>
          <a:xfrm>
            <a:off x="2929995" y="2306955"/>
            <a:ext cx="3803009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Дозволе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5F3CAD-3BAE-483D-8CE3-1FE50A6E382C}"/>
              </a:ext>
            </a:extLst>
          </p:cNvPr>
          <p:cNvSpPr>
            <a:spLocks noGrp="1"/>
          </p:cNvSpPr>
          <p:nvPr/>
        </p:nvSpPr>
        <p:spPr>
          <a:xfrm>
            <a:off x="6809064" y="2240280"/>
            <a:ext cx="4468536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0CDDBD-6418-4633-B4F2-665F933FC9E1}"/>
              </a:ext>
            </a:extLst>
          </p:cNvPr>
          <p:cNvSpPr>
            <a:spLocks noGrp="1"/>
          </p:cNvSpPr>
          <p:nvPr/>
        </p:nvSpPr>
        <p:spPr>
          <a:xfrm>
            <a:off x="6923154" y="2306955"/>
            <a:ext cx="4278385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Ограничење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C744D5-AEA4-4CC2-BC59-810E94EE6E29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1901505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8DF97A-6B64-4DAB-9DDF-AF61043D4E83}"/>
              </a:ext>
            </a:extLst>
          </p:cNvPr>
          <p:cNvSpPr>
            <a:spLocks noGrp="1"/>
          </p:cNvSpPr>
          <p:nvPr/>
        </p:nvSpPr>
        <p:spPr>
          <a:xfrm>
            <a:off x="1028490" y="2764155"/>
            <a:ext cx="166381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architecture-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reviewer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5044AD-C7B4-4E58-91A3-964916550297}"/>
              </a:ext>
            </a:extLst>
          </p:cNvPr>
          <p:cNvSpPr>
            <a:spLocks noGrp="1"/>
          </p:cNvSpPr>
          <p:nvPr/>
        </p:nvSpPr>
        <p:spPr>
          <a:xfrm>
            <a:off x="2815905" y="2697480"/>
            <a:ext cx="399316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33865D-FEE1-4EB8-AC91-0B256AFF0FFF}"/>
              </a:ext>
            </a:extLst>
          </p:cNvPr>
          <p:cNvSpPr>
            <a:spLocks noGrp="1"/>
          </p:cNvSpPr>
          <p:nvPr/>
        </p:nvSpPr>
        <p:spPr>
          <a:xfrm>
            <a:off x="2929995" y="2764155"/>
            <a:ext cx="3755472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чита solution, source, инструкције и diff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C53BDB-F185-4441-80F6-E4FCF83B80BD}"/>
              </a:ext>
            </a:extLst>
          </p:cNvPr>
          <p:cNvSpPr>
            <a:spLocks noGrp="1"/>
          </p:cNvSpPr>
          <p:nvPr/>
        </p:nvSpPr>
        <p:spPr>
          <a:xfrm>
            <a:off x="6809064" y="2697480"/>
            <a:ext cx="4468536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8ABDAB-0F3B-4095-92F5-0947FA550CA1}"/>
              </a:ext>
            </a:extLst>
          </p:cNvPr>
          <p:cNvSpPr>
            <a:spLocks noGrp="1"/>
          </p:cNvSpPr>
          <p:nvPr/>
        </p:nvSpPr>
        <p:spPr>
          <a:xfrm>
            <a:off x="6923154" y="2764155"/>
            <a:ext cx="423084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 пише код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237B8D-E50F-43CB-931B-09AB776B5B68}"/>
              </a:ext>
            </a:extLst>
          </p:cNvPr>
          <p:cNvSpPr>
            <a:spLocks noGrp="1"/>
          </p:cNvSpPr>
          <p:nvPr/>
        </p:nvSpPr>
        <p:spPr>
          <a:xfrm>
            <a:off x="914400" y="3307080"/>
            <a:ext cx="1901505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BFB210-4EBF-4426-846D-B61C5F3A5E61}"/>
              </a:ext>
            </a:extLst>
          </p:cNvPr>
          <p:cNvSpPr>
            <a:spLocks noGrp="1"/>
          </p:cNvSpPr>
          <p:nvPr/>
        </p:nvSpPr>
        <p:spPr>
          <a:xfrm>
            <a:off x="1028490" y="3373755"/>
            <a:ext cx="166381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implementer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827C4A-04E5-40E7-85B3-4059840F469E}"/>
              </a:ext>
            </a:extLst>
          </p:cNvPr>
          <p:cNvSpPr>
            <a:spLocks noGrp="1"/>
          </p:cNvSpPr>
          <p:nvPr/>
        </p:nvSpPr>
        <p:spPr>
          <a:xfrm>
            <a:off x="2815905" y="3307080"/>
            <a:ext cx="399316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A63006-0B36-48D0-83CA-AED5E3F5489A}"/>
              </a:ext>
            </a:extLst>
          </p:cNvPr>
          <p:cNvSpPr>
            <a:spLocks noGrp="1"/>
          </p:cNvSpPr>
          <p:nvPr/>
        </p:nvSpPr>
        <p:spPr>
          <a:xfrm>
            <a:off x="2929995" y="3373755"/>
            <a:ext cx="3755472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мења фајлове из усвојеног плана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D3FBC2-533F-46E7-8CCA-06378812D2DC}"/>
              </a:ext>
            </a:extLst>
          </p:cNvPr>
          <p:cNvSpPr>
            <a:spLocks noGrp="1"/>
          </p:cNvSpPr>
          <p:nvPr/>
        </p:nvSpPr>
        <p:spPr>
          <a:xfrm>
            <a:off x="6809064" y="3307080"/>
            <a:ext cx="4468536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36C148-F947-4483-9189-C952FB58DBE7}"/>
              </a:ext>
            </a:extLst>
          </p:cNvPr>
          <p:cNvSpPr>
            <a:spLocks noGrp="1"/>
          </p:cNvSpPr>
          <p:nvPr/>
        </p:nvSpPr>
        <p:spPr>
          <a:xfrm>
            <a:off x="6923154" y="3373755"/>
            <a:ext cx="423084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 проширује захтев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559607-6BB5-449C-B88C-2CBA4BC0277B}"/>
              </a:ext>
            </a:extLst>
          </p:cNvPr>
          <p:cNvSpPr>
            <a:spLocks noGrp="1"/>
          </p:cNvSpPr>
          <p:nvPr/>
        </p:nvSpPr>
        <p:spPr>
          <a:xfrm>
            <a:off x="914400" y="3916680"/>
            <a:ext cx="1901505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26A07B-04E0-40B8-ADA8-14FA6F32D4E5}"/>
              </a:ext>
            </a:extLst>
          </p:cNvPr>
          <p:cNvSpPr>
            <a:spLocks noGrp="1"/>
          </p:cNvSpPr>
          <p:nvPr/>
        </p:nvSpPr>
        <p:spPr>
          <a:xfrm>
            <a:off x="1028490" y="3983355"/>
            <a:ext cx="166381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test/review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8AD7021-F9C3-4A7A-B070-4E26D231F709}"/>
              </a:ext>
            </a:extLst>
          </p:cNvPr>
          <p:cNvSpPr>
            <a:spLocks noGrp="1"/>
          </p:cNvSpPr>
          <p:nvPr/>
        </p:nvSpPr>
        <p:spPr>
          <a:xfrm>
            <a:off x="2815905" y="3916680"/>
            <a:ext cx="399316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85A139-A315-4A81-9BD1-7F54316F810C}"/>
              </a:ext>
            </a:extLst>
          </p:cNvPr>
          <p:cNvSpPr>
            <a:spLocks noGrp="1"/>
          </p:cNvSpPr>
          <p:nvPr/>
        </p:nvSpPr>
        <p:spPr>
          <a:xfrm>
            <a:off x="2929995" y="3983355"/>
            <a:ext cx="3755472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покреће тестове и анализира резултат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5BAF19-30E7-4526-ABF0-839AC6DC5C43}"/>
              </a:ext>
            </a:extLst>
          </p:cNvPr>
          <p:cNvSpPr>
            <a:spLocks noGrp="1"/>
          </p:cNvSpPr>
          <p:nvPr/>
        </p:nvSpPr>
        <p:spPr>
          <a:xfrm>
            <a:off x="6809064" y="3916680"/>
            <a:ext cx="4468536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AE84A2-EC8B-41E0-8341-003A9954F087}"/>
              </a:ext>
            </a:extLst>
          </p:cNvPr>
          <p:cNvSpPr>
            <a:spLocks noGrp="1"/>
          </p:cNvSpPr>
          <p:nvPr/>
        </p:nvSpPr>
        <p:spPr>
          <a:xfrm>
            <a:off x="6923154" y="3983355"/>
            <a:ext cx="423084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 мења тест да сакрије грешку</a:t>
            </a:r>
          </a:p>
        </p:txBody>
      </p:sp>
    </p:spTree>
    <p:extLst>
      <p:ext uri="{BB962C8B-B14F-4D97-AF65-F5344CB8AC3E}">
        <p14:creationId xmlns:p14="http://schemas.microsoft.com/office/powerpoint/2010/main" val="355341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499E6-9B64-494C-97B4-7AA79CAB0BA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76EFD2-8CED-4FF7-AF3A-40CB3B72FF8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25275E-AF71-4B26-B3D4-C3008195991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1B4B18-EE27-483F-9AFC-F5A5321C312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Структурирана предаја задатка implementer-у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E602DD-66E4-421F-8DCD-E32FDB992E6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План ограничава простор измене.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68610A8-8E52-4714-A39C-D59DC5B9ADFD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2602231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847E77-14C9-4048-AC77-654836496E11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046445-674A-4340-99ED-62A0195C8986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A7D309B-2566-40D3-82BF-A03746B24CF2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E6E180-5E77-48FE-B600-7613715F3F13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EEC02D-9007-4930-89E0-A63823DE01E3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273634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"task"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"Implement approved reservation quantity rule"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"constraints"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"Keep business rule outside Api"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not add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Infrastructure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dependency to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"filesToConsider"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"src/EquipmentReservation.Domain/InventoryItem.cs"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"tests/EquipmentReservation.Tests/ReservationTests.cs"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D701BE-D24D-415E-A778-95E5B489EA8E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D72EA9-8B2A-4F37-93B3-8DB4B76C2416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Фајлови су намерно ограничени.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Верификација је унапред дефинисана.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Ако се обим прошири, враћа се на анализу.</a:t>
            </a:r>
          </a:p>
        </p:txBody>
      </p:sp>
    </p:spTree>
    <p:extLst>
      <p:ext uri="{BB962C8B-B14F-4D97-AF65-F5344CB8AC3E}">
        <p14:creationId xmlns:p14="http://schemas.microsoft.com/office/powerpoint/2010/main" val="1745142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D2A90-885A-4EF9-A1CB-1B76973E4FB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22ABCA-9FB7-45E1-9B98-5236814A26C6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FE394A-9B72-4B41-8A43-06894E7B26C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37FD3-355C-470B-B7A2-E0ED333A4EC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AI резултат није доказ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80A9C4-143B-4284-8C11-81D579778C0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Модел може рећи да промена „изгледа исправно”, али то није завршетак рада.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1F9B52-0D13-4789-AC2B-93EE153FF35B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Завршетак задатка заснива се на стварним сигналима: успешан build, успешни NUnit тестови и преглед финалног diff-а.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95E2A3-1DB7-4E70-A75A-4C9A19D0D2C6}"/>
              </a:ext>
            </a:extLst>
          </p:cNvPr>
          <p:cNvSpPr>
            <a:spLocks noGrp="1"/>
          </p:cNvSpPr>
          <p:nvPr/>
        </p:nvSpPr>
        <p:spPr>
          <a:xfrm>
            <a:off x="1085850" y="3444573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F95BF8-5CAC-427A-9E5B-3F1203601EE2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8A2A4F4-7029-4C7A-886B-078F350D66D7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2BCFFD-44E0-49A4-92E7-07FECDEE5595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1F4CBC-2FE0-4278-93B7-81C281521CB6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Ако комaнда није извршена, не бележи се као успешна провера.</a:t>
            </a:r>
          </a:p>
        </p:txBody>
      </p:sp>
    </p:spTree>
    <p:extLst>
      <p:ext uri="{BB962C8B-B14F-4D97-AF65-F5344CB8AC3E}">
        <p14:creationId xmlns:p14="http://schemas.microsoft.com/office/powerpoint/2010/main" val="1207004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9B3FCF-F053-4A9E-90F8-F694F1EB91A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E0F4DC-0B45-4B53-8933-26546CA4C516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445AF9-C1EA-40DA-82ED-60C5A5276DC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E7A024-2F40-4589-BE95-83CB096A4F4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Минимална независна провера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AEFD3C-4BED-4520-AC25-EE6748B9731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Ове команде затварају AI измену.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7AF89C-E491-4403-82C4-4B6D196620F1}"/>
              </a:ext>
            </a:extLst>
          </p:cNvPr>
          <p:cNvSpPr>
            <a:spLocks noGrp="1"/>
          </p:cNvSpPr>
          <p:nvPr/>
        </p:nvSpPr>
        <p:spPr>
          <a:xfrm>
            <a:off x="914400" y="2342388"/>
            <a:ext cx="5715000" cy="151195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803692-04EA-4834-9DE7-C96CBD02D52C}"/>
              </a:ext>
            </a:extLst>
          </p:cNvPr>
          <p:cNvSpPr>
            <a:spLocks noGrp="1"/>
          </p:cNvSpPr>
          <p:nvPr/>
        </p:nvSpPr>
        <p:spPr>
          <a:xfrm>
            <a:off x="914400" y="2689860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3F2D4E-3364-4038-88BB-59700A61CB4F}"/>
              </a:ext>
            </a:extLst>
          </p:cNvPr>
          <p:cNvSpPr>
            <a:spLocks noGrp="1"/>
          </p:cNvSpPr>
          <p:nvPr/>
        </p:nvSpPr>
        <p:spPr>
          <a:xfrm>
            <a:off x="5715000" y="2461260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41D2222-33DE-485F-B56A-A5721C8E2A1B}"/>
              </a:ext>
            </a:extLst>
          </p:cNvPr>
          <p:cNvSpPr>
            <a:spLocks noGrp="1"/>
          </p:cNvSpPr>
          <p:nvPr/>
        </p:nvSpPr>
        <p:spPr>
          <a:xfrm>
            <a:off x="5861304" y="2461260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69193A8-4AFC-45A4-8F55-DE9028F8B9A5}"/>
              </a:ext>
            </a:extLst>
          </p:cNvPr>
          <p:cNvSpPr>
            <a:spLocks noGrp="1"/>
          </p:cNvSpPr>
          <p:nvPr/>
        </p:nvSpPr>
        <p:spPr>
          <a:xfrm>
            <a:off x="6007608" y="2461260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EA27F8-D30F-4BE6-800A-46CDA6B859BC}"/>
              </a:ext>
            </a:extLst>
          </p:cNvPr>
          <p:cNvSpPr>
            <a:spLocks noGrp="1"/>
          </p:cNvSpPr>
          <p:nvPr/>
        </p:nvSpPr>
        <p:spPr>
          <a:xfrm>
            <a:off x="1047750" y="2818638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build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configuration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configuration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no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680CAF-320C-4C98-8FA5-114EEA623C04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1B7049-58AA-4572-9D65-17C6651F6036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Пад теста се не решава брисањем очекивања.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Diff не сме да додирује неочекиване слојеве.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Резултат команде је јачи од уверења модела.</a:t>
            </a:r>
          </a:p>
        </p:txBody>
      </p:sp>
    </p:spTree>
    <p:extLst>
      <p:ext uri="{BB962C8B-B14F-4D97-AF65-F5344CB8AC3E}">
        <p14:creationId xmlns:p14="http://schemas.microsoft.com/office/powerpoint/2010/main" val="838613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8CCD97-E073-40E5-8255-EDE7E585C94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2A8136-AD76-4C55-87D3-4030CAC0371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F46CCD-079C-47BC-9C32-8CBDB028049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D1715-C5B3-4B9B-8417-07E2CA266D7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AI_USAGE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није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транскрипт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9D20B8-A219-4EC2-BAE7-5A06333E06A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Потребан је инжењерски траг, не цела конверзација.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ED33FBA-176B-4B19-919E-7FBB84FA32B0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B61E30-0A39-4E07-BD6F-8DE38FFE7B6F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08730B-6A93-435F-BE38-C26D57F4E25D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EF1C05-60B9-40D0-ADCC-C4926DB08DF1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је тражено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1F9FF6D-608F-4C52-B0F7-F264E75960A3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104EBD-ABD1-4C49-97D6-0B4A0353CAF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32AED8-6DF0-4C66-AA19-63D90091FEC2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C10DFE-ED97-40EF-B2C1-D5A84B84AEFC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који фајлови и правила су коришћени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7E8E46D-EBC1-4C72-AF0C-F478FAF84F0E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D7E835-FA77-4FF6-9D48-EB4BC09521D0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1D1C04-1B03-4972-B6C2-814620E146CB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9F49C6-774E-42AE-AF4C-C7C1CBF7EED2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је прихваћено или одбијено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0D81FC8-5464-4F5B-9BB4-19995AFB567C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6F075F-5B9A-413E-9D72-7758F1842122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4C0D1B-4576-43CF-9108-3F406C7F1526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1B119D-7C9C-4834-BBBC-4A75468AEEC9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која провера је стварно извршена</a:t>
            </a:r>
          </a:p>
        </p:txBody>
      </p:sp>
    </p:spTree>
    <p:extLst>
      <p:ext uri="{BB962C8B-B14F-4D97-AF65-F5344CB8AC3E}">
        <p14:creationId xmlns:p14="http://schemas.microsoft.com/office/powerpoint/2010/main" val="1397046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9FC0AF-5EC0-4168-9913-6C849F7C895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544E3C-2044-414A-BEA6-49D57A0EB6A4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C35DB-CA5D-4134-A332-36EF7EAF0C6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924BB-329E-438B-9CE8-CB2AC5A46BF8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Када зауставити AI ток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8D10C-5362-4C30-B027-E038C49BEC2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Понекад је најбоља одлука не наставити са моделом.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F048D1-B175-4E0E-8B54-559A6248E7DC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ЗАУСТАВИ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144DF6-C338-4037-B1E3-E1ECD463BBB7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agent тражи .env или тајне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diff додирује неочекиване слојеве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 пада без разумевања узрока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план проширује пословни захтев</a:t>
            </a: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AA90D307-65E3-4136-8D46-176F795299D6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rgbClr val="E8EB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2D2900-AC74-414F-A89D-8EC5C30142C2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НАСТАВИ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F1F175-7C0C-473B-9B67-6B015D8124A3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план је мали и проверљив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границе су испоштоване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 дају јасан сигнал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diff је разумљив за review</a:t>
            </a:r>
          </a:p>
        </p:txBody>
      </p:sp>
    </p:spTree>
    <p:extLst>
      <p:ext uri="{BB962C8B-B14F-4D97-AF65-F5344CB8AC3E}">
        <p14:creationId xmlns:p14="http://schemas.microsoft.com/office/powerpoint/2010/main" val="1618610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A508A0-16CE-437E-8E5E-16C4E428D7C5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C1D804-945C-4806-AEEB-9999C8EE8FE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4A01F-6EC2-427B-A37E-E207C18D42D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F4448-5BBD-4652-A257-1A1D878D6C7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Одговорност тима остаје централна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2E3F14-45E8-4370-BC32-F57782CBAA24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AI може убрзати рад, али не може преузети одбрану.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72B641-A2E1-4BB8-B6C4-07B67C97ACCA}"/>
              </a:ext>
            </a:extLst>
          </p:cNvPr>
          <p:cNvSpPr>
            <a:spLocks noGrp="1"/>
          </p:cNvSpPr>
          <p:nvPr/>
        </p:nvSpPr>
        <p:spPr>
          <a:xfrm>
            <a:off x="14782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AFCF-ACAE-465E-8CB6-8B4E5F8A7ABD}"/>
              </a:ext>
            </a:extLst>
          </p:cNvPr>
          <p:cNvSpPr>
            <a:spLocks noGrp="1"/>
          </p:cNvSpPr>
          <p:nvPr/>
        </p:nvSpPr>
        <p:spPr>
          <a:xfrm>
            <a:off x="16428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585EF1-10E4-4D57-9345-2CC84F64D27D}"/>
              </a:ext>
            </a:extLst>
          </p:cNvPr>
          <p:cNvSpPr>
            <a:spLocks noGrp="1"/>
          </p:cNvSpPr>
          <p:nvPr/>
        </p:nvSpPr>
        <p:spPr>
          <a:xfrm>
            <a:off x="16428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Разумевање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38645-9686-40AE-90D0-9C60F46C9D59}"/>
              </a:ext>
            </a:extLst>
          </p:cNvPr>
          <p:cNvSpPr>
            <a:spLocks noGrp="1"/>
          </p:cNvSpPr>
          <p:nvPr/>
        </p:nvSpPr>
        <p:spPr>
          <a:xfrm>
            <a:off x="1642872" y="352256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студент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објашњава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решење</a:t>
            </a:r>
            <a:endParaRPr sz="1425" b="0" dirty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3DA75EE-5454-4B15-B020-248451EE3046}"/>
              </a:ext>
            </a:extLst>
          </p:cNvPr>
          <p:cNvSpPr>
            <a:spLocks noGrp="1"/>
          </p:cNvSpPr>
          <p:nvPr/>
        </p:nvSpPr>
        <p:spPr>
          <a:xfrm>
            <a:off x="46786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452AE6-C0DC-4217-B879-09C187580974}"/>
              </a:ext>
            </a:extLst>
          </p:cNvPr>
          <p:cNvSpPr>
            <a:spLocks noGrp="1"/>
          </p:cNvSpPr>
          <p:nvPr/>
        </p:nvSpPr>
        <p:spPr>
          <a:xfrm>
            <a:off x="48432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AAE38E-67E9-42B9-A24C-C80D8B989BAD}"/>
              </a:ext>
            </a:extLst>
          </p:cNvPr>
          <p:cNvSpPr>
            <a:spLocks noGrp="1"/>
          </p:cNvSpPr>
          <p:nvPr/>
        </p:nvSpPr>
        <p:spPr>
          <a:xfrm>
            <a:off x="48432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3049AB-B7E2-48CF-AB76-165EFE03D370}"/>
              </a:ext>
            </a:extLst>
          </p:cNvPr>
          <p:cNvSpPr>
            <a:spLocks noGrp="1"/>
          </p:cNvSpPr>
          <p:nvPr/>
        </p:nvSpPr>
        <p:spPr>
          <a:xfrm>
            <a:off x="4843272" y="352256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команде и тестови доказују понашање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5E36439-349A-485E-B781-3D8CF4A8193B}"/>
              </a:ext>
            </a:extLst>
          </p:cNvPr>
          <p:cNvSpPr>
            <a:spLocks noGrp="1"/>
          </p:cNvSpPr>
          <p:nvPr/>
        </p:nvSpPr>
        <p:spPr>
          <a:xfrm>
            <a:off x="78790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83BCB-B581-41F4-86E6-EAC85BD24159}"/>
              </a:ext>
            </a:extLst>
          </p:cNvPr>
          <p:cNvSpPr>
            <a:spLocks noGrp="1"/>
          </p:cNvSpPr>
          <p:nvPr/>
        </p:nvSpPr>
        <p:spPr>
          <a:xfrm>
            <a:off x="80436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2A9AF8-3497-4285-888C-612FEF9CFDD2}"/>
              </a:ext>
            </a:extLst>
          </p:cNvPr>
          <p:cNvSpPr>
            <a:spLocks noGrp="1"/>
          </p:cNvSpPr>
          <p:nvPr/>
        </p:nvSpPr>
        <p:spPr>
          <a:xfrm>
            <a:off x="80436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3841D4-C451-44D1-B255-59C883D152E4}"/>
              </a:ext>
            </a:extLst>
          </p:cNvPr>
          <p:cNvSpPr>
            <a:spLocks noGrp="1"/>
          </p:cNvSpPr>
          <p:nvPr/>
        </p:nvSpPr>
        <p:spPr>
          <a:xfrm>
            <a:off x="8043672" y="352256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тим прихвата или одбија предлог</a:t>
            </a:r>
          </a:p>
        </p:txBody>
      </p:sp>
    </p:spTree>
    <p:extLst>
      <p:ext uri="{BB962C8B-B14F-4D97-AF65-F5344CB8AC3E}">
        <p14:creationId xmlns:p14="http://schemas.microsoft.com/office/powerpoint/2010/main" val="522497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8AF2E-DB88-45AF-B06E-EDFDF84E24E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18BAEB-453F-4D35-8670-53D138D5EB8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44ABC-D0E3-4F0E-97C1-EC0B9AF7E72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A503B-73C8-48F2-9CD3-CD6BA24153D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Рад на вежби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6935FA-0E49-4838-8A29-229BE50908C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На копији EquipmentReservation solution-а изводи се један стварни AI развојни ток.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FF15D-E839-4043-86B2-B94425BBEF7B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BF66BA-FD24-4E1D-B682-AD30285FA406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Задати малу промену пословног правила.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659491-DCD0-41C7-98A3-74C2FCE9C5BE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08CD3-CFFE-41C2-9CFB-0D8853422959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Прво користити architecture-reviewer само за анализу.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F836BA-C0E5-43EF-B8E5-EF743B6ACF6B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81B2CE-54D7-4368-9C60-4031DB347657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Implementer-у проследити усвојен план.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4B6859-FB1A-4A54-844E-DB0671D9695E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17EAF0-0FD9-4C22-87B5-353E2DE2D050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Покренути build/test и прегледати diff.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8C02FF-ECE1-4EF4-9545-3233432D4A9C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ABF9C4-43D4-491E-A929-49414AB9FA1D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Унети сажет запис у AI_USAGE.md.</a:t>
            </a:r>
          </a:p>
        </p:txBody>
      </p:sp>
    </p:spTree>
    <p:extLst>
      <p:ext uri="{BB962C8B-B14F-4D97-AF65-F5344CB8AC3E}">
        <p14:creationId xmlns:p14="http://schemas.microsoft.com/office/powerpoint/2010/main" val="15006046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4D7AEE-4C0C-406B-B883-245348A0CC0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53EA4B-AADF-4218-984E-77E04AA14C43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B29F10-F80E-48EA-9096-A90595B8C4FD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B429F-A11B-491F-A888-04E947099D6F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Кључна мера успеха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5F2076-1D11-4F91-BD04-222C2A26C3E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AI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није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вредан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ако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поремети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проверљивост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система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B9B6FB-303D-4722-9AF3-0958AFB7AA93}"/>
              </a:ext>
            </a:extLst>
          </p:cNvPr>
          <p:cNvSpPr>
            <a:spLocks noGrp="1"/>
          </p:cNvSpPr>
          <p:nvPr/>
        </p:nvSpPr>
        <p:spPr>
          <a:xfrm>
            <a:off x="1706880" y="23317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2A5B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82114E-76ED-44C8-A39B-F9488834A161}"/>
              </a:ext>
            </a:extLst>
          </p:cNvPr>
          <p:cNvSpPr>
            <a:spLocks noGrp="1"/>
          </p:cNvSpPr>
          <p:nvPr/>
        </p:nvSpPr>
        <p:spPr>
          <a:xfrm>
            <a:off x="4541520" y="251460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стварна сигнала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7E01A9-9F97-4A1C-806E-7F4701A74415}"/>
              </a:ext>
            </a:extLst>
          </p:cNvPr>
          <p:cNvSpPr>
            <a:spLocks noGrp="1"/>
          </p:cNvSpPr>
          <p:nvPr/>
        </p:nvSpPr>
        <p:spPr>
          <a:xfrm>
            <a:off x="4541520" y="3246120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Build, test и diff су минимум независне провере после AI измене.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3D28D-974F-4C2C-A9CB-EACE260B12C9}"/>
              </a:ext>
            </a:extLst>
          </p:cNvPr>
          <p:cNvSpPr>
            <a:spLocks noGrp="1"/>
          </p:cNvSpPr>
          <p:nvPr/>
        </p:nvSpPr>
        <p:spPr>
          <a:xfrm>
            <a:off x="4541520" y="4389120"/>
            <a:ext cx="4937760" cy="12801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978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B6FFB6-F3F2-463B-BB86-C3E5A8C41730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4D5EDF-20B1-46E9-91A9-9F35C8A776A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725F1F-865D-4675-85EF-E392A874955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43AE8-B445-4709-BA32-297CDB1C19F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Суштина Вежбе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6BD6B1-D260-4F44-AC13-A12BEDDFD91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Контролисан AI workflow није магија, већ дисциплинована употреба постојећих инжењерских сигнала.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9D1E32-E473-46B5-AF0D-532E70139C47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Када су контекст, ограничења, улоге и проверa јасни, AI може помоћи без рушења SOLID и Clean Architecture правила.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4F6369-EF9F-4F10-AE7E-5FA8267C6BD2}"/>
              </a:ext>
            </a:extLst>
          </p:cNvPr>
          <p:cNvSpPr>
            <a:spLocks noGrp="1"/>
          </p:cNvSpPr>
          <p:nvPr/>
        </p:nvSpPr>
        <p:spPr>
          <a:xfrm>
            <a:off x="1051560" y="3386253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48C4172-C1DC-42A4-B9F0-FB8CBA350089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09BED6-500F-45D5-9E13-2114DE09A74C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F533CB-022F-42A0-A845-DD8890E5A40A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531AF0-7EA0-4CA5-A0B8-F71EE0F93BF2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Следећи корак је формалнији приступ контексту кроз MCP.</a:t>
            </a:r>
          </a:p>
        </p:txBody>
      </p:sp>
    </p:spTree>
    <p:extLst>
      <p:ext uri="{BB962C8B-B14F-4D97-AF65-F5344CB8AC3E}">
        <p14:creationId xmlns:p14="http://schemas.microsoft.com/office/powerpoint/2010/main" val="932121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F5E264-A3EC-467B-9130-6FDDD3585EC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88D1DB-82F1-4C23-8825-891C98F6E02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719A5-71C2-4EFC-9154-68EEDE4677B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BCF59-F014-4B34-9D3E-8C174C6B19F0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наредни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термин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E17C4A-38FD-4B27-B677-C24AE9D6F6D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Припремити пројекат за MCP приступ контексту.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48CB7-6C5D-4252-B99B-158853C5A7D9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FC95C9-EEE7-446E-86B3-1B2FFAEC4CEA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Идентификовати које информације AI сме само да чита.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C27F71-A138-4BDF-A395-8A417D180648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BBD282-BA67-4918-88D2-132CBBF11C39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Раздвојити resource од tool операција.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B59A88-A15E-4935-9BBA-31BB08E94BB2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7F4E76-E27C-4320-890E-A09DCF5D7C6B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Одредити које команде смеју бити фиксно извршене.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404161-A9BD-447E-A432-259870BB1F53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9F253-914E-4333-A973-E41C7CB4FB91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Забележити шта никада не сме бити изложено као произвољан shell.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414BE7-34B3-479A-B9D3-AA539F682ABD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0FD4F-EC15-4919-8CCB-4FBEDA5B31FE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Понети build/test/diff сигнале као основу за MCP.</a:t>
            </a:r>
          </a:p>
        </p:txBody>
      </p:sp>
    </p:spTree>
    <p:extLst>
      <p:ext uri="{BB962C8B-B14F-4D97-AF65-F5344CB8AC3E}">
        <p14:creationId xmlns:p14="http://schemas.microsoft.com/office/powerpoint/2010/main" val="1742613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1218</Words>
  <Application>Microsoft Macintosh PowerPoint</Application>
  <DocSecurity>0</DocSecurity>
  <PresentationFormat>Widescreen</PresentationFormat>
  <Paragraphs>249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11</cp:revision>
  <dcterms:created xsi:type="dcterms:W3CDTF">2026-09-28T19:34:53Z</dcterms:created>
  <dcterms:modified xsi:type="dcterms:W3CDTF">2026-09-28T20:30:07Z</dcterms:modified>
</cp:coreProperties>
</file>