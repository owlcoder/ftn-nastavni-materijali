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06c2ccbaa5a4fcf" /><Relationship Type="http://schemas.openxmlformats.org/officeDocument/2006/relationships/extended-properties" Target="/docProps/app.xml" Id="R51590a740ff14bd4" /><Relationship Type="http://schemas.openxmlformats.org/officeDocument/2006/relationships/officeDocument" Target="/ppt/presentation.xml" Id="Rea0f50bf5336418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e924b4200c34229"/>
  </p:sldMasterIdLst>
  <p:notesMasterIdLst>
    <p:notesMasterId xmlns:r="http://schemas.openxmlformats.org/officeDocument/2006/relationships" r:id="R91bc3840b25c4af3"/>
  </p:notesMasterIdLst>
  <p:sldIdLst>
    <p:sldId xmlns:r="http://schemas.openxmlformats.org/officeDocument/2006/relationships" id="256" r:id="R0625ade6a1f3472c"/>
    <p:sldId xmlns:r="http://schemas.openxmlformats.org/officeDocument/2006/relationships" id="257" r:id="R731f3cbf5a854e79"/>
    <p:sldId xmlns:r="http://schemas.openxmlformats.org/officeDocument/2006/relationships" id="258" r:id="Rcb5791747e07426b"/>
    <p:sldId xmlns:r="http://schemas.openxmlformats.org/officeDocument/2006/relationships" id="259" r:id="Rc2e23543b3a74b04"/>
    <p:sldId xmlns:r="http://schemas.openxmlformats.org/officeDocument/2006/relationships" id="260" r:id="R40a57b9b8fd34746"/>
    <p:sldId xmlns:r="http://schemas.openxmlformats.org/officeDocument/2006/relationships" id="261" r:id="R82878f38e9684f36"/>
    <p:sldId xmlns:r="http://schemas.openxmlformats.org/officeDocument/2006/relationships" id="262" r:id="R7a57ecfb06a245ef"/>
    <p:sldId xmlns:r="http://schemas.openxmlformats.org/officeDocument/2006/relationships" id="263" r:id="R71ad733b6cc34058"/>
    <p:sldId xmlns:r="http://schemas.openxmlformats.org/officeDocument/2006/relationships" id="264" r:id="Rc8c2cbab9e7c4df1"/>
    <p:sldId xmlns:r="http://schemas.openxmlformats.org/officeDocument/2006/relationships" id="265" r:id="R812cc9aec03c4a79"/>
    <p:sldId xmlns:r="http://schemas.openxmlformats.org/officeDocument/2006/relationships" id="266" r:id="R6770dbe57c69421c"/>
    <p:sldId xmlns:r="http://schemas.openxmlformats.org/officeDocument/2006/relationships" id="267" r:id="R80384cb293dc4823"/>
    <p:sldId xmlns:r="http://schemas.openxmlformats.org/officeDocument/2006/relationships" id="268" r:id="R1338e0cdc2484339"/>
    <p:sldId xmlns:r="http://schemas.openxmlformats.org/officeDocument/2006/relationships" id="269" r:id="Rf66d0146d6c84325"/>
    <p:sldId xmlns:r="http://schemas.openxmlformats.org/officeDocument/2006/relationships" id="270" r:id="R4b64c264e3984eae"/>
    <p:sldId xmlns:r="http://schemas.openxmlformats.org/officeDocument/2006/relationships" id="271" r:id="R173ecaeb900c4d1f"/>
    <p:sldId xmlns:r="http://schemas.openxmlformats.org/officeDocument/2006/relationships" id="272" r:id="Rae8a7e55073e4e02"/>
    <p:sldId xmlns:r="http://schemas.openxmlformats.org/officeDocument/2006/relationships" id="273" r:id="R053479369fb84dd8"/>
    <p:sldId xmlns:r="http://schemas.openxmlformats.org/officeDocument/2006/relationships" id="274" r:id="R6538053c5b454de7"/>
    <p:sldId xmlns:r="http://schemas.openxmlformats.org/officeDocument/2006/relationships" id="275" r:id="R95d1d558df1e456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876275426b04c5b" /><Relationship Type="http://schemas.openxmlformats.org/officeDocument/2006/relationships/slideMaster" Target="/ppt/slideMasters/slideMaster1.xml" Id="Rce924b4200c34229" /><Relationship Type="http://schemas.openxmlformats.org/officeDocument/2006/relationships/notesMaster" Target="/ppt/notesMasters/notesMaster1.xml" Id="R91bc3840b25c4af3" /><Relationship Type="http://schemas.openxmlformats.org/officeDocument/2006/relationships/presProps" Target="/ppt/presProps.xml" Id="R6a4661fc3dfa4af7" /><Relationship Type="http://schemas.openxmlformats.org/officeDocument/2006/relationships/viewProps" Target="/ppt/viewProps.xml" Id="Rb23f5f17ea5c4fc4" /><Relationship Type="http://schemas.openxmlformats.org/officeDocument/2006/relationships/tableStyles" Target="/ppt/tableStyles.xml" Id="R332bbb53658f4ac6" /><Relationship Type="http://schemas.openxmlformats.org/officeDocument/2006/relationships/slide" Target="/ppt/slides/slide1.xml" Id="R0625ade6a1f3472c" /><Relationship Type="http://schemas.openxmlformats.org/officeDocument/2006/relationships/slide" Target="/ppt/slides/slide2.xml" Id="R731f3cbf5a854e79" /><Relationship Type="http://schemas.openxmlformats.org/officeDocument/2006/relationships/slide" Target="/ppt/slides/slide3.xml" Id="Rcb5791747e07426b" /><Relationship Type="http://schemas.openxmlformats.org/officeDocument/2006/relationships/slide" Target="/ppt/slides/slide4.xml" Id="Rc2e23543b3a74b04" /><Relationship Type="http://schemas.openxmlformats.org/officeDocument/2006/relationships/slide" Target="/ppt/slides/slide5.xml" Id="R40a57b9b8fd34746" /><Relationship Type="http://schemas.openxmlformats.org/officeDocument/2006/relationships/slide" Target="/ppt/slides/slide6.xml" Id="R82878f38e9684f36" /><Relationship Type="http://schemas.openxmlformats.org/officeDocument/2006/relationships/slide" Target="/ppt/slides/slide7.xml" Id="R7a57ecfb06a245ef" /><Relationship Type="http://schemas.openxmlformats.org/officeDocument/2006/relationships/slide" Target="/ppt/slides/slide8.xml" Id="R71ad733b6cc34058" /><Relationship Type="http://schemas.openxmlformats.org/officeDocument/2006/relationships/slide" Target="/ppt/slides/slide9.xml" Id="Rc8c2cbab9e7c4df1" /><Relationship Type="http://schemas.openxmlformats.org/officeDocument/2006/relationships/slide" Target="/ppt/slides/slide10.xml" Id="R812cc9aec03c4a79" /><Relationship Type="http://schemas.openxmlformats.org/officeDocument/2006/relationships/slide" Target="/ppt/slides/slide11.xml" Id="R6770dbe57c69421c" /><Relationship Type="http://schemas.openxmlformats.org/officeDocument/2006/relationships/slide" Target="/ppt/slides/slide12.xml" Id="R80384cb293dc4823" /><Relationship Type="http://schemas.openxmlformats.org/officeDocument/2006/relationships/slide" Target="/ppt/slides/slide13.xml" Id="R1338e0cdc2484339" /><Relationship Type="http://schemas.openxmlformats.org/officeDocument/2006/relationships/slide" Target="/ppt/slides/slide14.xml" Id="Rf66d0146d6c84325" /><Relationship Type="http://schemas.openxmlformats.org/officeDocument/2006/relationships/slide" Target="/ppt/slides/slide15.xml" Id="R4b64c264e3984eae" /><Relationship Type="http://schemas.openxmlformats.org/officeDocument/2006/relationships/slide" Target="/ppt/slides/slide16.xml" Id="R173ecaeb900c4d1f" /><Relationship Type="http://schemas.openxmlformats.org/officeDocument/2006/relationships/slide" Target="/ppt/slides/slide17.xml" Id="Rae8a7e55073e4e02" /><Relationship Type="http://schemas.openxmlformats.org/officeDocument/2006/relationships/slide" Target="/ppt/slides/slide18.xml" Id="R053479369fb84dd8" /><Relationship Type="http://schemas.openxmlformats.org/officeDocument/2006/relationships/slide" Target="/ppt/slides/slide19.xml" Id="R6538053c5b454de7" /><Relationship Type="http://schemas.openxmlformats.org/officeDocument/2006/relationships/slide" Target="/ppt/slides/slide20.xml" Id="R95d1d558df1e456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02716082b5b490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3ba30ee5ded4d70" /><Relationship Type="http://schemas.openxmlformats.org/officeDocument/2006/relationships/notesMaster" Target="/ppt/notesMasters/notesMaster1.xml" Id="R4c5e7783c3134d5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36379d4737f4f8e" /><Relationship Type="http://schemas.openxmlformats.org/officeDocument/2006/relationships/notesMaster" Target="/ppt/notesMasters/notesMaster1.xml" Id="Rc67ef926ff6e425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c3232df09484529" /><Relationship Type="http://schemas.openxmlformats.org/officeDocument/2006/relationships/notesMaster" Target="/ppt/notesMasters/notesMaster1.xml" Id="R6ee209bba54a495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fc54248f5754330" /><Relationship Type="http://schemas.openxmlformats.org/officeDocument/2006/relationships/notesMaster" Target="/ppt/notesMasters/notesMaster1.xml" Id="Rd6a4df188b874b5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d65e940352d40f7" /><Relationship Type="http://schemas.openxmlformats.org/officeDocument/2006/relationships/notesMaster" Target="/ppt/notesMasters/notesMaster1.xml" Id="R8b6a0e2c182c4cb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87a933d1cfa4bf4" /><Relationship Type="http://schemas.openxmlformats.org/officeDocument/2006/relationships/notesMaster" Target="/ppt/notesMasters/notesMaster1.xml" Id="R5aaf2e67dd594f6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7638c6495b64561" /><Relationship Type="http://schemas.openxmlformats.org/officeDocument/2006/relationships/notesMaster" Target="/ppt/notesMasters/notesMaster1.xml" Id="Rd05ca5815bcb44c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d422498fa864b47" /><Relationship Type="http://schemas.openxmlformats.org/officeDocument/2006/relationships/notesMaster" Target="/ppt/notesMasters/notesMaster1.xml" Id="R440f62be2d40449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e0765ad0ae74497" /><Relationship Type="http://schemas.openxmlformats.org/officeDocument/2006/relationships/notesMaster" Target="/ppt/notesMasters/notesMaster1.xml" Id="R9d6c459cfabb438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d17c79c600c4d71" /><Relationship Type="http://schemas.openxmlformats.org/officeDocument/2006/relationships/notesMaster" Target="/ppt/notesMasters/notesMaster1.xml" Id="R2f3d1e6874404a0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fd8a3e8f53d40c8" /><Relationship Type="http://schemas.openxmlformats.org/officeDocument/2006/relationships/notesMaster" Target="/ppt/notesMasters/notesMaster1.xml" Id="Rfc07f487cc6d425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8dc2cb0d48045a4" /><Relationship Type="http://schemas.openxmlformats.org/officeDocument/2006/relationships/notesMaster" Target="/ppt/notesMasters/notesMaster1.xml" Id="R17726461f17d400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4079c38e9a54cdd" /><Relationship Type="http://schemas.openxmlformats.org/officeDocument/2006/relationships/notesMaster" Target="/ppt/notesMasters/notesMaster1.xml" Id="R6e6a7a2538ce4a9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1f226f718a44b56" /><Relationship Type="http://schemas.openxmlformats.org/officeDocument/2006/relationships/notesMaster" Target="/ppt/notesMasters/notesMaster1.xml" Id="Rd05cae924c2c4ea5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3a774b6c9bef45a4" /><Relationship Type="http://schemas.openxmlformats.org/officeDocument/2006/relationships/notesMaster" Target="/ppt/notesMasters/notesMaster1.xml" Id="R87482b4cf6484c23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41830a16a5de4884" /><Relationship Type="http://schemas.openxmlformats.org/officeDocument/2006/relationships/notesMaster" Target="/ppt/notesMasters/notesMaster1.xml" Id="R193a051f2a0a4502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724e1e4e7b394521" /><Relationship Type="http://schemas.openxmlformats.org/officeDocument/2006/relationships/notesMaster" Target="/ppt/notesMasters/notesMaster1.xml" Id="Rf905f3b6fd50472d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b461a020277b472d" /><Relationship Type="http://schemas.openxmlformats.org/officeDocument/2006/relationships/notesMaster" Target="/ppt/notesMasters/notesMaster1.xml" Id="R1af6aab0865647f6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c1cd270af0854f28" /><Relationship Type="http://schemas.openxmlformats.org/officeDocument/2006/relationships/notesMaster" Target="/ppt/notesMasters/notesMaster1.xml" Id="R588fd577b71045a5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933aaab156424147" /><Relationship Type="http://schemas.openxmlformats.org/officeDocument/2006/relationships/notesMaster" Target="/ppt/notesMasters/notesMaster1.xml" Id="R0a51975dc0f941f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7a142dd95ff40b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136ab4ad5c740d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160d18971e8461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72a37142def4007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7d910289fb44f07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bfc75b190a846ef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3adb1272ac94ed4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a3d675dfb174c67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090d032645345cd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67e82bf425349dd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686f6c9e6c94bff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ACBD78A-CC62-4C01-BBFC-B0DD6D18F6EB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025DD6C6-BD7E-41D3-8C90-FADC910D103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B689882-DA96-474B-A313-03D08BBF6D9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B73A3E4-6C92-4058-BD3E-F86C0FD75AF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2CF217-FB2B-4B4C-B0D5-662053621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C5ECBDA-0FC6-461F-B9E5-281F64EBF60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089C78C-8568-4EAC-9079-D889A4B6FC9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268551D-59A5-4A4E-93C1-96CCF12C23E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FA346E6-1321-48F0-A9F1-82856A3FEB2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BA52ED0-A13C-4E68-8D95-9C4CFC58E2B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F9663A5-33D6-4C59-B642-A0CB4898F03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0F29814-EF73-42B2-985A-D89A99BB473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D8610CD-B49D-4001-AB52-D975C5EE30B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C326628-AD8A-4F8E-90E1-1AD5D5D7C26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DC23C8A-51DA-4ECB-AA15-DDD84A91067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DE101D3-1A06-41A0-9ABE-C6CA3654C6E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6B37D50-6F97-4933-88ED-AA05C646F19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502C53F0-CEBC-4E3C-9A0A-79CA310612DA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B70184F5-9BDB-47E5-8E67-C16608389FD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57001F8-0B3D-403D-A57C-53FDD908FCD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62C83164-9B3C-4852-8AB7-1D2E2163D72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F2D25DA-AEF2-4F22-B995-CFDB73125E1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830D766-2DF7-4BC8-9DFA-ADFBBB98322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31F94BD-4CA5-496A-9D56-47202A9B66D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DA705040-C81B-4F59-9DFF-005DA4674D87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B0422DAC-49FA-42CE-9427-5AB84737105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8223408E-10A6-4368-8DB0-45273AA0344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55EA3E96-94BF-424F-9838-EE6F8BE823A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605A7F15-8900-4852-A417-CC58AD95A69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70F1F29-CB32-499E-9C56-596E5DA7C79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853F143A-D0E0-4575-95B7-F0A37C8586E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090B1C24-7962-4BF1-96E2-98698880E3D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A850A612-FD2F-41F3-A671-582D56C0F84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CCDCFBE3-BD20-4AC7-B00B-7C743930494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524E2250-618F-4F15-9769-D2F0947B22A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8758775-E198-4238-B9D5-5C9B112A20C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0CC7411-9DAA-4C38-A19B-4F853A8F92E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6B94976-EEA0-40F2-A769-833AD4020D9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1D50F44A-47B1-408D-93E0-9FF28AF3B4E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4124B71E-BC42-4FFA-A922-6CBAF4C1D0A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5D881116-8BC3-4DFC-B33B-DD7089624B5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40652D6-2670-44EB-AE82-0BB16826BF2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74FCCE5-015A-40C5-8E8A-1F830B2C920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75E9A683-A102-44A5-B0B3-A22F019E27A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73F45EF-3150-4174-A470-84B42EFBB13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3232684E-5354-470E-BA76-E1808EC3631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FD75F0B-8D19-402C-8AAE-5A10F26F928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2EC4936D-5BFF-4D2E-82BC-83823D4EF65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83CAB18-3492-410E-AA19-2EF4A98F701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C1A4071F-4B89-40D0-93A7-F7A5E5D38D1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D1CFD73-59F9-4C99-8816-9834BD4F1EA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B894950-5E6B-415A-A9E9-B144DB76596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5EBE924-DFDA-4CCB-9899-C72ADF26F8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84226F3F-AFE2-4EAF-9E83-66A231BD033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42E29FE1-91DF-40D3-B978-F7922A2D161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736B7D5-C48D-4832-8B2C-15E97F67444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DA50341-5675-4031-81D0-CADE365EB2E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AEE3764-E926-4C5E-A9F3-83C5EB9D2B4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125440e6a5f4439" /><Relationship Type="http://schemas.openxmlformats.org/officeDocument/2006/relationships/slideLayout" Target="/ppt/slideLayouts/slideLayout1.xml" Id="R023757a0db5c4328" /><Relationship Type="http://schemas.openxmlformats.org/officeDocument/2006/relationships/slideLayout" Target="/ppt/slideLayouts/slideLayout2.xml" Id="Rf38269cf38fd4272" /><Relationship Type="http://schemas.openxmlformats.org/officeDocument/2006/relationships/slideLayout" Target="/ppt/slideLayouts/slideLayout3.xml" Id="R7261d52895aa403d" /><Relationship Type="http://schemas.openxmlformats.org/officeDocument/2006/relationships/slideLayout" Target="/ppt/slideLayouts/slideLayout4.xml" Id="Rcff08a3c2de940ac" /><Relationship Type="http://schemas.openxmlformats.org/officeDocument/2006/relationships/slideLayout" Target="/ppt/slideLayouts/slideLayout5.xml" Id="R6cfb0e4dc38046b9" /><Relationship Type="http://schemas.openxmlformats.org/officeDocument/2006/relationships/slideLayout" Target="/ppt/slideLayouts/slideLayout6.xml" Id="Rcb4e98053f5d4fb6" /><Relationship Type="http://schemas.openxmlformats.org/officeDocument/2006/relationships/slideLayout" Target="/ppt/slideLayouts/slideLayout7.xml" Id="Rbfd3fc784c19484e" /><Relationship Type="http://schemas.openxmlformats.org/officeDocument/2006/relationships/slideLayout" Target="/ppt/slideLayouts/slideLayout8.xml" Id="R5bc3fdba637a4532" /><Relationship Type="http://schemas.openxmlformats.org/officeDocument/2006/relationships/slideLayout" Target="/ppt/slideLayouts/slideLayout9.xml" Id="Re7a158a2d3bf44eb" /><Relationship Type="http://schemas.openxmlformats.org/officeDocument/2006/relationships/slideLayout" Target="/ppt/slideLayouts/slideLayout10.xml" Id="R305af504ae9144a8" /><Relationship Type="http://schemas.openxmlformats.org/officeDocument/2006/relationships/slideLayout" Target="/ppt/slideLayouts/slideLayout11.xml" Id="R316ca6f3db2b4acb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AC0017A5-31BC-4A34-8B10-3D7A3F65FF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6F50E5A-BA6E-4002-AC87-0A93D52B4E9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280406D-EB95-4730-9744-A2149772B3D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5E4551B-523E-47CF-90A4-8C071EBA1164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1925738-256C-450A-81B9-34883E65F31E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23757a0db5c4328"/>
    <p:sldLayoutId xmlns:r="http://schemas.openxmlformats.org/officeDocument/2006/relationships" id="2147483650" r:id="Rf38269cf38fd4272"/>
    <p:sldLayoutId xmlns:r="http://schemas.openxmlformats.org/officeDocument/2006/relationships" id="2147483651" r:id="R7261d52895aa403d"/>
    <p:sldLayoutId xmlns:r="http://schemas.openxmlformats.org/officeDocument/2006/relationships" id="2147483652" r:id="Rcff08a3c2de940ac"/>
    <p:sldLayoutId xmlns:r="http://schemas.openxmlformats.org/officeDocument/2006/relationships" id="2147483653" r:id="R6cfb0e4dc38046b9"/>
    <p:sldLayoutId xmlns:r="http://schemas.openxmlformats.org/officeDocument/2006/relationships" id="2147483654" r:id="Rcb4e98053f5d4fb6"/>
    <p:sldLayoutId xmlns:r="http://schemas.openxmlformats.org/officeDocument/2006/relationships" id="2147483655" r:id="Rbfd3fc784c19484e"/>
    <p:sldLayoutId xmlns:r="http://schemas.openxmlformats.org/officeDocument/2006/relationships" id="2147483656" r:id="R5bc3fdba637a4532"/>
    <p:sldLayoutId xmlns:r="http://schemas.openxmlformats.org/officeDocument/2006/relationships" id="2147483657" r:id="Re7a158a2d3bf44eb"/>
    <p:sldLayoutId xmlns:r="http://schemas.openxmlformats.org/officeDocument/2006/relationships" id="2147483658" r:id="R305af504ae9144a8"/>
    <p:sldLayoutId xmlns:r="http://schemas.openxmlformats.org/officeDocument/2006/relationships" id="2147483659" r:id="R316ca6f3db2b4acb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98d1faa4de14477" /><Relationship Type="http://schemas.openxmlformats.org/officeDocument/2006/relationships/notesSlide" Target="/ppt/notesSlides/notesSlide1.xml" Id="R077915f3cae5456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772e568fae34df6" /><Relationship Type="http://schemas.openxmlformats.org/officeDocument/2006/relationships/notesSlide" Target="/ppt/notesSlides/notesSlide2.xml" Id="R5733a6bcc9c6425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ab380cf2ed04d29" /><Relationship Type="http://schemas.openxmlformats.org/officeDocument/2006/relationships/notesSlide" Target="/ppt/notesSlides/notesSlide3.xml" Id="R71ba38b09995432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5b0c50a16eb40bd" /><Relationship Type="http://schemas.openxmlformats.org/officeDocument/2006/relationships/notesSlide" Target="/ppt/notesSlides/notesSlide4.xml" Id="Rbf3697cf9ff44a0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f716a746d1d4fa7" /><Relationship Type="http://schemas.openxmlformats.org/officeDocument/2006/relationships/notesSlide" Target="/ppt/notesSlides/notesSlide5.xml" Id="R3f1040dae30b42a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49c338604bb40a6" /><Relationship Type="http://schemas.openxmlformats.org/officeDocument/2006/relationships/notesSlide" Target="/ppt/notesSlides/notesSlide6.xml" Id="R58d11f0ca6bb478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29606fa3e624084" /><Relationship Type="http://schemas.openxmlformats.org/officeDocument/2006/relationships/notesSlide" Target="/ppt/notesSlides/notesSlide7.xml" Id="R02854d9ac43041e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30a531b4e984448" /><Relationship Type="http://schemas.openxmlformats.org/officeDocument/2006/relationships/notesSlide" Target="/ppt/notesSlides/notesSlide8.xml" Id="Rb64bf81cb9d042f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f24981ff06a4d18" /><Relationship Type="http://schemas.openxmlformats.org/officeDocument/2006/relationships/notesSlide" Target="/ppt/notesSlides/notesSlide9.xml" Id="R4ac7d8b3b74741f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6c6643e6eb94452" /><Relationship Type="http://schemas.openxmlformats.org/officeDocument/2006/relationships/notesSlide" Target="/ppt/notesSlides/notesSlide10.xml" Id="Ra1ad72cd173b40f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75c4f4e6168495f" /><Relationship Type="http://schemas.openxmlformats.org/officeDocument/2006/relationships/notesSlide" Target="/ppt/notesSlides/notesSlide11.xml" Id="R0cb037a354db4a2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7a71382a13446f5" /><Relationship Type="http://schemas.openxmlformats.org/officeDocument/2006/relationships/notesSlide" Target="/ppt/notesSlides/notesSlide12.xml" Id="R7db992f6172b46a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5b384e2904a4ff2" /><Relationship Type="http://schemas.openxmlformats.org/officeDocument/2006/relationships/notesSlide" Target="/ppt/notesSlides/notesSlide13.xml" Id="R9092099f11d7435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23414197a124ef4" /><Relationship Type="http://schemas.openxmlformats.org/officeDocument/2006/relationships/notesSlide" Target="/ppt/notesSlides/notesSlide14.xml" Id="Rffcf311f31634139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5640fdccfde49a6" /><Relationship Type="http://schemas.openxmlformats.org/officeDocument/2006/relationships/notesSlide" Target="/ppt/notesSlides/notesSlide15.xml" Id="Rf2c42f4b350b424d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7c4b3e6bb004b5a" /><Relationship Type="http://schemas.openxmlformats.org/officeDocument/2006/relationships/notesSlide" Target="/ppt/notesSlides/notesSlide16.xml" Id="Rad510f374340456c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aa9fa06ee8c49e3" /><Relationship Type="http://schemas.openxmlformats.org/officeDocument/2006/relationships/notesSlide" Target="/ppt/notesSlides/notesSlide17.xml" Id="Rc8343d6ab0884ff5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8bdeb53af7344f6" /><Relationship Type="http://schemas.openxmlformats.org/officeDocument/2006/relationships/notesSlide" Target="/ppt/notesSlides/notesSlide18.xml" Id="R3637959a75934f98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4c3ad2f72c24f7b" /><Relationship Type="http://schemas.openxmlformats.org/officeDocument/2006/relationships/notesSlide" Target="/ppt/notesSlides/notesSlide19.xml" Id="R4e26045bd4384bd6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e2088465b4c4fec" /><Relationship Type="http://schemas.openxmlformats.org/officeDocument/2006/relationships/notesSlide" Target="/ppt/notesSlides/notesSlide20.xml" Id="Rba4acaf94ac0453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2F875A28-031B-47B2-82E7-34835C851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90550"/>
            <a:ext cx="781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574968CA-BD00-4D4A-ABA5-685AA548A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009650"/>
            <a:ext cx="103632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</p:sp>
      <p:sp>
        <p:nvSpPr>
          <p:cNvPr id="3" name="Rounded Rectangle 2">
            <a:extLst xmlns:a="http://schemas.openxmlformats.org/drawingml/2006/main">
              <a:ext uri="{FF2B5EF4-FFF2-40B4-BE49-F238E27FC236}">
                <a16:creationId xmlns:a16="http://schemas.microsoft.com/office/drawing/2014/main" id="{BA6A01A9-04F0-4E3B-B29E-E54B667BB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38275"/>
            <a:ext cx="6477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E7D4157-6B29-4299-8EB6-C8BB46341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90700"/>
            <a:ext cx="100965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36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Контролисан развој уз AI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EB4494F-42D0-4DFE-8636-4DD267FBD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562350"/>
            <a:ext cx="9334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AI рад унутар архитектонских граница и проверљивог развојног поступка.</a:t>
            </a:r>
          </a:p>
        </p:txBody>
      </p:sp>
      <p:sp>
        <p:nvSpPr>
          <p:cNvPr id="6" name="Straight Connector 5">
            <a:extLst xmlns:a="http://schemas.openxmlformats.org/drawingml/2006/main">
              <a:ext uri="{FF2B5EF4-FFF2-40B4-BE49-F238E27FC236}">
                <a16:creationId xmlns:a16="http://schemas.microsoft.com/office/drawing/2014/main" id="{6AA7E75E-7ADC-4A0E-884F-692D18015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86375"/>
            <a:ext cx="103632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0A93CE83-3646-4630-94B0-362CAABCF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58165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E5E7D"/>
                </a:solidFill>
                <a:latin typeface="Aptos"/>
                <a:ea typeface="Aptos"/>
                <a:cs typeface="Aptos"/>
              </a:rPr>
              <a:t>Факултет техничких наука · Универзитет у Новом Саду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AB3291DF-78D0-4B57-8E7D-7D041782D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581650"/>
            <a:ext cx="3181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Академска 2026/27</a:t>
            </a:r>
          </a:p>
        </p:txBody>
      </p:sp>
    </p:spTree>
    <p:extLst>
      <p:ext uri="{BB962C8B-B14F-4D97-AF65-F5344CB8AC3E}">
        <p14:creationId xmlns:p14="http://schemas.microsoft.com/office/powerpoint/2010/main" val="168383132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201ABE0-00BA-4692-84C5-45558E794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907F2E34-6262-4D0B-990C-6517D9C5B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EC9ED24E-BA11-4FEC-B62E-1BDA2B251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4BE716AD-DA1A-4017-90DA-68F138945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Услови за увођење AI алата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574D6DA-0E12-45FA-A41E-5B7EA5486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AI алати се уводе након успостављања архитектонских граница и тестирања функционалног језгра.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EBCEB85-C309-41E6-87E5-9DB1E57B7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423160"/>
            <a:ext cx="82296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Циљ је да AI ради унутар граница solution-а и да сваки резултат остане проверљив стандардним развојним сигналима.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FB1ABA66-7D14-40C0-B019-0BF64CD44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430276"/>
            <a:ext cx="694944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88104250-2430-484D-807F-F8DBB9910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672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FAC278F4-4181-41E0-92F1-1115FE067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196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E1908931-C25C-46D5-B57C-BC9E199DE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815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2752BD17-D31D-4DBB-AA3F-6E4CC756C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291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Резултати компилације, тестова и git diff-а представљају проверљиве доказе.</a:t>
            </a:r>
          </a:p>
        </p:txBody>
      </p:sp>
    </p:spTree>
    <p:extLst>
      <p:ext uri="{BB962C8B-B14F-4D97-AF65-F5344CB8AC3E}">
        <p14:creationId xmlns:p14="http://schemas.microsoft.com/office/powerpoint/2010/main" val="28732789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EF55940-1789-4C32-9028-0043580F1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EE661D9-99D0-41DA-AED6-95405AEDD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EFABDBC-D96E-4EAA-B9EB-D053CB131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5A77853C-EC66-4C67-8ABD-6BA8CD1F4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Контролисан AI радни ток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3FC232D-ACC6-4451-BB2F-FFD979DA1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Задатак садржи циљ, контекст, ограничења и поступак провере.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E7B5DEBA-63C2-4B1D-B678-BA4329B4B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2349DCCA-BE7B-4D04-9133-99F12F782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853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Задатак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32A639F-2DD1-490E-9401-DCBA1BD23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циљ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87FFB198-5B3D-4271-825F-B9CF3B174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5580" y="2990088"/>
            <a:ext cx="320040" cy="2633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607D99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466777DA-F59A-4EEB-818E-1CD766168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EE9BBF68-E4AD-430B-A174-987425D47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165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Контекст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A040F783-A7AD-4021-A3B2-F3B59C0C4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706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фajлови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E17A510A-F498-4D58-8D0B-4AFDDE7B4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990088"/>
            <a:ext cx="320040" cy="2633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607D99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13A4A32F-5986-4267-BA49-EC97F7622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162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838C6654-775C-45EC-B7BB-90F9423FD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477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Инструкције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A45B5903-7F9E-474F-8CCB-ADA8DE3B6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018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.ai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EDF394D7-ACE6-4E89-9ECB-B86ACA7FA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1820" y="2990088"/>
            <a:ext cx="320040" cy="2633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607D99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937D6A15-453F-41C5-9AC6-CB1330135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474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9E5E596E-235C-4E2D-AB91-94A46DEFD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789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Skill/agent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63476F5A-8AED-4DD6-B47C-07670252F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процедура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866691D2-F008-4E07-A903-2DA62B9DF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4940" y="2990088"/>
            <a:ext cx="320040" cy="2633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607D99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3" name="Rounded Rectangle 22">
            <a:extLst xmlns:a="http://schemas.openxmlformats.org/drawingml/2006/main">
              <a:ext uri="{FF2B5EF4-FFF2-40B4-BE49-F238E27FC236}">
                <a16:creationId xmlns:a16="http://schemas.microsoft.com/office/drawing/2014/main" id="{66FDEFE2-4F5C-4381-BD9D-4607D5DC7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786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EF8C480F-897B-495D-8F14-ECC01AA6E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101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Провера</a:t>
            </a: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743EF745-B778-48A4-A680-C81A21B6F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642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build/test</a:t>
            </a:r>
          </a:p>
        </p:txBody>
      </p:sp>
      <p:sp>
        <p:nvSpPr>
          <p:cNvPr id="26" name="Rounded Rectangle 25">
            <a:extLst xmlns:a="http://schemas.openxmlformats.org/drawingml/2006/main">
              <a:ext uri="{FF2B5EF4-FFF2-40B4-BE49-F238E27FC236}">
                <a16:creationId xmlns:a16="http://schemas.microsoft.com/office/drawing/2014/main" id="{1D82B905-66B2-4CEB-8DE5-3471ED8F7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149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</p:sp>
      <p:sp>
        <p:nvSpPr>
          <p:cNvPr id="27" name="Rounded Rectangle 26">
            <a:extLst xmlns:a="http://schemas.openxmlformats.org/drawingml/2006/main">
              <a:ext uri="{FF2B5EF4-FFF2-40B4-BE49-F238E27FC236}">
                <a16:creationId xmlns:a16="http://schemas.microsoft.com/office/drawing/2014/main" id="{9A9DE6D7-04ED-4F98-868C-FAD365153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0673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CA87CBBB-6B8B-484E-86AD-F19BC2178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0292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6BC7B9DF-63D3-4C31-8E3A-05CA2C7AB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2768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AI радни ток је дефинисан инжењерски поступак.</a:t>
            </a:r>
          </a:p>
        </p:txBody>
      </p:sp>
    </p:spTree>
    <p:extLst>
      <p:ext uri="{BB962C8B-B14F-4D97-AF65-F5344CB8AC3E}">
        <p14:creationId xmlns:p14="http://schemas.microsoft.com/office/powerpoint/2010/main" val="63204624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073E57A-B46C-4EBE-89F4-B8C8071E4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27D747E-B96A-4F57-B063-76D1F0076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E9D3A858-40F6-4B18-9A40-A915FCF6F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5D8A6B4-6EB4-4E94-93EC-04D87B9B6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Дефинисање проверљивог задатка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A941B29-19E1-456C-A9BD-32CA19974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Задатак прецизира измену, дозвољени обим и критеријуме провере.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07E25B35-EC0E-4CFF-957F-0E212E3A0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34775"/>
            <a:ext cx="5715000" cy="2022313"/>
          </a:xfrm>
          <a:prstGeom xmlns:a="http://schemas.openxmlformats.org/drawingml/2006/main" prst="roundRect">
            <a:avLst>
              <a:gd name="adj" fmla="val 4710"/>
            </a:avLst>
          </a:prstGeom>
          <a:solidFill xmlns:a="http://schemas.openxmlformats.org/drawingml/2006/main">
            <a:srgbClr val="F4F6F7"/>
          </a:solidFill>
          <a:ln xmlns:a="http://schemas.openxmlformats.org/drawingml/2006/main" w="9525">
            <a:solidFill>
              <a:srgbClr val="CCD6DE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DAFACC05-FEA2-403F-8085-850BDBF31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82247"/>
            <a:ext cx="571500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FBEC9"/>
          </a:solidFill>
          <a:ln xmlns:a="http://schemas.openxmlformats.org/drawingml/2006/main" w="9525">
            <a:solidFill>
              <a:srgbClr val="AFBEC9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4F8B6FB5-FF22-48FC-AC6B-8EEA1961E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4669" y="2553837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B6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CF704844-DA9C-4AC2-AB50-09A7B77D3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9259" y="2553837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E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C94FAE57-9E6B-4D2E-9ABB-81D120A18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3848" y="2553837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C45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749A7D49-8D70-425C-9773-7FEAD0431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911025"/>
            <a:ext cx="4595810" cy="13699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66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066">
                <a:solidFill>
                  <a:srgbClr val="55845A"/>
                </a:solidFill>
                <a:latin typeface="Consolas"/>
                <a:ea typeface="Consolas"/>
                <a:cs typeface="Consolas"/>
              </a:rPr>
              <a:t># </a:t>
            </a:r>
            <a:r>
              <a:rPr sz="1066">
                <a:solidFill>
                  <a:srgbClr val="55845A"/>
                </a:solidFill>
                <a:latin typeface="Consolas"/>
                <a:ea typeface="Consolas"/>
                <a:cs typeface="Consolas"/>
              </a:rPr>
              <a:t>Задатак</a:t>
            </a:r>
            <a:endParaRPr sz="1066">
              <a:solidFill>
                <a:srgbClr val="55845A"/>
              </a:solidFill>
              <a:latin typeface="Consolas"/>
              <a:ea typeface="Consolas"/>
              <a:cs typeface="Consolas"/>
            </a:endParaRP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66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066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Ј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една 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резервација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не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сме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тражити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више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од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>
                <a:solidFill>
                  <a:srgbClr val="197373"/>
                </a:solidFill>
                <a:latin typeface="Consolas"/>
                <a:ea typeface="Consolas"/>
                <a:cs typeface="Consolas"/>
              </a:rPr>
              <a:t>5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комада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опреме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66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3  </a:t>
            </a:r>
            <a:r>
              <a:rPr sz="1066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Н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е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мењај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код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у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овој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фази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66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4  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66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5  </a:t>
            </a:r>
            <a:r>
              <a:rPr sz="1066">
                <a:solidFill>
                  <a:srgbClr val="55845A"/>
                </a:solidFill>
                <a:latin typeface="Consolas"/>
                <a:ea typeface="Consolas"/>
                <a:cs typeface="Consolas"/>
              </a:rPr>
              <a:t># </a:t>
            </a:r>
            <a:r>
              <a:rPr sz="1066">
                <a:solidFill>
                  <a:srgbClr val="55845A"/>
                </a:solidFill>
                <a:latin typeface="Consolas"/>
                <a:ea typeface="Consolas"/>
                <a:cs typeface="Consolas"/>
              </a:rPr>
              <a:t>Ограни</a:t>
            </a:r>
            <a:r>
              <a:rPr sz="1066">
                <a:solidFill>
                  <a:srgbClr val="55845A"/>
                </a:solidFill>
                <a:latin typeface="Consolas"/>
                <a:ea typeface="Consolas"/>
                <a:cs typeface="Consolas"/>
              </a:rPr>
              <a:t>чења</a:t>
            </a:r>
            <a:endParaRPr sz="1066">
              <a:solidFill>
                <a:srgbClr val="55845A"/>
              </a:solidFill>
              <a:latin typeface="Consolas"/>
              <a:ea typeface="Consolas"/>
              <a:cs typeface="Consolas"/>
            </a:endParaRP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66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6  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П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равило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остаје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у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Domain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/</a:t>
            </a:r>
            <a:r>
              <a:rPr sz="1066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Application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делу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66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7  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API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не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сме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садржати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пословну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одлуку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66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8  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П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остојећи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тестови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морају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остати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успешни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B34D855A-B072-435E-920F-A1F87EE83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240280"/>
            <a:ext cx="3840480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НАПОМЕНЕ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FAD2BD99-F3EA-4E8E-B7B9-EC92575E6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578608"/>
            <a:ext cx="3886200" cy="96032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Прво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анализа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, 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затим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изме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a.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Ограничења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чувају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архитектуру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План 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се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прегледа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пре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дозволе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за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писање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184023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0F55A3F-F741-4FB7-BBF4-D8EF8E713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BBD279D-71CD-4A32-B761-CEAE448B4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D512A690-563E-459B-9DFF-DB23EA7E1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D537DD1-2461-42EC-A262-938123593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Структура AI задатка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337BFB9-EC5E-41A1-81FE-6350320B7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Потпун задатак обухвата понашање, границе измене, доказе и ограничења.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3BCD09F6-FFA4-4622-AAF3-E6634047C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09800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550137B8-5BF2-423B-ABB4-6A1D3FCF1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33625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C8589F1-782C-4F75-A0C2-B6A242A34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590800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Понашање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9DEAF282-64FB-4D5C-AD30-387497345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952750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шта се мења у систему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28BF06CC-D080-4A58-A34D-E3EB7A0A9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209800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4469B31F-55CD-4C78-ADF6-A22DE8A1F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333625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13125F9E-B8AA-4B4A-A5F7-24D324800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90800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Границе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93E225F9-25B7-4A88-A6E9-ED7AC76E2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952750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који слојеви смеју да се мењају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09DC1536-D322-4FDB-AE6C-E04936021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71925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4C453E72-BB69-4508-8234-F9CF72CD4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095750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8B15ED89-618C-487B-B4DE-1B14AEA6A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352925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Доказ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4243465E-62DE-46C8-BF1B-9B16A5BCE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714875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које команде и тестови потврђују резултат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E5602DE6-A6EE-4A86-9A74-A385EB647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971925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5C86A5CA-1342-4F02-8B8D-68040A62E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095750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0E364DA6-6834-4896-A2D3-5CB76E0F0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352925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Излаз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17124FF7-5C13-459A-80ED-5A7234EBB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14875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план, ризици, фајлови и сценарији</a:t>
            </a:r>
          </a:p>
        </p:txBody>
      </p:sp>
    </p:spTree>
    <p:extLst>
      <p:ext uri="{BB962C8B-B14F-4D97-AF65-F5344CB8AC3E}">
        <p14:creationId xmlns:p14="http://schemas.microsoft.com/office/powerpoint/2010/main" val="175773583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01CC1C8-0EAF-4343-9A48-F3D127AEA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866C4F4-A6F7-495C-AE08-DEFC3FA8D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31DA4E8C-4BE7-4F70-A407-8E9DFC11B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F45DB866-19B3-41D1-A9F8-711EC563E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Верзионисане пројектне инструкције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7C77A48-62F8-4208-9087-11D68E237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Пројектна правила чувају се у датотеци .ai/AI_INSTRUCTIONS.md.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F9C35A6-AAC9-4FF0-AC5B-E2DE65EFD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423160"/>
            <a:ext cx="82296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Инструкције нису општи савет, већ конкретна правила архитектуре solution-а: Domain не зависи од других пројеката, Application дефинише портове, Infrastructure имплементира port-ове.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6868C4E3-38C2-4B59-8739-B0B19918C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714750"/>
            <a:ext cx="694944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E0ACCC49-CF91-43A7-B665-45167CF20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672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5C756A87-3843-4CF7-9627-415A28298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196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C16E3A45-D2BB-42D0-84E6-F0E61F943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815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F99397C3-A09B-4986-B2F7-B0CE59856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291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AI_USAGE садржи сажет запис употребе и донетих одлука.</a:t>
            </a:r>
          </a:p>
        </p:txBody>
      </p:sp>
    </p:spTree>
    <p:extLst>
      <p:ext uri="{BB962C8B-B14F-4D97-AF65-F5344CB8AC3E}">
        <p14:creationId xmlns:p14="http://schemas.microsoft.com/office/powerpoint/2010/main" val="143607692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0FEEE0F-7BC7-4ACF-944C-021B3B454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41B8E22D-82B8-4710-9B79-7920E3A80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3D800F37-41FB-4CE0-9AB2-ECDF1EB5D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493178A-987D-491D-9753-FA0181183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AI_INSTRUCTIONS.md као архитектонско правило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E522126-5DB4-49B4-AB59-09A80412E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Документ наводи проверљива правила о зависностима, дозвољеном обиму и обавезним тестовима.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C161B4D5-7072-4590-9102-83B5F13BD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43521"/>
            <a:ext cx="5715000" cy="1830927"/>
          </a:xfrm>
          <a:prstGeom xmlns:a="http://schemas.openxmlformats.org/drawingml/2006/main" prst="roundRect">
            <a:avLst>
              <a:gd name="adj" fmla="val 5202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C3A09F78-91D6-48F7-B9BF-6241EA7C4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90993"/>
            <a:ext cx="571500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EBB1AD3D-113A-4C4F-94D9-D82370044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66239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B6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FCCA29A8-767E-472A-B52D-0C172653A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1304" y="266239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E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8687BF3D-59CC-47B2-84F7-1CBAB67F2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7608" y="266239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C45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8755369B-3667-420D-9A21-0B255517A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19771"/>
            <a:ext cx="5448300" cy="2228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83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083">
                <a:solidFill>
                  <a:srgbClr val="55845A"/>
                </a:solidFill>
                <a:latin typeface="Consolas"/>
                <a:ea typeface="Consolas"/>
                <a:cs typeface="Consolas"/>
              </a:rPr>
              <a:t>## Архитектура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83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083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83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Domain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не зависи ни од једног другог пројекта</a:t>
            </a:r>
            <a:r>
              <a:rPr sz="1083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83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3  </a:t>
            </a:r>
            <a:r>
              <a:rPr sz="1083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83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Application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зависи само од </a:t>
            </a:r>
            <a:r>
              <a:rPr sz="1083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Domain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и дефинише port</a:t>
            </a:r>
            <a:r>
              <a:rPr sz="1083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ове</a:t>
            </a:r>
            <a:r>
              <a:rPr sz="1083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83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4  </a:t>
            </a:r>
            <a:r>
              <a:rPr sz="1083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83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Infrastructure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имплементира port</a:t>
            </a:r>
            <a:r>
              <a:rPr sz="1083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ове из </a:t>
            </a:r>
            <a:r>
              <a:rPr sz="1083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Application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83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5  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слоја</a:t>
            </a:r>
            <a:r>
              <a:rPr sz="1083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83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6  </a:t>
            </a:r>
            <a:r>
              <a:rPr sz="1083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83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Api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је composition root</a:t>
            </a:r>
            <a:r>
              <a:rPr sz="1083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83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7  </a:t>
            </a:r>
            <a:r>
              <a:rPr sz="1083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83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MCP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и guardrails не смеју постати зависност језгра</a:t>
            </a:r>
            <a:r>
              <a:rPr sz="1083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1FB3D1C3-3FA0-4A22-BC9F-DC73D7CCF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240280"/>
            <a:ext cx="3840480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НАПОМЕНЕ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D599E218-FADA-4DFE-AAFF-F74C74EC6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578608"/>
            <a:ext cx="3886200" cy="2468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Инструкције су део репозиторијума.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Тим их прегледа као код.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Модел не сме тврдити да је проверио нешто што није извршио.</a:t>
            </a:r>
          </a:p>
        </p:txBody>
      </p:sp>
    </p:spTree>
    <p:extLst>
      <p:ext uri="{BB962C8B-B14F-4D97-AF65-F5344CB8AC3E}">
        <p14:creationId xmlns:p14="http://schemas.microsoft.com/office/powerpoint/2010/main" val="208760793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9EAC4A4-8BC1-4C6A-A28D-F9D2A0648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0AB23E8D-E156-4C74-A8D5-E88B73883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81E12B7-46F6-4E64-A5AD-84A4CC299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EDF2D7F-4866-4013-B0A1-84654FC82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Skill као поновљива процедура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3035BF9-8F1C-4303-92CD-94F5F31A8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Процедура за преглед Pull Request-а дефинише улазе, кораке и ограничења.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28794D6-0AFB-460C-87E0-671CEC413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423160"/>
            <a:ext cx="82296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Review улога не мења код током review фазе, већ проверава захтев, diff, инструкције, тестове и архитектонске границе.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4852EC28-5F51-4F79-A583-778F3B6AC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440908"/>
            <a:ext cx="694944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99477C4C-0688-493C-8BFF-43CF875A6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672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71FF2808-EA34-4227-A019-59D19E40A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196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317DA45A-8E8A-4240-AEED-1A5204041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815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6182627C-1897-413F-8754-DF1268D24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291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SRP се примењује и на улоге у AI радном току.</a:t>
            </a:r>
          </a:p>
        </p:txBody>
      </p:sp>
    </p:spTree>
    <p:extLst>
      <p:ext uri="{BB962C8B-B14F-4D97-AF65-F5344CB8AC3E}">
        <p14:creationId xmlns:p14="http://schemas.microsoft.com/office/powerpoint/2010/main" val="126254355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03C69EC-2005-43D5-89EA-E4A7EFF78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100DA531-22E6-4E27-A304-79FC44267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DE3BD8BA-5451-4E0A-8018-402A68EA7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DD9B3AF6-EE11-4EBC-829F-618885419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Поступак прегледа измене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B5B805D-9091-4D00-8F84-10DFE460D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Исти поступак примењује се на различите измене у solution-у.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F591A2A-5833-4763-95E5-B7C56AA60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2402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780ECE1B-653B-4318-ABF6-3FAC3F783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240280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Сажети очекивано понашање.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AC65E6B-58DA-481F-8F22-E5DC5CD48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807208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FDBE083-DA50-42CE-B144-BE665406D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807208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Проверити да ли diff излази из обима захтева.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C47C19D4-E67D-4FB9-A421-E5B4E1385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374136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CC206C39-D133-4416-AE25-D22DBB8EC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374136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Проверити Dependency Rule и границе модула.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46671411-6B87-467E-8564-C3C9954C2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941064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EFA40DDF-DDAD-46A4-BDF4-6627DC859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941064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Прегледати негативне и граничне сценарије.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10AB9584-15CE-47FD-9F80-E9498B7E5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507992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AC751F11-A6EE-4066-B126-24888EDC7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507992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Упоредити промењено понашање са тестовима.</a:t>
            </a:r>
          </a:p>
        </p:txBody>
      </p:sp>
    </p:spTree>
    <p:extLst>
      <p:ext uri="{BB962C8B-B14F-4D97-AF65-F5344CB8AC3E}">
        <p14:creationId xmlns:p14="http://schemas.microsoft.com/office/powerpoint/2010/main" val="68197791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B7CB333-0B89-45D4-A06F-8FA1555AC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759837B-D92E-496F-89BC-43BD9CE87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2761860-D65D-482E-8B1E-C8E7D0302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9D457A1-A6CB-4139-9A97-8288DEC37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Улоге и најмање привилегије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437FE16-8F34-4561-975A-984CF4285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Свака улога добија само овлашћења потребна за конкретан задатак.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17F2D5FC-A440-4119-9307-C1EAF41E2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40280"/>
            <a:ext cx="1901505" cy="457200"/>
          </a:xfrm>
          <a:prstGeom xmlns:a="http://schemas.openxmlformats.org/drawingml/2006/main" prst="roundRect">
            <a:avLst>
              <a:gd name="adj" fmla="val 20833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361CCF14-3D52-4040-BD20-1B8F9D2C7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490" y="2306955"/>
            <a:ext cx="1711354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Улога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C1A4B2BE-640C-4717-9D3E-86A7B2A75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5905" y="2240280"/>
            <a:ext cx="3993160" cy="457200"/>
          </a:xfrm>
          <a:prstGeom xmlns:a="http://schemas.openxmlformats.org/drawingml/2006/main" prst="roundRect">
            <a:avLst>
              <a:gd name="adj" fmla="val 20833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FA563DE3-EC0B-4D2C-A445-40873D3B8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9995" y="2306955"/>
            <a:ext cx="3803009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Дозволе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505F3CAD-3BAE-483D-8CE3-1FE50A6E3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9064" y="2240280"/>
            <a:ext cx="4468536" cy="457200"/>
          </a:xfrm>
          <a:prstGeom xmlns:a="http://schemas.openxmlformats.org/drawingml/2006/main" prst="roundRect">
            <a:avLst>
              <a:gd name="adj" fmla="val 20833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E80CDDBD-6418-4633-B4F2-665F933FC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3154" y="2306955"/>
            <a:ext cx="4278385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Ограничење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3AC744D5-AEA4-4CC2-BC59-810E94EE6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97480"/>
            <a:ext cx="1901505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988DF97A-6B64-4DAB-9DDF-AF61043D4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490" y="2764155"/>
            <a:ext cx="1663817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architecture-</a:t>
            </a:r>
          </a:p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reviewer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665044AD-C7B4-4E58-91A3-964916550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5905" y="2697480"/>
            <a:ext cx="3993160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C533865D-FEE1-4EB8-AC91-0B256AFF0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9995" y="2764155"/>
            <a:ext cx="3755472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чита solution, source, инструкције и diff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0DC53BDB-F185-4441-80F6-E4FCF83B8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9064" y="2697480"/>
            <a:ext cx="4468536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6A8ABDAB-0F3B-4095-92F5-0947FA550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3154" y="2764155"/>
            <a:ext cx="4230848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не пише код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52237B8D-E50F-43CB-931B-09AB776B5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07080"/>
            <a:ext cx="1901505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54BFB210-4EBF-4426-846D-B61C5F3A5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490" y="3373755"/>
            <a:ext cx="1663817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implementer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A3827C4A-04E5-40E7-85B3-4059840F4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5905" y="3307080"/>
            <a:ext cx="3993160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AFA63006-0B36-48D0-83CA-AED5E3F54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9995" y="3373755"/>
            <a:ext cx="3755472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мења фајлове из усвојеног плана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0FD3FBC2-533F-46E7-8CCA-06378812D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9064" y="3307080"/>
            <a:ext cx="4468536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6336C148-F947-4483-9189-C952FB58D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3154" y="3373755"/>
            <a:ext cx="4230848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не проширује захтев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B1559607-6BB5-449C-B88C-2CBA4BC02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16680"/>
            <a:ext cx="1901505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3C26A07B-04E0-40B8-ADA8-14FA6F32D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490" y="3983355"/>
            <a:ext cx="1663817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test/review</a:t>
            </a:r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68AD7021-F9C3-4A7A-B070-4E26D231F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5905" y="3916680"/>
            <a:ext cx="3993160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4685A139-A315-4A81-9BD1-7F54316F8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9995" y="3983355"/>
            <a:ext cx="3755472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покреће тестове и анализира резултат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385BAF19-30E7-4526-ABF0-839AC6DC5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9064" y="3916680"/>
            <a:ext cx="4468536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50AE84A2-EC8B-41E0-8341-003A9954F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3154" y="3983355"/>
            <a:ext cx="4230848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не мења тест да сакрије грешку</a:t>
            </a:r>
          </a:p>
        </p:txBody>
      </p:sp>
    </p:spTree>
    <p:extLst>
      <p:ext uri="{BB962C8B-B14F-4D97-AF65-F5344CB8AC3E}">
        <p14:creationId xmlns:p14="http://schemas.microsoft.com/office/powerpoint/2010/main" val="35534103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CC499E6-9B64-494C-97B4-7AA79CAB0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276EFD2-8CED-4FF7-AF3A-40CB3B72F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C25275E-AF71-4B26-B3D4-C30081959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61B4B18-EE27-483F-9AFC-F5A5321C3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Структурирана предаја задатка агенту за имплементацију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4E602DD-66E4-421F-8DCD-E32FDB992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План наводи дозвољене фајлове, очекиване измене и поступак провере.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568610A8-8E52-4714-A39C-D59DC5B9A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03120"/>
            <a:ext cx="5715000" cy="2602231"/>
          </a:xfrm>
          <a:prstGeom xmlns:a="http://schemas.openxmlformats.org/drawingml/2006/main" prst="roundRect">
            <a:avLst>
              <a:gd name="adj" fmla="val 3660"/>
            </a:avLst>
          </a:prstGeom>
          <a:solidFill xmlns:a="http://schemas.openxmlformats.org/drawingml/2006/main">
            <a:srgbClr val="F4F6F7"/>
          </a:solidFill>
          <a:ln xmlns:a="http://schemas.openxmlformats.org/drawingml/2006/main" w="9525">
            <a:solidFill>
              <a:srgbClr val="CCD6DE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C7847E77-14C9-4048-AC77-654836496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50592"/>
            <a:ext cx="571500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FBEC9"/>
          </a:solidFill>
          <a:ln xmlns:a="http://schemas.openxmlformats.org/drawingml/2006/main" w="9525">
            <a:solidFill>
              <a:srgbClr val="AFBEC9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C0046445-674A-4340-99ED-62A0195C8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4669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B6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EA7D309B-2566-40D3-82BF-A03746B24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9259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E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43E6E180-5E77-48FE-B600-7613715F3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3848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C45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41EEC02D-9007-4930-89E0-A63823DE0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9370"/>
            <a:ext cx="5448300" cy="273634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{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49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"task"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: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"Implement approved reservation quantity rule"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3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49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"constraints"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: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[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4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49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"Keep business rule outside Api"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5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49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Do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not add 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Infrastructure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dependency to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6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Domain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/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Application</a:t>
            </a:r>
            <a:r>
              <a:rPr sz="1049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7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],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8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49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"filesToConsider"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: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[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9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49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"src/EquipmentReservation.Domain/InventoryItem.cs"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10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49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"tests/EquipmentReservation.Tests/ReservationTests.cs"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11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]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12 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87D701BE-D24D-415E-A778-95E5B489E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240280"/>
            <a:ext cx="3840480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НАПОМЕНЕ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4D72EA9-8B2A-4F37-93B3-8DB4B76C2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578608"/>
            <a:ext cx="3886200" cy="2468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Фајлови су намерно ограничени.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Верификација је унапред дефинисана.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Ако се обим прошири, враћа се на анализу.</a:t>
            </a:r>
          </a:p>
        </p:txBody>
      </p:sp>
    </p:spTree>
    <p:extLst>
      <p:ext uri="{BB962C8B-B14F-4D97-AF65-F5344CB8AC3E}">
        <p14:creationId xmlns:p14="http://schemas.microsoft.com/office/powerpoint/2010/main" val="174514295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ECD2A90-885A-4EF9-A1CB-1B76973E4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4D22ABCA-9FB7-45E1-9B98-5236814A2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D2FE394A-9B72-4B41-8A43-06894E7B2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F937FD3-355C-470B-B7A2-E0ED333A4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Провера AI резултата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880A9C4-143B-4284-8C11-81D579778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Резултат се прихвата тек након компилације, тестова и прегледа diff-а.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B1F9B52-0D13-4789-AC2B-93EE153FF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423160"/>
            <a:ext cx="82296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Завршетак задатка заснива се на стварним сигналима: успешан build, успешни NUnit тестови и преглед финалног diff-а.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B295E2A3-1DB7-4E70-A75A-4C9A19D0D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444573"/>
            <a:ext cx="694944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A5F95BF8-5CAC-427A-9E5B-3F1203601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672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18A2A4F4-7029-4C7A-886B-078F350D6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196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EB2BCFFD-44E0-49A4-92E7-07FECDEE5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815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9D1F4CBC-2FE0-4278-93B7-81C281521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291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Ако команда није извршена, не бележи се као успешна провера.</a:t>
            </a:r>
          </a:p>
        </p:txBody>
      </p:sp>
    </p:spTree>
    <p:extLst>
      <p:ext uri="{BB962C8B-B14F-4D97-AF65-F5344CB8AC3E}">
        <p14:creationId xmlns:p14="http://schemas.microsoft.com/office/powerpoint/2010/main" val="120700402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39B3FCF-F053-4A9E-90F8-F694F1EB9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53E0F4DC-0B45-4B53-8933-26546CA4C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A445AF9-C1EA-40DA-82ED-60C5A5276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5DE7A024-2F40-4589-BE95-83CB096A4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Независна провера измене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7AEFD3C-4BED-4520-AC25-EE6748B97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Команде за build, тестирање и diff обезбеђују независне сигнале.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047AF89C-E491-4403-82C4-4B6D19662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42388"/>
            <a:ext cx="5715000" cy="1511950"/>
          </a:xfrm>
          <a:prstGeom xmlns:a="http://schemas.openxmlformats.org/drawingml/2006/main" prst="roundRect">
            <a:avLst>
              <a:gd name="adj" fmla="val 6300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FE803692-04EA-4834-9DE7-C96CBD02D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89860"/>
            <a:ext cx="571500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C33F2D4E-3364-4038-88BB-59700A61C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46126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B6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041D2222-33DE-485F-B56A-A5721C8E2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1304" y="246126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E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269193A8-4AFC-45A4-8F55-DE9028F8B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7608" y="246126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C45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10EA27F8-D30F-4BE6-800A-46CDA6B85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18638"/>
            <a:ext cx="5448300" cy="2228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dotnet build </a:t>
            </a:r>
            <a:r>
              <a:rPr sz="1125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EquipmentReservation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sln 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--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configuration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125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Release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3  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dotnet test </a:t>
            </a:r>
            <a:r>
              <a:rPr sz="1125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EquipmentReservation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sln 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--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configuration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4  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125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Release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--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no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build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5  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git diff 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--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3A680CAF-320C-4C98-8FA5-114EEA623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240280"/>
            <a:ext cx="3840480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НАПОМЕНЕ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961B7049-58AA-4572-9D65-17C6651F6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578608"/>
            <a:ext cx="3886200" cy="2468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Пад теста се не решава брисањем очекивања.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Diff не сме да додирује неочекиване слојеве.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Резултат команде је јачи од уверења модела.</a:t>
            </a:r>
          </a:p>
        </p:txBody>
      </p:sp>
    </p:spTree>
    <p:extLst>
      <p:ext uri="{BB962C8B-B14F-4D97-AF65-F5344CB8AC3E}">
        <p14:creationId xmlns:p14="http://schemas.microsoft.com/office/powerpoint/2010/main" val="83861381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28CCD97-E073-40E5-8255-EDE7E585C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502A8136-AD76-4C55-87D3-4030CAC03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E6F46CCD-079C-47BC-9C32-8CBDB0280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D9D1715-C5B3-4B9B-8417-07E2CA266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3963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AI_USAGE као запис употребе</a:t>
            </a:r>
            <a:endParaRPr sz="2550" b="1">
              <a:solidFill>
                <a:srgbClr val="1B202B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B9D20B8-A219-4EC2-BAE7-5A06333E0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Документ садржи задатак, коришћени контекст, прихваћене одлуке и извршене провере.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FED33FBA-176B-4B19-919E-7FBB84FA3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09800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3AB61E30-0A39-4E07-BD6F-8DE38FFE7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33625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508730B-6A93-435F-BE38-C26D57F4E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590800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Задатак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B2EF1C05-60B9-40D0-ADCC-C4926DB08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952750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шта је тражено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41F9FF6D-608F-4C52-B0F7-F264E7596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209800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38104EBD-ABD1-4C49-97D6-0B4A0353C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333625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5832AED8-6DF0-4C66-AA19-63D90091F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90800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Контекст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C8C10DFE-ED97-40EF-B2C1-D5A84B84A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952750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који фајлови и правила су коришћени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37E8E46D-EBC1-4C72-AF0C-F478FAF84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71925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CDD7E835-FA77-4FF6-9D48-EB4BC0952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095750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7D1D1C04-1B03-4972-B6C2-814620E14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352925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Одлука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CB9F49C6-774E-42AE-AF4C-C7C1CBF7E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714875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шта је прихваћено или одбијено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E0D81FC8-5464-4F5B-9BB4-19995AFB5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971925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DC6F075F-5B9A-413E-9D72-7758F1842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095750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404C0D1B-4576-43CF-9108-3F406C7F1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352925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Доказ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BB1B119D-7C9C-4834-BBBC-4A75468AE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14875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која провера је стварно извршена</a:t>
            </a:r>
          </a:p>
        </p:txBody>
      </p:sp>
    </p:spTree>
    <p:extLst>
      <p:ext uri="{BB962C8B-B14F-4D97-AF65-F5344CB8AC3E}">
        <p14:creationId xmlns:p14="http://schemas.microsoft.com/office/powerpoint/2010/main" val="139704634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69FC0AF-5EC0-4168-9913-6C849F7C8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2A544E3C-2044-414A-BEA6-49D57A0EB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3C2C35DB-CA5D-4134-A332-36EF7EAF0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426924BB-329E-438B-9CE8-CB2AC5A46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Услови за прекид AI тока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C98D10C-5362-4C30-B027-E038C49BE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Радни ток се прекида када су границе нарушене, тајне изложене или узрок грешке није објашњен.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3BF048D1-B175-4E0E-8B54-559A6248E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31720"/>
            <a:ext cx="47625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8C5555"/>
                </a:solidFill>
                <a:latin typeface="Aptos"/>
                <a:ea typeface="Aptos"/>
                <a:cs typeface="Aptos"/>
              </a:rPr>
              <a:t>УСЛОВИ ЗА ПРЕКИД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7144DF6-C338-4037-B1E3-E1ECD463B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97480"/>
            <a:ext cx="4762500" cy="2926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agent тражи .env или тајне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diff додирује неочекиване слојеве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тест пада без разумевања узрока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план проширује пословни захтев</a:t>
            </a:r>
          </a:p>
        </p:txBody>
      </p:sp>
      <p:sp>
        <p:nvSpPr>
          <p:cNvPr id="9" name="Connector 8">
            <a:extLst xmlns:a="http://schemas.openxmlformats.org/drawingml/2006/main">
              <a:ext uri="{FF2B5EF4-FFF2-40B4-BE49-F238E27FC236}">
                <a16:creationId xmlns:a16="http://schemas.microsoft.com/office/drawing/2014/main" id="{AA90D307-65E3-4136-8D46-176F79529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331720"/>
            <a:ext cx="0" cy="320040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tx1"/>
          </a:fontRef>
        </p:style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712D2900-AC74-414F-A89D-8EC5C3014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1720"/>
            <a:ext cx="47625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УСЛОВИ ЗА НАСТАВАК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D0F1F175-7C0C-473B-9B67-6B015D812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697480"/>
            <a:ext cx="4762500" cy="2926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план је мали и проверљив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границе су испоштоване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тестови дају јасан сигнал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diff је разумљив за review</a:t>
            </a:r>
          </a:p>
        </p:txBody>
      </p:sp>
    </p:spTree>
    <p:extLst>
      <p:ext uri="{BB962C8B-B14F-4D97-AF65-F5344CB8AC3E}">
        <p14:creationId xmlns:p14="http://schemas.microsoft.com/office/powerpoint/2010/main" val="161861069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CA508A0-16CE-437E-8E5E-16C4E428D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6C1D804-945C-4806-AEEB-9999C8EE8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7F34A01F-6EC2-427B-A37E-E207C18D4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335F4448-5BBD-4652-A257-1A1D878D6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Одговорност тима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92E3F14-45E8-4370-BC32-F57782CBA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Тим прихвата измену тек након разумевања, провере и образложења одлука.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C972B641-A2E1-4BB8-B6C4-07B67C97A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8280" y="2560320"/>
            <a:ext cx="2834640" cy="1828800"/>
          </a:xfrm>
          <a:prstGeom xmlns:a="http://schemas.openxmlformats.org/drawingml/2006/main" prst="roundRect">
            <a:avLst>
              <a:gd name="adj" fmla="val 5208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F0A7AFCF-ACAE-465E-8CB6-8B4E5F8A7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2872" y="2761488"/>
            <a:ext cx="73152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A585EF1-10E4-4D57-9345-2CC84F64D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2872" y="3063240"/>
            <a:ext cx="233172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Разумевање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ACD38645-9686-40AE-90D0-9C60F46C9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2872" y="3522564"/>
            <a:ext cx="23317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студент</a:t>
            </a: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објашњава</a:t>
            </a: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решење</a:t>
            </a:r>
            <a:endParaRPr sz="1425" b="0">
              <a:solidFill>
                <a:srgbClr val="5D687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13DA75EE-5454-4B15-B020-248451EE3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8680" y="2560320"/>
            <a:ext cx="2834640" cy="1828800"/>
          </a:xfrm>
          <a:prstGeom xmlns:a="http://schemas.openxmlformats.org/drawingml/2006/main" prst="roundRect">
            <a:avLst>
              <a:gd name="adj" fmla="val 5208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3452AE6-C0DC-4217-B879-09C187580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3272" y="2761488"/>
            <a:ext cx="73152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E1AAE38E-67E9-42B9-A24C-C80D8B989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3272" y="3063240"/>
            <a:ext cx="233172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Провера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A23049AB-B7E2-48CF-AB76-165EFE03D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3272" y="3522564"/>
            <a:ext cx="23317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команде и тестови доказују понашање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95E36439-349A-485E-B781-3D8CF4A81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9080" y="2560320"/>
            <a:ext cx="2834640" cy="1828800"/>
          </a:xfrm>
          <a:prstGeom xmlns:a="http://schemas.openxmlformats.org/drawingml/2006/main" prst="roundRect">
            <a:avLst>
              <a:gd name="adj" fmla="val 5208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41F83BCB-B581-41F4-86E6-EAC85BD24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3672" y="2761488"/>
            <a:ext cx="73152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312A9AF8-3497-4285-888C-612FEF9CF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3672" y="3063240"/>
            <a:ext cx="233172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Одлука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063841D4-C451-44D1-B255-59C883D15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3672" y="3522564"/>
            <a:ext cx="23317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тим прихвата или одбија предлог</a:t>
            </a:r>
          </a:p>
        </p:txBody>
      </p:sp>
    </p:spTree>
    <p:extLst>
      <p:ext uri="{BB962C8B-B14F-4D97-AF65-F5344CB8AC3E}">
        <p14:creationId xmlns:p14="http://schemas.microsoft.com/office/powerpoint/2010/main" val="522497898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D58AF2E-DB88-45AF-B06E-EDFDF84E2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A618BAEB-453F-4D35-8670-53D138D5E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E644ABC-D0E3-4F0E-97C1-EC0B9AF7E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361A503B-73C8-48F2-9CD3-CD6BA2415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Задатак на вежби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B6935FA-0E49-4838-8A29-229BE5090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На копији EquipmentReservation solution-а изводи се једна контролисана измена уз AI алат.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05FF15D-E839-4043-86B2-B94425BBE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2402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3BF66BA-FD24-4E1D-B682-AD30285FA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240280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Задати малу промену пословног правила.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5659491-DCD0-41C7-98A3-74C2FCE9C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807208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F8808CD3-CFFE-41C2-9CFB-0D8853422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807208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Прво користити architecture-reviewer само за анализу.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3AF836BA-C0E5-43EF-B8E5-EF743B6AC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374136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3581B2CE-54D7-4368-9C60-4031DB347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374136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Implementer-у проследити усвојен план.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774B6859-FB1A-4A54-844E-DB0671D96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941064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0517EAF0-0FD9-4C22-87B5-353E2DE2D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941064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Покренути build/test и прегледати diff.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D68C02FF-ECE1-4EF4-9545-3233432D4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507992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36ABF9C4-43D4-491E-A929-49414AB9F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507992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Унети сажет запис у AI_USAGE.md.</a:t>
            </a:r>
          </a:p>
        </p:txBody>
      </p:sp>
    </p:spTree>
    <p:extLst>
      <p:ext uri="{BB962C8B-B14F-4D97-AF65-F5344CB8AC3E}">
        <p14:creationId xmlns:p14="http://schemas.microsoft.com/office/powerpoint/2010/main" val="1500604647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84D7AEE-4C0C-406B-B883-245348A0C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AB53EA4B-AADF-4218-984E-77E04AA14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9B29F10-F80E-48EA-9096-A90595B8C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ACB429F-A11B-491F-A888-04E947099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Критеријум провере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25F2076-1D11-4F91-BD04-222C2A26C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28917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Вредност AI алата процењује се на основу проверљивости резултата и очувања граница система.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7B9B6FB-303D-4722-9AF3-0958AFB7A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6880" y="2331720"/>
            <a:ext cx="256032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54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9A82114E-76ED-44C8-A39B-F9488834A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1520" y="2514600"/>
            <a:ext cx="53035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стварна сигнала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27E01A9-9F97-4A1C-806E-7F4701A74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1520" y="3246120"/>
            <a:ext cx="594360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Build, test и diff су минимум независне провере после AI измене.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F2C3D28D-974F-4C2C-A9CB-EACE260B1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1520" y="4389120"/>
            <a:ext cx="4937760" cy="128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13978053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5B6FFB6-F3F2-463B-BB86-C3E5A8C41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94D5EDF-20B1-46E9-91A9-9F35C8A77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B9725F1F-865D-4675-85EF-E392A8749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F443AE8-B445-4709-BA32-297CDB1C1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Резиме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96BD6B1-D260-4F44-AC13-A12BEDDFD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Контролисан AI радни ток примењује постојеће архитектонске и тестне механизме.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59D1E32-E473-46B5-AF0D-532E70139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423160"/>
            <a:ext cx="82296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Када су контекст, ограничења, улоге и проверa јасни, AI може помоћи без рушења SOLID и Clean Architecture правила.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324F6369-EF9F-4F10-AE7E-5FA8267C6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386253"/>
            <a:ext cx="694944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D48C4172-C1DC-42A4-B9F0-FB8CBA350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672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5409BED6-500F-45D5-9E13-2114DE09A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196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84F533CB-022F-42A0-A845-DD8890E5A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815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3B531AF0-7EA0-4CA5-A0B8-F71EE0F93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291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Наредна вежба уводи MCP за контролисан приступ контексту.</a:t>
            </a:r>
          </a:p>
        </p:txBody>
      </p:sp>
    </p:spTree>
    <p:extLst>
      <p:ext uri="{BB962C8B-B14F-4D97-AF65-F5344CB8AC3E}">
        <p14:creationId xmlns:p14="http://schemas.microsoft.com/office/powerpoint/2010/main" val="93212144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9F5E264-A3EC-467B-9130-6FDDD3585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2A88D1DB-82F1-4C23-8825-891C98F6E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EFC719A5-71C2-4EFC-9154-68EEDE467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B7BCF59-F014-4B34-9D3E-8C174C6B1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3963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Припрема за MCP</a:t>
            </a:r>
            <a:endParaRPr sz="2550" b="1">
              <a:solidFill>
                <a:srgbClr val="1B202B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FE17C4A-38FD-4B27-B677-C24AE9D6F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Идентификовати контекст и операције које MCP сме контролисано да изложи.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EB48CB7-6C5D-4252-B99B-158853C5A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2402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04FC95C9-EEE7-446E-86B3-1B2FFAEC4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240280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Идентификовати које информације AI сме само да чита.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EC27F71-A138-4BDF-A395-8A417D180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807208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EBBD282-BA67-4918-88D2-132CBBF11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807208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Раздвојити resource од tool операција.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0CB59A88-A15E-4935-9BBA-31BB08E94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374136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F7F4E76-E27C-4320-890E-A09DCF5D7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374136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Одредити које команде смеју бити фиксно извршене.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76404161-A9BD-447E-A432-259870BB1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941064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9D59F253-914E-4333-A973-E41C7CB4F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941064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Забележити шта никада не сме бити изложено као произвољан shell.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14414BE7-34B3-479A-B9D3-AA539F682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507992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8EA0FD4F-EC15-4919-8CCB-4FBEDA5B3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507992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Понети build/test/diff сигнале као основу за MCP.</a:t>
            </a:r>
          </a:p>
        </p:txBody>
      </p:sp>
    </p:spTree>
    <p:extLst>
      <p:ext uri="{BB962C8B-B14F-4D97-AF65-F5344CB8AC3E}">
        <p14:creationId xmlns:p14="http://schemas.microsoft.com/office/powerpoint/2010/main" val="174261338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2026-09-29T18:47:11.6930000Z</dcterms:created>
  <dcterms:modified xsi:type="dcterms:W3CDTF">2026-09-29T18:47:11.6930000Z</dcterms:modified>
</coreProperties>
</file>