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8146ebcc42455d" /><Relationship Type="http://schemas.openxmlformats.org/officeDocument/2006/relationships/extended-properties" Target="/docProps/app.xml" Id="R1514097ae1c34a6b" /><Relationship Type="http://schemas.openxmlformats.org/officeDocument/2006/relationships/officeDocument" Target="/ppt/presentation.xml" Id="R737eaf7450c84d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5a5a31da144a7e"/>
  </p:sldMasterIdLst>
  <p:notesMasterIdLst>
    <p:notesMasterId xmlns:r="http://schemas.openxmlformats.org/officeDocument/2006/relationships" r:id="Rdb51b0cdf81c4c34"/>
  </p:notesMasterIdLst>
  <p:sldIdLst>
    <p:sldId xmlns:r="http://schemas.openxmlformats.org/officeDocument/2006/relationships" id="256" r:id="R7d3ec3c10378449a"/>
    <p:sldId xmlns:r="http://schemas.openxmlformats.org/officeDocument/2006/relationships" id="257" r:id="Re2b3b70c32124f6f"/>
    <p:sldId xmlns:r="http://schemas.openxmlformats.org/officeDocument/2006/relationships" id="258" r:id="R39e5763cfb0c42f5"/>
    <p:sldId xmlns:r="http://schemas.openxmlformats.org/officeDocument/2006/relationships" id="259" r:id="Re520a513f7144be8"/>
    <p:sldId xmlns:r="http://schemas.openxmlformats.org/officeDocument/2006/relationships" id="260" r:id="R29b11f77247c4a5f"/>
    <p:sldId xmlns:r="http://schemas.openxmlformats.org/officeDocument/2006/relationships" id="261" r:id="Racc27152721d4841"/>
    <p:sldId xmlns:r="http://schemas.openxmlformats.org/officeDocument/2006/relationships" id="262" r:id="Re7899dacd2d44582"/>
    <p:sldId xmlns:r="http://schemas.openxmlformats.org/officeDocument/2006/relationships" id="263" r:id="Rf6d0cf29225b4e4d"/>
    <p:sldId xmlns:r="http://schemas.openxmlformats.org/officeDocument/2006/relationships" id="264" r:id="R78c23a465be4436c"/>
    <p:sldId xmlns:r="http://schemas.openxmlformats.org/officeDocument/2006/relationships" id="265" r:id="R96e2c1f594fc40a1"/>
    <p:sldId xmlns:r="http://schemas.openxmlformats.org/officeDocument/2006/relationships" id="266" r:id="Ra62fe23fbcaa4699"/>
    <p:sldId xmlns:r="http://schemas.openxmlformats.org/officeDocument/2006/relationships" id="267" r:id="R14a3eb38958d47d8"/>
    <p:sldId xmlns:r="http://schemas.openxmlformats.org/officeDocument/2006/relationships" id="268" r:id="R608663a06a034704"/>
    <p:sldId xmlns:r="http://schemas.openxmlformats.org/officeDocument/2006/relationships" id="269" r:id="R80a17208d5c44120"/>
    <p:sldId xmlns:r="http://schemas.openxmlformats.org/officeDocument/2006/relationships" id="270" r:id="R34208b5eeb854888"/>
    <p:sldId xmlns:r="http://schemas.openxmlformats.org/officeDocument/2006/relationships" id="271" r:id="R782528dedd724446"/>
    <p:sldId xmlns:r="http://schemas.openxmlformats.org/officeDocument/2006/relationships" id="272" r:id="R7ae66d5a5a824ac5"/>
    <p:sldId xmlns:r="http://schemas.openxmlformats.org/officeDocument/2006/relationships" id="273" r:id="R125bb629092f4085"/>
    <p:sldId xmlns:r="http://schemas.openxmlformats.org/officeDocument/2006/relationships" id="274" r:id="R165b8d2b11e949fc"/>
    <p:sldId xmlns:r="http://schemas.openxmlformats.org/officeDocument/2006/relationships" id="275" r:id="R60a9292ee2c346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b5614b8bf04fad" /><Relationship Type="http://schemas.openxmlformats.org/officeDocument/2006/relationships/slideMaster" Target="/ppt/slideMasters/slideMaster1.xml" Id="R8f5a5a31da144a7e" /><Relationship Type="http://schemas.openxmlformats.org/officeDocument/2006/relationships/notesMaster" Target="/ppt/notesMasters/notesMaster1.xml" Id="Rdb51b0cdf81c4c34" /><Relationship Type="http://schemas.openxmlformats.org/officeDocument/2006/relationships/presProps" Target="/ppt/presProps.xml" Id="R5b7d164c3b5b47f4" /><Relationship Type="http://schemas.openxmlformats.org/officeDocument/2006/relationships/viewProps" Target="/ppt/viewProps.xml" Id="R458f9a3aa3b046a4" /><Relationship Type="http://schemas.openxmlformats.org/officeDocument/2006/relationships/tableStyles" Target="/ppt/tableStyles.xml" Id="Rb22a6639142042ae" /><Relationship Type="http://schemas.openxmlformats.org/officeDocument/2006/relationships/slide" Target="/ppt/slides/slide1.xml" Id="R7d3ec3c10378449a" /><Relationship Type="http://schemas.openxmlformats.org/officeDocument/2006/relationships/slide" Target="/ppt/slides/slide2.xml" Id="Re2b3b70c32124f6f" /><Relationship Type="http://schemas.openxmlformats.org/officeDocument/2006/relationships/slide" Target="/ppt/slides/slide3.xml" Id="R39e5763cfb0c42f5" /><Relationship Type="http://schemas.openxmlformats.org/officeDocument/2006/relationships/slide" Target="/ppt/slides/slide4.xml" Id="Re520a513f7144be8" /><Relationship Type="http://schemas.openxmlformats.org/officeDocument/2006/relationships/slide" Target="/ppt/slides/slide5.xml" Id="R29b11f77247c4a5f" /><Relationship Type="http://schemas.openxmlformats.org/officeDocument/2006/relationships/slide" Target="/ppt/slides/slide6.xml" Id="Racc27152721d4841" /><Relationship Type="http://schemas.openxmlformats.org/officeDocument/2006/relationships/slide" Target="/ppt/slides/slide7.xml" Id="Re7899dacd2d44582" /><Relationship Type="http://schemas.openxmlformats.org/officeDocument/2006/relationships/slide" Target="/ppt/slides/slide8.xml" Id="Rf6d0cf29225b4e4d" /><Relationship Type="http://schemas.openxmlformats.org/officeDocument/2006/relationships/slide" Target="/ppt/slides/slide9.xml" Id="R78c23a465be4436c" /><Relationship Type="http://schemas.openxmlformats.org/officeDocument/2006/relationships/slide" Target="/ppt/slides/slide10.xml" Id="R96e2c1f594fc40a1" /><Relationship Type="http://schemas.openxmlformats.org/officeDocument/2006/relationships/slide" Target="/ppt/slides/slide11.xml" Id="Ra62fe23fbcaa4699" /><Relationship Type="http://schemas.openxmlformats.org/officeDocument/2006/relationships/slide" Target="/ppt/slides/slide12.xml" Id="R14a3eb38958d47d8" /><Relationship Type="http://schemas.openxmlformats.org/officeDocument/2006/relationships/slide" Target="/ppt/slides/slide13.xml" Id="R608663a06a034704" /><Relationship Type="http://schemas.openxmlformats.org/officeDocument/2006/relationships/slide" Target="/ppt/slides/slide14.xml" Id="R80a17208d5c44120" /><Relationship Type="http://schemas.openxmlformats.org/officeDocument/2006/relationships/slide" Target="/ppt/slides/slide15.xml" Id="R34208b5eeb854888" /><Relationship Type="http://schemas.openxmlformats.org/officeDocument/2006/relationships/slide" Target="/ppt/slides/slide16.xml" Id="R782528dedd724446" /><Relationship Type="http://schemas.openxmlformats.org/officeDocument/2006/relationships/slide" Target="/ppt/slides/slide17.xml" Id="R7ae66d5a5a824ac5" /><Relationship Type="http://schemas.openxmlformats.org/officeDocument/2006/relationships/slide" Target="/ppt/slides/slide18.xml" Id="R125bb629092f4085" /><Relationship Type="http://schemas.openxmlformats.org/officeDocument/2006/relationships/slide" Target="/ppt/slides/slide19.xml" Id="R165b8d2b11e949fc" /><Relationship Type="http://schemas.openxmlformats.org/officeDocument/2006/relationships/slide" Target="/ppt/slides/slide20.xml" Id="R60a9292ee2c346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9b46993d3947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b7de02017e445e" /><Relationship Type="http://schemas.openxmlformats.org/officeDocument/2006/relationships/notesMaster" Target="/ppt/notesMasters/notesMaster1.xml" Id="R7ec2604577f046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2e51996e8d4e98" /><Relationship Type="http://schemas.openxmlformats.org/officeDocument/2006/relationships/notesMaster" Target="/ppt/notesMasters/notesMaster1.xml" Id="Ra782563af49c42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a5c14ea4ca4190" /><Relationship Type="http://schemas.openxmlformats.org/officeDocument/2006/relationships/notesMaster" Target="/ppt/notesMasters/notesMaster1.xml" Id="Rdf02577a41624b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3e76b29c03448e" /><Relationship Type="http://schemas.openxmlformats.org/officeDocument/2006/relationships/notesMaster" Target="/ppt/notesMasters/notesMaster1.xml" Id="R7f08f056e03b46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935079d8f940da" /><Relationship Type="http://schemas.openxmlformats.org/officeDocument/2006/relationships/notesMaster" Target="/ppt/notesMasters/notesMaster1.xml" Id="R20cef0fb7b324c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ec0d266239470c" /><Relationship Type="http://schemas.openxmlformats.org/officeDocument/2006/relationships/notesMaster" Target="/ppt/notesMasters/notesMaster1.xml" Id="R9ba0664fb62f49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68572973c84306" /><Relationship Type="http://schemas.openxmlformats.org/officeDocument/2006/relationships/notesMaster" Target="/ppt/notesMasters/notesMaster1.xml" Id="Rc3de4b6d68e646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438e206eec46ad" /><Relationship Type="http://schemas.openxmlformats.org/officeDocument/2006/relationships/notesMaster" Target="/ppt/notesMasters/notesMaster1.xml" Id="R662cb43a91d04d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639d1ad8de46d4" /><Relationship Type="http://schemas.openxmlformats.org/officeDocument/2006/relationships/notesMaster" Target="/ppt/notesMasters/notesMaster1.xml" Id="Rc18ceb3722604d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6eec60268c480a" /><Relationship Type="http://schemas.openxmlformats.org/officeDocument/2006/relationships/notesMaster" Target="/ppt/notesMasters/notesMaster1.xml" Id="R38e3fb25cdf747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f6a20443254e0b" /><Relationship Type="http://schemas.openxmlformats.org/officeDocument/2006/relationships/notesMaster" Target="/ppt/notesMasters/notesMaster1.xml" Id="R2259aa0741b444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68e90ad61545da" /><Relationship Type="http://schemas.openxmlformats.org/officeDocument/2006/relationships/notesMaster" Target="/ppt/notesMasters/notesMaster1.xml" Id="R808a72cc1a7a41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e3dbe198a6471f" /><Relationship Type="http://schemas.openxmlformats.org/officeDocument/2006/relationships/notesMaster" Target="/ppt/notesMasters/notesMaster1.xml" Id="Re42416c47fee4a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c12071b70b4b83" /><Relationship Type="http://schemas.openxmlformats.org/officeDocument/2006/relationships/notesMaster" Target="/ppt/notesMasters/notesMaster1.xml" Id="Rf6130403037244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34847bf43b4a8f" /><Relationship Type="http://schemas.openxmlformats.org/officeDocument/2006/relationships/notesMaster" Target="/ppt/notesMasters/notesMaster1.xml" Id="R05613f9fda4e40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df0666d196466d" /><Relationship Type="http://schemas.openxmlformats.org/officeDocument/2006/relationships/notesMaster" Target="/ppt/notesMasters/notesMaster1.xml" Id="Rbd4bb16b76f04b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748921e47640a8" /><Relationship Type="http://schemas.openxmlformats.org/officeDocument/2006/relationships/notesMaster" Target="/ppt/notesMasters/notesMaster1.xml" Id="R27e2ee8d515b439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10f603a50145ab" /><Relationship Type="http://schemas.openxmlformats.org/officeDocument/2006/relationships/notesMaster" Target="/ppt/notesMasters/notesMaster1.xml" Id="R9f0e4598e37147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7d1a9eea9548e9" /><Relationship Type="http://schemas.openxmlformats.org/officeDocument/2006/relationships/notesMaster" Target="/ppt/notesMasters/notesMaster1.xml" Id="R3ac1b1af5d994e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dc68b3c8c25498c" /><Relationship Type="http://schemas.openxmlformats.org/officeDocument/2006/relationships/notesMaster" Target="/ppt/notesMasters/notesMaster1.xml" Id="R718f075efb054c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eb07363b44b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9541ecaba44e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e0ee157a8441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811d0b2eff49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00b02838247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c3f4d4fb2f48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6f647a77ca41c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8ce292dfc4e9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5428bcc724f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9e544c540493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24438a7d4465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5F9FC2-216E-43A5-A09E-78FDF379DBB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34FEA91-2BFF-42ED-B605-9D91789620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0547F0-1924-4364-BC82-50FE751743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549724-8605-4ED2-92E3-D8A5733FE7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B775E9-1F68-42F4-8625-98A9B49132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9FCBA8-2131-400A-876D-5F8A0228C6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227214-FCBA-4C70-832A-C7C1E01C8AD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71ABDD-9ACC-4044-AAD0-0908EC4FA7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9371A7-F743-4868-8AFE-8E919E256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62B9C2-C38B-4842-9B37-E5E2D74567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930E85-69FC-45D5-8E30-6FB3F7D2A7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C810B7-8585-412E-BA01-AB1F6C4E3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D07B5D-0632-4652-816A-F6A18568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D1AC65-8672-4BE4-BA41-4334FE3D21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5E58E79-BCD9-4A1E-BE8D-9032139D4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AC77EE-0870-4F2A-BF84-CB16D4DFF4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AEAE9E-6704-47F8-A3E6-E3565879E3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3126AE4-AE09-45A8-8708-7E3EB68833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98966F3-4C2C-47C6-B944-068161FA9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109CF6C-16E7-404F-8684-A45ADBE6BC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28CCFB-4FC6-4552-B0C2-40F063087D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8725B7-567A-405B-BEB4-DAEE52CBC0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5BC5C3-7DE5-4785-821B-70DCB42A59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CA21C1-783F-4E0B-B041-537B5801E45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3AD0934-3CCD-408B-8EB9-AB46199A852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80C79C6-AD30-49A1-9752-78B3440790B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8D371C6-1BA6-45F4-8D55-FBE1A31C86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0BCD375-6F16-4D61-908E-0185C26D4D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7326EB5-C1A9-4771-888C-8E4AC264DE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649F07-8379-4608-8546-917169117F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80735F6-7590-47EB-84F1-122B23F886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224604A-C8EF-4A90-92AB-8354C85978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4783EB1-9AA4-4096-B3EC-3E978DF7D5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3D45E62-817C-401C-895C-1EF920D2E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A1874C6-C44C-4EA3-B2E6-B6665773E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D67A46-3ED8-4C0D-879E-1122054818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5E6546-5B1B-491F-8BAA-486846B6EF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C9CFF-8BA8-497E-ADFF-3C798EF94B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2CC575F-D019-435F-8C03-119699D275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75667E-F167-4D4B-9538-B1E8554C6B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0B957C1-1DE3-40C2-B80D-B3FC228BE0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E9E45E-0011-4415-AE95-25C0C4E14E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414C92-0931-4319-BF90-EDBE9B5A95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FB412AF-16AB-47BC-8C79-AFFC46E0C7E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6AE6A0-5E69-425C-8D86-26BEF1F58CC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DD2BABC-6BB6-4716-955D-6E101822D2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3EF4E5-FD39-419E-8C86-9D2DEF7E7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E9C269-196A-4DE4-A2E8-D01E08380B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66FD52-9C82-4206-AB09-7973771F84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988BA1-70C8-4BB5-B09A-B42D528508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9222F20-A8D8-4F4D-8A9C-E4D361E2C1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4D469E-95F6-4BBA-B042-1A2A6619CD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FA68F7-02D5-429D-8E45-4AB9DD3051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8A41E55-BF8C-4113-B808-1EEA1716C4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13616F-2FB6-4BEF-A116-09BACFDEFE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D2AFB8-3002-4795-AD15-957DFEEF5F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B4D42F9-F608-48B0-B22C-B8147783F5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F442A3-8180-428B-A796-9A51428455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916236cfcd4432" /><Relationship Type="http://schemas.openxmlformats.org/officeDocument/2006/relationships/slideLayout" Target="/ppt/slideLayouts/slideLayout1.xml" Id="R09dbf1a3370d4398" /><Relationship Type="http://schemas.openxmlformats.org/officeDocument/2006/relationships/slideLayout" Target="/ppt/slideLayouts/slideLayout2.xml" Id="R8b1db8b8e7fc40b4" /><Relationship Type="http://schemas.openxmlformats.org/officeDocument/2006/relationships/slideLayout" Target="/ppt/slideLayouts/slideLayout3.xml" Id="Rdcd98f4046d040e1" /><Relationship Type="http://schemas.openxmlformats.org/officeDocument/2006/relationships/slideLayout" Target="/ppt/slideLayouts/slideLayout4.xml" Id="R0288dd3be1c64087" /><Relationship Type="http://schemas.openxmlformats.org/officeDocument/2006/relationships/slideLayout" Target="/ppt/slideLayouts/slideLayout5.xml" Id="Ra659fcd5f5dd4417" /><Relationship Type="http://schemas.openxmlformats.org/officeDocument/2006/relationships/slideLayout" Target="/ppt/slideLayouts/slideLayout6.xml" Id="R40e9013dbdb246e4" /><Relationship Type="http://schemas.openxmlformats.org/officeDocument/2006/relationships/slideLayout" Target="/ppt/slideLayouts/slideLayout7.xml" Id="R14810baf65b54128" /><Relationship Type="http://schemas.openxmlformats.org/officeDocument/2006/relationships/slideLayout" Target="/ppt/slideLayouts/slideLayout8.xml" Id="R34f0edc99c004cf9" /><Relationship Type="http://schemas.openxmlformats.org/officeDocument/2006/relationships/slideLayout" Target="/ppt/slideLayouts/slideLayout9.xml" Id="R8c2540b1da0347d6" /><Relationship Type="http://schemas.openxmlformats.org/officeDocument/2006/relationships/slideLayout" Target="/ppt/slideLayouts/slideLayout10.xml" Id="Rb02a98d3570c4fc2" /><Relationship Type="http://schemas.openxmlformats.org/officeDocument/2006/relationships/slideLayout" Target="/ppt/slideLayouts/slideLayout11.xml" Id="Reb4e139475134f5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44901F7-EFAC-4EB9-BC70-C3E32B0DD2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46BB99-3E76-4386-B49C-EC23A05F8F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87E0CF-B7E0-4652-9821-283AF388259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C16D84B-2C06-454C-B794-7EF690998ED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FC876C-CAF4-4EC2-AADB-978D0F3AC4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dbf1a3370d4398"/>
    <p:sldLayoutId xmlns:r="http://schemas.openxmlformats.org/officeDocument/2006/relationships" id="2147483650" r:id="R8b1db8b8e7fc40b4"/>
    <p:sldLayoutId xmlns:r="http://schemas.openxmlformats.org/officeDocument/2006/relationships" id="2147483651" r:id="Rdcd98f4046d040e1"/>
    <p:sldLayoutId xmlns:r="http://schemas.openxmlformats.org/officeDocument/2006/relationships" id="2147483652" r:id="R0288dd3be1c64087"/>
    <p:sldLayoutId xmlns:r="http://schemas.openxmlformats.org/officeDocument/2006/relationships" id="2147483653" r:id="Ra659fcd5f5dd4417"/>
    <p:sldLayoutId xmlns:r="http://schemas.openxmlformats.org/officeDocument/2006/relationships" id="2147483654" r:id="R40e9013dbdb246e4"/>
    <p:sldLayoutId xmlns:r="http://schemas.openxmlformats.org/officeDocument/2006/relationships" id="2147483655" r:id="R14810baf65b54128"/>
    <p:sldLayoutId xmlns:r="http://schemas.openxmlformats.org/officeDocument/2006/relationships" id="2147483656" r:id="R34f0edc99c004cf9"/>
    <p:sldLayoutId xmlns:r="http://schemas.openxmlformats.org/officeDocument/2006/relationships" id="2147483657" r:id="R8c2540b1da0347d6"/>
    <p:sldLayoutId xmlns:r="http://schemas.openxmlformats.org/officeDocument/2006/relationships" id="2147483658" r:id="Rb02a98d3570c4fc2"/>
    <p:sldLayoutId xmlns:r="http://schemas.openxmlformats.org/officeDocument/2006/relationships" id="2147483659" r:id="Reb4e139475134f5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4e603a7d0d4ffe" /><Relationship Type="http://schemas.openxmlformats.org/officeDocument/2006/relationships/notesSlide" Target="/ppt/notesSlides/notesSlide1.xml" Id="R741dbe380eb542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fe8903b3a8489f" /><Relationship Type="http://schemas.openxmlformats.org/officeDocument/2006/relationships/notesSlide" Target="/ppt/notesSlides/notesSlide2.xml" Id="R448d8e2ae7a440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4a49e36bed45d9" /><Relationship Type="http://schemas.openxmlformats.org/officeDocument/2006/relationships/notesSlide" Target="/ppt/notesSlides/notesSlide3.xml" Id="R69b580b262dc4c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4fd8668b6f496a" /><Relationship Type="http://schemas.openxmlformats.org/officeDocument/2006/relationships/notesSlide" Target="/ppt/notesSlides/notesSlide4.xml" Id="Rfb3fcf115fa24b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25ff8a644641e3" /><Relationship Type="http://schemas.openxmlformats.org/officeDocument/2006/relationships/notesSlide" Target="/ppt/notesSlides/notesSlide5.xml" Id="R5dbc80b114bc4a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2cc434900b40ae" /><Relationship Type="http://schemas.openxmlformats.org/officeDocument/2006/relationships/notesSlide" Target="/ppt/notesSlides/notesSlide6.xml" Id="R424b82ad0ebf4c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9253c580054992" /><Relationship Type="http://schemas.openxmlformats.org/officeDocument/2006/relationships/notesSlide" Target="/ppt/notesSlides/notesSlide7.xml" Id="R9741573af75b40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0bcb6b21fc445d" /><Relationship Type="http://schemas.openxmlformats.org/officeDocument/2006/relationships/notesSlide" Target="/ppt/notesSlides/notesSlide8.xml" Id="Rea8d4802665b49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f6456b2824980" /><Relationship Type="http://schemas.openxmlformats.org/officeDocument/2006/relationships/notesSlide" Target="/ppt/notesSlides/notesSlide9.xml" Id="Rcbc23d0a7f8845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9777f9aa9641ea" /><Relationship Type="http://schemas.openxmlformats.org/officeDocument/2006/relationships/notesSlide" Target="/ppt/notesSlides/notesSlide10.xml" Id="R3d3cf146dc6e45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1934aadd914a33" /><Relationship Type="http://schemas.openxmlformats.org/officeDocument/2006/relationships/notesSlide" Target="/ppt/notesSlides/notesSlide11.xml" Id="R85722604351346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4d8350bca849c3" /><Relationship Type="http://schemas.openxmlformats.org/officeDocument/2006/relationships/notesSlide" Target="/ppt/notesSlides/notesSlide12.xml" Id="Rc77a837c6e8e49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e18ca62194161" /><Relationship Type="http://schemas.openxmlformats.org/officeDocument/2006/relationships/notesSlide" Target="/ppt/notesSlides/notesSlide13.xml" Id="R3510b629867345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c3f79ec7174911" /><Relationship Type="http://schemas.openxmlformats.org/officeDocument/2006/relationships/notesSlide" Target="/ppt/notesSlides/notesSlide14.xml" Id="R20bd3d80d95141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2e60fc19f24501" /><Relationship Type="http://schemas.openxmlformats.org/officeDocument/2006/relationships/notesSlide" Target="/ppt/notesSlides/notesSlide15.xml" Id="Rb55ea49a78c6499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871ddf52144eb0" /><Relationship Type="http://schemas.openxmlformats.org/officeDocument/2006/relationships/notesSlide" Target="/ppt/notesSlides/notesSlide16.xml" Id="R5eb7f2d9e11c45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d6b421527c4260" /><Relationship Type="http://schemas.openxmlformats.org/officeDocument/2006/relationships/notesSlide" Target="/ppt/notesSlides/notesSlide17.xml" Id="R08f6825495874a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13ee1f4a914582" /><Relationship Type="http://schemas.openxmlformats.org/officeDocument/2006/relationships/notesSlide" Target="/ppt/notesSlides/notesSlide18.xml" Id="R2566b49827d044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68f6f066d3451f" /><Relationship Type="http://schemas.openxmlformats.org/officeDocument/2006/relationships/notesSlide" Target="/ppt/notesSlides/notesSlide19.xml" Id="Rcfd635185a1947c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5ad9dc86a249d6" /><Relationship Type="http://schemas.openxmlformats.org/officeDocument/2006/relationships/notesSlide" Target="/ppt/notesSlides/notesSlide20.xml" Id="R27a4e488252943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07322E7-AD56-4A78-852B-E779D5A9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117E4E3-8067-4F64-A83A-A17F82E9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E3BD1D6-9734-4537-B2F3-C671E8A5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FCFD19-DDDF-44E7-AD17-7DAC1BA8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Тестабилни дизајн, NUnit, Moq и покривеност кода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5FE2A2-C724-46BD-A8B7-E2A5BC61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као доказ пословног понашања и квалитета архитектонских граница.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EDC8BA03-9BBF-4B67-98A6-1E798181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2B7A7A-6099-4997-AE83-08266247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A7CC6CD-888B-4FA0-890A-E4E5F1B6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158327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7FEB84-E4B8-4034-A9B0-43790F1C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D52A91-AC8B-4BDD-808A-09FE9C7A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5FE84F-37FE-4D6F-9CB8-34E693D0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FDBFE03-3E41-4DFF-83B3-1650A927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Пројектовање тестабилног кода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99DB5F-EB8D-40B6-B7CB-19C506CE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Раздвајање одговорности, јасни уговори и убризгавање зависности омогућавају контролисано тестирање.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812755-7D06-495E-B653-DDD48ED9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Раздвајање одговорности, јасни уговори и dependency injection омогућавају да се компоненте проверавају изоловано и детерминистички.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EFCA72-4EAB-48D4-84D7-CAC1AD55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36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624D202-61C9-4160-BAEF-2CE69B64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147BB3-DB85-4A88-99BB-165E0C87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CD52ED4-D0ED-4A24-8424-B000D633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649FB9-D623-4989-96BA-8DA4D320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 обезбеђују повратну информацију о квалитету архитектонских граница.</a:t>
            </a:r>
          </a:p>
        </p:txBody>
      </p:sp>
    </p:spTree>
    <p:extLst>
      <p:ext uri="{BB962C8B-B14F-4D97-AF65-F5344CB8AC3E}">
        <p14:creationId xmlns:p14="http://schemas.microsoft.com/office/powerpoint/2010/main" val="21155821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2055B5-32ED-463A-B500-4DBBB95E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38EA21B-5225-4E99-94BC-7B9E6DF5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73CD4C7-3A5A-40F9-9458-ECB0E25A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2C95B6-0EB2-40F9-B332-20508970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Тумачење резултата у Test Explorer-у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87AC10-618F-4DE2-B0F2-AE5F6C3C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Неуспешан тест усмерава дијагностику, а укупан пролаз потврђује само извршене сценарије.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8877BDB-09D0-498C-AC73-CDDB32BF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ED6C14-22E3-4678-B92E-167C72C3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 Explorer</a:t>
            </a:r>
          </a:p>
        </p:txBody>
      </p:sp>
      <p:sp>
        <p:nvSpPr>
          <p:cNvPr id="9" name="Straight Connector 8">
            <a:extLst xmlns:a="http://schemas.openxmlformats.org/drawingml/2006/main">
              <a:ext uri="{FF2B5EF4-FFF2-40B4-BE49-F238E27FC236}">
                <a16:creationId xmlns:a16="http://schemas.microsoft.com/office/drawing/2014/main" id="{0E067C78-80B6-49AB-A8D1-7B0D44C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4572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303B23-34A3-4427-BE81-505AEBA3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146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ERS.Tests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D9A04DE-ED53-43A2-90EA-0B7D6B50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F3B2929-53CF-4581-8173-D1DE7ABC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051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83BDA9D-5BD7-4F72-805A-8FAE761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861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Reserve_WhenFree_ReturnsSuccess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9B9370-A130-4C0D-B214-C7156853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14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FE536C1-F50C-4038-9BE9-EB0D89E9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242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292BCE-A61C-4116-9E77-7853AF66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052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Reserve_WhenOverlap_ReturnsConflict</a:t>
            </a: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496E92DA-7A30-4D66-9962-0C829B18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B73A0BA-2684-47CE-8603-F59677D6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43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EB30618-76E0-48B7-8F18-B9B9DE0B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243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Reserve_WhenInactive_ReturnsFailure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733AE51D-4B29-4142-91DB-0D5F4576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EE"/>
          </a:solidFill>
          <a:ln xmlns:a="http://schemas.openxmlformats.org/drawingml/2006/main" w="7620">
            <a:solidFill>
              <a:srgbClr val="C43D32"/>
            </a:solidFill>
            <a:prstDash val="solid"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B3C665F-A696-4AAD-9D53-CC1A22F4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624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C43D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2E453AE-F5B7-4D3C-9373-909C67B2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434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Cancel_AfterDeadline_ReturnsFailure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14C9610-1FEF-4FD9-8879-6808E065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435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3 теста су прошла, један захтева анализу.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E2AF1B6-6F60-45DD-ADBA-B9A3C7CE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49911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C3DF94C-10A9-4951-AAA3-B3A45516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Како се чита резултат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CBB666F-9976-41CF-B710-0B6C641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Црвени тест прво треба разумети, па тек онда мењати код.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9E8CD19-9F3A-47AA-AC76-86D14D7C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45339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C5EEA03-C0A9-42BB-8977-C8FBACA7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19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Cancel_AfterDeadline_ReturnsFailure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625DB-E08C-4390-A033-679CCD4F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2425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1">
                <a:solidFill>
                  <a:srgbClr val="C43D32"/>
                </a:solidFill>
                <a:latin typeface="Consolas"/>
                <a:ea typeface="Consolas"/>
                <a:cs typeface="Consolas"/>
              </a:defRPr>
            </a:pPr>
            <a:r>
              <a:rPr sz="1163" b="1">
                <a:solidFill>
                  <a:srgbClr val="C43D32"/>
                </a:solidFill>
                <a:latin typeface="Consolas"/>
                <a:ea typeface="Consolas"/>
                <a:cs typeface="Consolas"/>
              </a:rPr>
              <a:t>Очекивано: CancellationWindowExpired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68C8AE9-CF37-4FDC-8DE3-823668DA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62375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88" b="0">
                <a:solidFill>
                  <a:srgbClr val="647084"/>
                </a:solidFill>
                <a:latin typeface="Consolas"/>
                <a:ea typeface="Consolas"/>
                <a:cs typeface="Consolas"/>
              </a:defRPr>
            </a:pPr>
            <a:r>
              <a:rPr sz="1088" b="0">
                <a:solidFill>
                  <a:srgbClr val="647084"/>
                </a:solidFill>
                <a:latin typeface="Consolas"/>
                <a:ea typeface="Consolas"/>
                <a:cs typeface="Consolas"/>
              </a:rPr>
              <a:t>Добијено: Success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703601-B19C-4BFD-8C88-9C140BE8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00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EE1EC23-F46E-4543-83E3-FDE8BB16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76750"/>
            <a:ext cx="4400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2630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 показује да ли је проблем у правилу, имплементацији или очекивању теста. Код се мења тек после разумевања узрока.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CE9F009B-EC7E-411C-AF24-451FA201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24450"/>
            <a:ext cx="45339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5D25FF-3B41-481B-819F-8AFDEEE4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006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ПРОШЛО  3</a:t>
            </a:r>
          </a:p>
        </p:txBody>
      </p:sp>
      <p:sp>
        <p:nvSpPr>
          <p:cNvPr id="35" name="Straight Connector 34">
            <a:extLst xmlns:a="http://schemas.openxmlformats.org/drawingml/2006/main">
              <a:ext uri="{FF2B5EF4-FFF2-40B4-BE49-F238E27FC236}">
                <a16:creationId xmlns:a16="http://schemas.microsoft.com/office/drawing/2014/main" id="{99E619A6-3987-4F6D-BF9A-FA99FD1D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9525" cy="1714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7674CC7A-CBD3-4290-83EF-16DDCD93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006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C43D32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ПАЛО  1</a:t>
            </a:r>
          </a:p>
        </p:txBody>
      </p:sp>
      <p:sp>
        <p:nvSpPr>
          <p:cNvPr id="37" name="Straight Connector 36">
            <a:extLst xmlns:a="http://schemas.openxmlformats.org/drawingml/2006/main">
              <a:ext uri="{FF2B5EF4-FFF2-40B4-BE49-F238E27FC236}">
                <a16:creationId xmlns:a16="http://schemas.microsoft.com/office/drawing/2014/main" id="{91A066EA-FD70-4B14-B1AE-79733B4B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200650"/>
            <a:ext cx="9525" cy="1714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B38E8B2-E07B-4719-806C-088FCDFA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0065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ТРАЈАЊЕ  184 ms</a:t>
            </a:r>
          </a:p>
        </p:txBody>
      </p:sp>
    </p:spTree>
    <p:extLst>
      <p:ext uri="{BB962C8B-B14F-4D97-AF65-F5344CB8AC3E}">
        <p14:creationId xmlns:p14="http://schemas.microsoft.com/office/powerpoint/2010/main" val="9179954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CEE31B-A442-4E35-8002-60A77C08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55E5E1-A6B0-4B6F-97C4-6EAECCFA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D5221B-B9DC-4795-818D-D6052EB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8FB6567-A1A0-4A66-AD61-9F2B0F20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AAA структура теста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120374-0EAD-4C36-86A6-35B884E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Један тест проверава једно јасно понашање.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410613F-0422-45B2-84A3-0C6880DA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EF3B03-8735-4FB7-82AA-BE7C3D36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Arrange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7C5249-2353-4532-8F35-FC3B9B62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улази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35880AA-C3A1-493C-95E3-F9928E66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8E6AE46-BFA7-410A-9A04-5675814C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C9D01D3-EDD1-4D39-8073-7B448DCF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D83AF62-617C-423E-9258-17FD7C08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операција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614C30-68B5-4596-B13F-8370996E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75AB732-9B29-475B-8124-7825409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053E176-F800-4604-B9C5-341AA267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Assert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38856E-4A22-45B2-9AAB-7B3D2908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7CCC2C-6FD4-4725-A3CB-7E730761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76B592F-6A8F-4838-8A87-ABE2C894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A1C0D21-EA6B-4AD9-823F-8D2EDC86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F1B2401-6323-452F-8D90-6EAFBD6F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A4173D5-F620-4B00-AFDD-7294C482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C04DE803-70A5-4857-9356-1E47C177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3D2EE5D-1F94-427F-B096-175D93AE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Refactor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7AAE55E-D8AD-4353-AEB4-577524CF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сигнал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10B0D13-8803-4B3A-9ADF-91D69A5B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E9046163-07E5-4D26-B94B-34B00BC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143D482-9F23-4164-9692-25181366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77646A3-FE40-48D1-B02F-AF63A0E8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Назив теста описује понашање које тест штити.</a:t>
            </a:r>
          </a:p>
        </p:txBody>
      </p:sp>
    </p:spTree>
    <p:extLst>
      <p:ext uri="{BB962C8B-B14F-4D97-AF65-F5344CB8AC3E}">
        <p14:creationId xmlns:p14="http://schemas.microsoft.com/office/powerpoint/2010/main" val="409397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53FABB-AC04-4A9E-B361-462C4BB1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8593A57-059B-472E-A575-ABD4D381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CD779A-AFBC-424C-BF71-D431EA58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A7E5356-33BA-49F6-AA3B-0E3DC927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Негативни сценарио из критеријума прихватања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673C88-9E37-40C2-ACCE-CD25477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проверава понашање система, а не приватне детаље имплементације.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CA04554-B0F4-4447-9B0B-B1CDDEBA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026531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F6D72DF-97E3-42DF-BDAD-687A929F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B885A2-4336-4166-9EEB-049483F5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6AF284C0-471D-4AEF-AF2D-27B9F56B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1A0A89E-EF6F-4E5D-AF59-64833B9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A88B6C-5E9B-4056-8C3D-5DA9643C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Reserve_WhenPeriodOverlaps_ReturnsConflict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repository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Mock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repository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Setup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HasOverlap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Returns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service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TestRequests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ValidFutureReservation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OverlappingReservat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ion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C4202B-F866-47D3-8D67-2D44C895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83A81AD-254B-4910-8B69-0A764748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Arrange припрема контролисаног сарадника.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Act извршава једну релевантну операцију.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Assert проверава посматрани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7160419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F09FC5-97CA-4B8C-A180-AECB62E0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E52101-D7DA-4A43-AC11-73440872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8BA0E25-8FE7-468A-950A-F1340075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1E0B62-28C1-444F-8CF1-D515B62B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Улога test double објеката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E69F05-E194-4D0E-904A-941943D5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 double се користи за изолацију конкретне спољне зависности.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8BEA7A-CA58-486D-9688-5CB690B3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Мали value object или доменска класа чије понашање је предмет теста најчешће треба да буде стварни објекат, не mock.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279109E-796F-4882-8139-B253CE90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6217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8DD9C1B-88A2-4875-B75D-0B9E8D5B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D5D823-7EDE-4371-A855-BC267A57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557DC17-7FD2-46BC-A4BF-35C155C4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F2A0E9-FD1E-4068-BAC1-C6CD04CE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2856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Mock објекти су оправдани на променљивим спољним границама: репозиторијум, HTTP клијент, време и случајност.</a:t>
            </a:r>
          </a:p>
        </p:txBody>
      </p:sp>
    </p:spTree>
    <p:extLst>
      <p:ext uri="{BB962C8B-B14F-4D97-AF65-F5344CB8AC3E}">
        <p14:creationId xmlns:p14="http://schemas.microsoft.com/office/powerpoint/2010/main" val="231734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0B8A5-48A9-4C4C-872E-D4C7BF27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3BC400-5355-4E6B-A3F4-9243CA93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9578EF-C88C-453C-8577-B40043A2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7E325F6-AE04-4E77-9208-C7C7C3B2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Критеријуми за употребу mock објеката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051810-2C5F-4EAB-A126-57ABA174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објекат контролише променљиву спољну зависност чија имплементација није предмет теста.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5B94E9C-E6FA-499D-B990-EEBDA687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C99913-DA0C-419B-92C2-82F13179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Ситуација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17725A6-8D83-4232-A84C-E2F2F2F3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137684-B4CC-41E1-8700-197F4062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3067C2-D92F-482F-81AB-6D317B39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80A542B-94C1-4DAD-AFAF-8095BE95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или HTTP клијент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58C582-3AB9-42AA-A0A6-3D605C9F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00F84C9-B3F5-4966-8B17-30A841D9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контролише повратну вредност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CB3BC84-5886-4D9E-9BAF-174441F5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112235-CAD5-4373-8E48-427898BD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IClock или generator ID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7C78DF4-07EF-45E0-9C4A-BD52C2B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4CFA8A-E84D-46F5-B1DF-319D65E9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обезбеђује детерминизам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1DDA927-409C-49BE-8705-0BD2C266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1773309-8436-4C52-8040-BA05BB54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Мали value object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AA5C5C0-D99D-486C-9ACC-DC769529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A9D83B-45D6-488D-B465-E4BF71BF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користити стварни објекат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0297502-5FF8-44E4-AB56-BD78EE21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ACFC68-3792-4984-A7CE-0F05C639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Доменска класа која се тестира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732EF49-51C4-4B09-B253-30B6E157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6E6FD30-DCA4-4624-A136-909B0A99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mock-овати предмет теста</a:t>
            </a:r>
          </a:p>
        </p:txBody>
      </p:sp>
    </p:spTree>
    <p:extLst>
      <p:ext uri="{BB962C8B-B14F-4D97-AF65-F5344CB8AC3E}">
        <p14:creationId xmlns:p14="http://schemas.microsoft.com/office/powerpoint/2010/main" val="1019755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ACDD61-9B3C-4FBE-A336-CCC1A8A9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83C3D4-1867-4652-8B27-7076B685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F0626F-26ED-46A8-8FCF-7E5249F0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719552E-19C4-44F4-A231-C633EFD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Moq: Setup и Verify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15774A-5CDB-4AC6-B2F7-97738055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Setup контролише сарадника, а Verify проверава значајну интеракцију.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79D3510-85BE-4243-9446-79E5A3AF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1857"/>
            <a:ext cx="5715000" cy="1947885"/>
          </a:xfrm>
          <a:prstGeom xmlns:a="http://schemas.openxmlformats.org/drawingml/2006/main" prst="roundRect">
            <a:avLst>
              <a:gd name="adj" fmla="val 489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8B4CA81-50C6-4D1E-BF3A-22030A55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932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281133-286B-4E77-8C3F-362EA3BF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B8DE9087-8539-463B-B102-9728CC42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6B4259E-D864-4FAC-84A9-0CDA5042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69624E3-5C4E-4D7A-B5B1-F8276ED1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8107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repository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Mock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Setup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FindById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Returns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existingReservation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service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Cancel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Verify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Save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existingReservation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Times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Once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F6B07B6-82DC-4B67-8477-A2DB0DE3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AD60265-8F66-472F-962D-351DF86E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Verify је оправдан када је интеракција део понашања.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Превише Verify провера прави крхак тест.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проверавати сваки интерни позив без потребе.</a:t>
            </a:r>
          </a:p>
        </p:txBody>
      </p:sp>
    </p:spTree>
    <p:extLst>
      <p:ext uri="{BB962C8B-B14F-4D97-AF65-F5344CB8AC3E}">
        <p14:creationId xmlns:p14="http://schemas.microsoft.com/office/powerpoint/2010/main" val="558979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99C1A9-80C4-4733-80DC-A5A1EB8D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720F26-4F43-44CA-9002-E95DEBD2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00B2129-231F-4701-8FAB-EA76B4F2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0D42E9-78F7-48C2-BA6A-5CB296D7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Извођење тест сценарија из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579844-BE2E-4A21-A46B-99EDB434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са највећом вредношћу покривају пословне ризике и граничне услове.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D3760DC-8C7B-423C-AFCE-343CB4CC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0D8DCF-D247-4A2E-BFE4-0503FCE4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17A4B-D570-471A-B8AC-F96B85BF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Успешан ток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C9E9E55-5707-430C-ADC4-4A196DAE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валидни подаци и очекиван резултат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870E0A0-CCD2-465C-A0FC-F523081F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A45594-C387-48CD-AC09-77168F2E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346567B-A1BE-4BE3-934A-3CE8200D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Негативни ток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683917F-D6DE-4824-88FE-153FBA9B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очекивано одбијање захтева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1C0D20-6DE3-4227-BA8A-386CEB21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87E3FD5-14F5-45D0-8247-B377D1AD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C4A8CDF-9B77-4DB7-B7B3-9F249A0C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Гранични случај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0C11067-FFB5-4416-B526-470A878E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вредност која мења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1833521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A7AC71-B6E1-4491-93C8-56D7BCCC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93C887C-DB46-49CB-9CB8-3CC38857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AFDC1B-842A-40A4-876F-A89D5F40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929EA6-EEC1-4408-B911-C24DF13F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План тестирања резервисања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D7A72D-D067-4DDE-96E8-220E182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наводи сценарио, очекивани исход и потребне зависности.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B510578-5D1A-4E1B-BE8F-9DD950C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E8633A-CE07-48EC-B4D4-162844CC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Врста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275A46-54AA-4982-8135-9ADB75D6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266641-BC9B-4754-A986-A3AFABF7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Пример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2BC6806-F760-4ADE-93DA-076B65EA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A2D754A-8C87-44F4-816A-9FE4A678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Успешан сценарио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F01D325-CFAE-4C8D-9AC9-4A02E71E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46F9DC3-FCDD-470F-9707-0172A2F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опрема је слободна, корисник овлашћен, термин валидан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948380F-F26C-44F9-A8FA-B3595F08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C35AC2D-8672-4FE0-9794-235B1EBD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Негативни сценарио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B49D624-93EF-4BFC-823C-60815D2C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FC546C1-11C0-46A9-9B5C-633C1E88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 се преклапа са постојећом резервацијом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576C05F-7570-477D-9D05-59F753D9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33DF27D-3209-4FBE-B999-1512303A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Негативни сценарио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3066CEA-C9D9-4196-B331-AA0A50FE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9F14388-B87D-49B3-BC2C-FB5FE5F2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опрема је неактивна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AE4F44D-A5C8-411F-8F98-BEEBBBB6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7A973F0-04CE-430C-8658-F591F09B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Гранични сценарио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BE2424E-A4E6-42DA-8483-B8BD623E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0E07290-B8DB-47BB-AF61-82E50331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нови термин почиње тачно када се претходни завршава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B62D720-3B25-4789-8F36-C2AC3717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17DC0C4-A9D8-4132-903A-0EF892BD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Инфраструктурни квар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F500125-9270-493F-AF84-7A46757B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AC88B34-9512-4749-B6DF-5D3FD409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пријављује грешку</a:t>
            </a:r>
          </a:p>
        </p:txBody>
      </p:sp>
    </p:spTree>
    <p:extLst>
      <p:ext uri="{BB962C8B-B14F-4D97-AF65-F5344CB8AC3E}">
        <p14:creationId xmlns:p14="http://schemas.microsoft.com/office/powerpoint/2010/main" val="19890808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A650B4-5858-401E-923F-1D62A718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3C65157-C2AF-4569-9EB4-12BE338D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586458A-F2F9-4289-A458-90424798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98DC8E-B4C7-49BA-93BD-31CCCFD3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тестова и анализа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0EE61F-EADA-45EA-8E28-ECF64AF4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Покривеност кода показује извршене гране и служи као дијагностички сигнал.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1AFF7C8-D5C4-47B1-9E45-E608A623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405624"/>
          </a:xfrm>
          <a:prstGeom xmlns:a="http://schemas.openxmlformats.org/drawingml/2006/main" prst="roundRect">
            <a:avLst>
              <a:gd name="adj" fmla="val 677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D6365B-C723-49B3-B15F-32AC6689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4518C4F-749F-4080-BF74-8737BBDB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093FA5A-9994-4FB8-8998-5205D572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099061A-6DD7-4321-99C9-81DE8D9E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9632BF-7414-4498-B3AF-E33634D6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ако је collector подешен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"XPlat Code Coverage"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6F80A84-58B9-457C-950B-B03939B4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5A6495-6415-4AB5-A300-3A27745B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Најпре дефинисати пословно важне сценарије.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Coverage користити као дијагностички сигнал.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Висок проценат не доказује одсуство грешака.</a:t>
            </a:r>
          </a:p>
        </p:txBody>
      </p:sp>
    </p:spTree>
    <p:extLst>
      <p:ext uri="{BB962C8B-B14F-4D97-AF65-F5344CB8AC3E}">
        <p14:creationId xmlns:p14="http://schemas.microsoft.com/office/powerpoint/2010/main" val="10290433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F8B397-5E38-4BC5-B3FB-22DBADAD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8DD3D0-3CB0-4570-9489-7207F4CC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377143-D067-4774-90FF-9A9F662A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CD6337-CD1B-4E0E-A6A0-8121E303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Ограничења показатеља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7612AA-0C36-42CC-851D-28AC946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Проценат покривености не замењује анализу пословног ризика и квалитета теста.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3F2256-4774-4FF8-A584-7489AA4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није „колики је проценат”, већ који непокривени део носи највећи ризик и који тест би дао највише нових информација.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E516154-9FB8-4263-BE0C-34C6D11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27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FD38598-AA86-4322-AEE5-9F944294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7A60A0-A841-4755-8DA4-ABDA9AF6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B9957AD-AFFC-4A80-864B-2B442C41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0C2B70B-F1E0-4504-8184-FF927084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Извештај о покривености служи за идентификацију непроверених ризика.</a:t>
            </a:r>
          </a:p>
        </p:txBody>
      </p:sp>
    </p:spTree>
    <p:extLst>
      <p:ext uri="{BB962C8B-B14F-4D97-AF65-F5344CB8AC3E}">
        <p14:creationId xmlns:p14="http://schemas.microsoft.com/office/powerpoint/2010/main" val="3155557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1E5573-0EBA-4843-BE65-92CFDE33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06A306A-546B-42EC-B6A0-0B8C0548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04DE59-DF5B-4371-8471-1874EBDB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D84BA5-FACE-44D5-9853-0CC17A1D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Анализа извештаја о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8502D3-D0A1-42FD-9B3A-14006BB2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Извештај служи за идентификацију непроверених грана и ризика.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0164F2E-4C5E-40EF-BD0D-BF31AE82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0132ACC-57D2-4FF2-A611-A363267D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6B6E16-1718-4270-9BC8-5E3036AF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Условне гране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2C1B30-32DA-4D9E-BC3C-6C6B64F7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су оба исхода проверена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41CE324-E554-4636-9BAD-042B6E21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5EF175E-84FE-4473-A82E-7387ADE6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F8BA4CC-D563-47B9-BF02-05A67D8E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Обрада грешака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65C61B-724E-48C7-874B-A6D4B3E0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грешка не постаје лажни успех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DB4A205-5ECB-49D7-8BEA-9BC1B12D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673DE9-DC08-46F3-955D-3AEA2222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C0C213-3728-4D64-9585-877F4EB9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Критично стање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1E8C6B2-36C4-414D-88BC-E78B33A8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новац, дозволе, резервације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76AD062-9CA8-45D9-B062-CB9682F0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29D507-778F-478C-B1BB-AF8BC03C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B217793-4DAC-4B6F-80D2-8652F3BD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Непокривен ризик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B5AA79F-4F82-4E75-BE9D-1B330E43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образложити или покрити тестом</a:t>
            </a:r>
          </a:p>
        </p:txBody>
      </p:sp>
    </p:spTree>
    <p:extLst>
      <p:ext uri="{BB962C8B-B14F-4D97-AF65-F5344CB8AC3E}">
        <p14:creationId xmlns:p14="http://schemas.microsoft.com/office/powerpoint/2010/main" val="2077087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43966A-297C-4B14-8FC7-1D66B6D1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0252E25-2F24-446F-B081-147F2492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7F53E3F-75BC-4937-8C37-6A5CD724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111C907-36B9-4005-87B3-F05CF5B0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32FB9B-4E1B-4CC7-AE5D-5A4FB526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 ове тачке функционално језгро мора бити ручно разумљиво и тестирано.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673544C-2264-4177-8D31-F5173B29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3429000" cy="26663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manual-core-baseline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AFC458-AC96-4AFE-9543-F41E5BD7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стабилна верзија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5398A18-9DFA-45C6-8FC3-7F913A1F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После ове контролне тачке AI добија већу улогу, али систем већ има структуру и тестове који омогућавају независну проверу.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6E8804E-D0B4-4387-82E5-35A9AE3D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0355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D546BC5-34AA-4D77-A9A2-C9A489CA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3E573D-DED2-48E3-A2F8-76C0B4A3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F07035-9720-41C1-882D-FB23FB46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165BBD8-4402-4E79-8C7E-5B7389CA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P3: manual-core-baseline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790D67-4B8E-4BFA-99A7-DA3908D4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Контролна тачка раздваја ручно пројектовано језгро од почетка AI фазе.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3022CC-0A74-46F7-B0B6-D4ED5293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E3F4248-5E2D-4346-89C4-D278184F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Кључни use-case-ови имају NUnit тестове.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9CB434-EA11-439A-862E-6EC1B070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C69A030-A450-4730-B6AB-17CEAD23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Moq се користи само за променљиве спољне зависности.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F4D517-6988-42E7-8C76-0E07E496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DA9F8-E588-406E-BE31-823A669F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Coverage је прегледан и ризична грана је покривена или образложена.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5A35F05-84E6-4C37-ACA5-FA8C3777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960B7D5-3F07-4C1D-B1C1-1808C09F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један bug је прво репродукован тестом.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F7E2510-0FB2-4868-9538-2AB7F066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DB837D0-8CE2-4960-A88D-C69EC2A8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Стабилна верзија језгра означена је Git tag-ом manual-core-baseline.</a:t>
            </a:r>
          </a:p>
        </p:txBody>
      </p:sp>
    </p:spTree>
    <p:extLst>
      <p:ext uri="{BB962C8B-B14F-4D97-AF65-F5344CB8AC3E}">
        <p14:creationId xmlns:p14="http://schemas.microsoft.com/office/powerpoint/2010/main" val="4726070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C9AD5B-61B7-4A81-9A2D-47ACC7D6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15B24C-1A58-46F5-9DBE-241AE5E9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D2CD8B-1D94-4BDA-AE88-3C438963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0AEEE1-6D4B-4467-879D-5E8AC76B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Стабилност теста при рефакторисању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E416AC-92C6-49EA-8F01-DF3DF2FA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треба да остане стабилан када се мења приватна имплементација без промене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4D714B-9DCB-4657-87EE-BB3BE5F7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ТЕСТИРАТИ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5281132-1A7B-47B4-8C74-0584AA9E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видљиви резултат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стабилан код неуспеха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значајну интеракцију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гранично понашање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8E71942F-F8B4-467F-91B0-0CE88674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4B449E-8058-4AD9-87F0-3FBB961B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НЕ ВЕЗИВАТИ СЕ 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EE52D8B-53B2-48CC-8984-5DA641B2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приватну методу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редослед непотребних позива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тренутну структуру петље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тривијалне setter-е</a:t>
            </a:r>
          </a:p>
        </p:txBody>
      </p:sp>
    </p:spTree>
    <p:extLst>
      <p:ext uri="{BB962C8B-B14F-4D97-AF65-F5344CB8AC3E}">
        <p14:creationId xmlns:p14="http://schemas.microsoft.com/office/powerpoint/2010/main" val="18735564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FA5E45-34CC-4F92-968F-6BD47ABA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A81113-E8BE-4473-802A-4334AC29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2779E89-4AD6-40DC-8AFE-77B5ACD5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8BA37A4-A9ED-4070-9846-6FAF65CF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за репродукцију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C53917-3B5E-4C91-9325-B941177A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прво репродукује проблем, а затим потврђује исправку и спречава регресију.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DFCC1AA-96F3-4ED3-9607-5990E11E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FE3B7D0-8A51-4A68-AE77-B1B8C025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AB18AE9-4E66-4772-BC65-BBC2501D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Reproduce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7AD70D5-59EA-4ADC-A44B-A411B496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показује тренутни bug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788DA4-3821-4142-80FB-CB7A63F2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0620DE-2FAD-488C-B5C9-D9CD4BBB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1F74400-8DB8-4D20-B175-7614DD9E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Fix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2382FA-A073-456B-A909-7BE059EE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минимална измена понашања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35D92C6-1255-4FB0-9B05-0A7B72C5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CD9B10A-ED4A-4623-AE78-D9B0EBB5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C7F806C-A52E-4DF0-8917-8285D9DA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373F22E-26F2-4F92-811B-44972BB0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остаје као регресиона заштита</a:t>
            </a:r>
          </a:p>
        </p:txBody>
      </p:sp>
    </p:spTree>
    <p:extLst>
      <p:ext uri="{BB962C8B-B14F-4D97-AF65-F5344CB8AC3E}">
        <p14:creationId xmlns:p14="http://schemas.microsoft.com/office/powerpoint/2010/main" val="20430343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A7C7CD-824D-4E78-95AF-A809DA43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CDB758-E1DD-412D-9F5D-E08E2188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6EE245-E5EE-4117-8196-B4ABD41E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8A5CD2-3FAF-4A17-87C8-DC8FBEB3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Самостални задатак: AI предлог тест сценарија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B69777-1D3B-42BD-A3AC-D11363E3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може предложити сценарије, а тим бира релевантне тестове и образлаже избор.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DFB40E0-6503-4B37-A1B4-BE9376D8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325880"/>
          </a:xfrm>
          <a:prstGeom xmlns:a="http://schemas.openxmlformats.org/drawingml/2006/main" prst="roundRect">
            <a:avLst>
              <a:gd name="adj" fmla="val 7184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5A9CC08-A3E2-4228-820B-7C025F61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CACAF32-E6EE-40ED-AD10-68B69F52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8A87E637-F7DE-4C93-B323-E5D32928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E4FB38A-8F19-47E4-9FCD-2D6282BD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3264C9-AD2F-47E6-8E5D-13E5CE65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Задатак за AI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редложи недостајуће тест сценарије за овај use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case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Н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 мењај код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О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бразложи пословни ризик сваког предлога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E6314D7-FA87-4E27-BA89-593E7E2E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50A6081-207F-4E92-AAF7-E54D7596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Први бод: нови смислен гранични тест.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Други бод: образложење прихватања или одбијања предлога.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Одговорност остаје код студента.</a:t>
            </a:r>
          </a:p>
        </p:txBody>
      </p:sp>
    </p:spTree>
    <p:extLst>
      <p:ext uri="{BB962C8B-B14F-4D97-AF65-F5344CB8AC3E}">
        <p14:creationId xmlns:p14="http://schemas.microsoft.com/office/powerpoint/2010/main" val="6257414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A0B592-96B6-4CB5-8E8D-E64A3F1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CA167C5-CDCD-4ED5-B2D3-FBBD99A6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0527B2-5BBD-47DA-A5D1-AA62EF0A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BF69F0-960E-47C0-9A53-E3D1D8D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2B4835-2348-4FAA-9873-51E24EC9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Добре архитектонске границе омогућавају кратке и стабилне тестове усмерене на пословно понашање.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2D2C31-A931-4932-AFCC-DDE9D066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су границе система добре, тестови постају краћи, јаснији и ближи пословном понашању које студент треба да одбрани.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F2E406-84AA-4719-9625-99A1470F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20652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BA0DCD4-C2AB-41AB-A73E-45C8962B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467E8C3-5F8E-43A4-8910-22EBAECE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08CA61A-346D-417E-BA57-B54B3B20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607859C-D922-4674-B660-DBF9384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 резултати су основа за интеграцију и контролисан AI радни ток.</a:t>
            </a:r>
          </a:p>
        </p:txBody>
      </p:sp>
    </p:spTree>
    <p:extLst>
      <p:ext uri="{BB962C8B-B14F-4D97-AF65-F5344CB8AC3E}">
        <p14:creationId xmlns:p14="http://schemas.microsoft.com/office/powerpoint/2010/main" val="80467581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716F3A-2E79-4EED-9498-F1D1C401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DAA4F6-9543-4ABF-B414-F1569AB9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A8887E9-3459-428F-93B5-15BC5E1F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00FA46-E218-43DE-889C-AFF57D95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интеграцију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1D89E9-99A7-4874-9469-5AD7FE3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стабилно функционално језгро и тестове за интеграцију модула.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835815-97F8-485B-A9D0-10831A4A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6C60FE-7AF1-4D09-A9A1-6264CB14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план тестирања за један use-case пре тест кода.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F47353B-F32D-480D-AD67-A74A60AD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CD98E8-E115-4FDD-9DD9-BE6131EC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успешне, негативне и граничне NUnit тестове.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8F5A52C-A9BA-438F-9127-4CF8843A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6CD271-3CDB-4C27-BF32-C91F3667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користити само на јасним спољним границама.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C43467B-6B4B-4B82-972D-ED2EF24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3B085AF-3302-41A7-A9E1-C4602F03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coverage и анализирати једну ризичну грану.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91661B-3361-494B-8A0A-12A69EE0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67FD66F-D141-4A51-98BD-64C454F3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Означити стабилну верзију језгра када је спремна.</a:t>
            </a:r>
          </a:p>
        </p:txBody>
      </p:sp>
    </p:spTree>
    <p:extLst>
      <p:ext uri="{BB962C8B-B14F-4D97-AF65-F5344CB8AC3E}">
        <p14:creationId xmlns:p14="http://schemas.microsoft.com/office/powerpoint/2010/main" val="29747717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2026-09-29T18:47:07.4980000Z</dcterms:created>
  <dcterms:modified xsi:type="dcterms:W3CDTF">2026-09-29T18:47:07.4980000Z</dcterms:modified>
</coreProperties>
</file>