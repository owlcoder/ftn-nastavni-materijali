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94e3c5c5a464b70" /><Relationship Type="http://schemas.openxmlformats.org/officeDocument/2006/relationships/extended-properties" Target="/docProps/app.xml" Id="R132b0f4b07d34ba7" /><Relationship Type="http://schemas.openxmlformats.org/officeDocument/2006/relationships/officeDocument" Target="/ppt/presentation.xml" Id="R7600c27a96cc4c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4a20ce87d6495e"/>
  </p:sldMasterIdLst>
  <p:notesMasterIdLst>
    <p:notesMasterId xmlns:r="http://schemas.openxmlformats.org/officeDocument/2006/relationships" r:id="Rde4ffc09bccb4359"/>
  </p:notesMasterIdLst>
  <p:sldIdLst>
    <p:sldId xmlns:r="http://schemas.openxmlformats.org/officeDocument/2006/relationships" id="256" r:id="Rfd6b02b3f9f34b71"/>
    <p:sldId xmlns:r="http://schemas.openxmlformats.org/officeDocument/2006/relationships" id="257" r:id="Rb16503e793c14b4d"/>
    <p:sldId xmlns:r="http://schemas.openxmlformats.org/officeDocument/2006/relationships" id="258" r:id="R13d72670f0764096"/>
    <p:sldId xmlns:r="http://schemas.openxmlformats.org/officeDocument/2006/relationships" id="259" r:id="R654c0a117e7f4a30"/>
    <p:sldId xmlns:r="http://schemas.openxmlformats.org/officeDocument/2006/relationships" id="260" r:id="R41d8843bb108437e"/>
    <p:sldId xmlns:r="http://schemas.openxmlformats.org/officeDocument/2006/relationships" id="261" r:id="Raa7c79a8c59f45d5"/>
    <p:sldId xmlns:r="http://schemas.openxmlformats.org/officeDocument/2006/relationships" id="262" r:id="R6882743f983c4ece"/>
    <p:sldId xmlns:r="http://schemas.openxmlformats.org/officeDocument/2006/relationships" id="263" r:id="R12248469d7f64a69"/>
    <p:sldId xmlns:r="http://schemas.openxmlformats.org/officeDocument/2006/relationships" id="264" r:id="R21f9b74406ab4f50"/>
    <p:sldId xmlns:r="http://schemas.openxmlformats.org/officeDocument/2006/relationships" id="265" r:id="Re0a696d18ad64662"/>
    <p:sldId xmlns:r="http://schemas.openxmlformats.org/officeDocument/2006/relationships" id="266" r:id="R8e43a5206fdf4b8b"/>
    <p:sldId xmlns:r="http://schemas.openxmlformats.org/officeDocument/2006/relationships" id="267" r:id="R4eb5adf3415c4af0"/>
    <p:sldId xmlns:r="http://schemas.openxmlformats.org/officeDocument/2006/relationships" id="268" r:id="R8884255d266e44e9"/>
    <p:sldId xmlns:r="http://schemas.openxmlformats.org/officeDocument/2006/relationships" id="269" r:id="R00d85f7952ac42ad"/>
    <p:sldId xmlns:r="http://schemas.openxmlformats.org/officeDocument/2006/relationships" id="270" r:id="R6c26582acd114721"/>
    <p:sldId xmlns:r="http://schemas.openxmlformats.org/officeDocument/2006/relationships" id="271" r:id="R380191c0b8334a75"/>
    <p:sldId xmlns:r="http://schemas.openxmlformats.org/officeDocument/2006/relationships" id="272" r:id="R4ccc1011a8aa4dbf"/>
    <p:sldId xmlns:r="http://schemas.openxmlformats.org/officeDocument/2006/relationships" id="273" r:id="Rffb7345916784c0c"/>
    <p:sldId xmlns:r="http://schemas.openxmlformats.org/officeDocument/2006/relationships" id="274" r:id="Rf07426b4d7274e72"/>
    <p:sldId xmlns:r="http://schemas.openxmlformats.org/officeDocument/2006/relationships" id="275" r:id="R43d158b655d5460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32305d433e4aa8" /><Relationship Type="http://schemas.openxmlformats.org/officeDocument/2006/relationships/slideMaster" Target="/ppt/slideMasters/slideMaster1.xml" Id="Rba4a20ce87d6495e" /><Relationship Type="http://schemas.openxmlformats.org/officeDocument/2006/relationships/notesMaster" Target="/ppt/notesMasters/notesMaster1.xml" Id="Rde4ffc09bccb4359" /><Relationship Type="http://schemas.openxmlformats.org/officeDocument/2006/relationships/presProps" Target="/ppt/presProps.xml" Id="R51321458143a49cf" /><Relationship Type="http://schemas.openxmlformats.org/officeDocument/2006/relationships/viewProps" Target="/ppt/viewProps.xml" Id="Ra58c6e2bdc49466b" /><Relationship Type="http://schemas.openxmlformats.org/officeDocument/2006/relationships/tableStyles" Target="/ppt/tableStyles.xml" Id="Rc7cda6d7b04746f1" /><Relationship Type="http://schemas.openxmlformats.org/officeDocument/2006/relationships/slide" Target="/ppt/slides/slide1.xml" Id="Rfd6b02b3f9f34b71" /><Relationship Type="http://schemas.openxmlformats.org/officeDocument/2006/relationships/slide" Target="/ppt/slides/slide2.xml" Id="Rb16503e793c14b4d" /><Relationship Type="http://schemas.openxmlformats.org/officeDocument/2006/relationships/slide" Target="/ppt/slides/slide3.xml" Id="R13d72670f0764096" /><Relationship Type="http://schemas.openxmlformats.org/officeDocument/2006/relationships/slide" Target="/ppt/slides/slide4.xml" Id="R654c0a117e7f4a30" /><Relationship Type="http://schemas.openxmlformats.org/officeDocument/2006/relationships/slide" Target="/ppt/slides/slide5.xml" Id="R41d8843bb108437e" /><Relationship Type="http://schemas.openxmlformats.org/officeDocument/2006/relationships/slide" Target="/ppt/slides/slide6.xml" Id="Raa7c79a8c59f45d5" /><Relationship Type="http://schemas.openxmlformats.org/officeDocument/2006/relationships/slide" Target="/ppt/slides/slide7.xml" Id="R6882743f983c4ece" /><Relationship Type="http://schemas.openxmlformats.org/officeDocument/2006/relationships/slide" Target="/ppt/slides/slide8.xml" Id="R12248469d7f64a69" /><Relationship Type="http://schemas.openxmlformats.org/officeDocument/2006/relationships/slide" Target="/ppt/slides/slide9.xml" Id="R21f9b74406ab4f50" /><Relationship Type="http://schemas.openxmlformats.org/officeDocument/2006/relationships/slide" Target="/ppt/slides/slide10.xml" Id="Re0a696d18ad64662" /><Relationship Type="http://schemas.openxmlformats.org/officeDocument/2006/relationships/slide" Target="/ppt/slides/slide11.xml" Id="R8e43a5206fdf4b8b" /><Relationship Type="http://schemas.openxmlformats.org/officeDocument/2006/relationships/slide" Target="/ppt/slides/slide12.xml" Id="R4eb5adf3415c4af0" /><Relationship Type="http://schemas.openxmlformats.org/officeDocument/2006/relationships/slide" Target="/ppt/slides/slide13.xml" Id="R8884255d266e44e9" /><Relationship Type="http://schemas.openxmlformats.org/officeDocument/2006/relationships/slide" Target="/ppt/slides/slide14.xml" Id="R00d85f7952ac42ad" /><Relationship Type="http://schemas.openxmlformats.org/officeDocument/2006/relationships/slide" Target="/ppt/slides/slide15.xml" Id="R6c26582acd114721" /><Relationship Type="http://schemas.openxmlformats.org/officeDocument/2006/relationships/slide" Target="/ppt/slides/slide16.xml" Id="R380191c0b8334a75" /><Relationship Type="http://schemas.openxmlformats.org/officeDocument/2006/relationships/slide" Target="/ppt/slides/slide17.xml" Id="R4ccc1011a8aa4dbf" /><Relationship Type="http://schemas.openxmlformats.org/officeDocument/2006/relationships/slide" Target="/ppt/slides/slide18.xml" Id="Rffb7345916784c0c" /><Relationship Type="http://schemas.openxmlformats.org/officeDocument/2006/relationships/slide" Target="/ppt/slides/slide19.xml" Id="Rf07426b4d7274e72" /><Relationship Type="http://schemas.openxmlformats.org/officeDocument/2006/relationships/slide" Target="/ppt/slides/slide20.xml" Id="R43d158b655d546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6c6845f1ecb482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aed9665b9b94292" /><Relationship Type="http://schemas.openxmlformats.org/officeDocument/2006/relationships/notesMaster" Target="/ppt/notesMasters/notesMaster1.xml" Id="R98ae45d9bd3949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04b5b6464f4838" /><Relationship Type="http://schemas.openxmlformats.org/officeDocument/2006/relationships/notesMaster" Target="/ppt/notesMasters/notesMaster1.xml" Id="R3aeb6d877dca42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459a94ffa184f0b" /><Relationship Type="http://schemas.openxmlformats.org/officeDocument/2006/relationships/notesMaster" Target="/ppt/notesMasters/notesMaster1.xml" Id="Ra5ab830cd4ea43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3d82b6dee34c0f" /><Relationship Type="http://schemas.openxmlformats.org/officeDocument/2006/relationships/notesMaster" Target="/ppt/notesMasters/notesMaster1.xml" Id="R6263f9a69f92461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5e53681e5044735" /><Relationship Type="http://schemas.openxmlformats.org/officeDocument/2006/relationships/notesMaster" Target="/ppt/notesMasters/notesMaster1.xml" Id="Rbd645fe357de444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82b9f0068846c7" /><Relationship Type="http://schemas.openxmlformats.org/officeDocument/2006/relationships/notesMaster" Target="/ppt/notesMasters/notesMaster1.xml" Id="R0903ef26feaf40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ee935044ee4198" /><Relationship Type="http://schemas.openxmlformats.org/officeDocument/2006/relationships/notesMaster" Target="/ppt/notesMasters/notesMaster1.xml" Id="Rfd53f02e21e64aa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65847d9a2954385" /><Relationship Type="http://schemas.openxmlformats.org/officeDocument/2006/relationships/notesMaster" Target="/ppt/notesMasters/notesMaster1.xml" Id="R12898df81dc44d1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a58c656152a4705" /><Relationship Type="http://schemas.openxmlformats.org/officeDocument/2006/relationships/notesMaster" Target="/ppt/notesMasters/notesMaster1.xml" Id="R792d439acb0c4ce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302a9514e1d41d4" /><Relationship Type="http://schemas.openxmlformats.org/officeDocument/2006/relationships/notesMaster" Target="/ppt/notesMasters/notesMaster1.xml" Id="Rcb883f553a624a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3dc4865cb604be7" /><Relationship Type="http://schemas.openxmlformats.org/officeDocument/2006/relationships/notesMaster" Target="/ppt/notesMasters/notesMaster1.xml" Id="R66959300ca3446c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23dc3f4d0ad4ede" /><Relationship Type="http://schemas.openxmlformats.org/officeDocument/2006/relationships/notesMaster" Target="/ppt/notesMasters/notesMaster1.xml" Id="R1d3cf30074884c1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02e6a559803404c" /><Relationship Type="http://schemas.openxmlformats.org/officeDocument/2006/relationships/notesMaster" Target="/ppt/notesMasters/notesMaster1.xml" Id="R7d925871492c431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9c91b75724448f6" /><Relationship Type="http://schemas.openxmlformats.org/officeDocument/2006/relationships/notesMaster" Target="/ppt/notesMasters/notesMaster1.xml" Id="R9ea151598318430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b8b0972c754069" /><Relationship Type="http://schemas.openxmlformats.org/officeDocument/2006/relationships/notesMaster" Target="/ppt/notesMasters/notesMaster1.xml" Id="Rfeac46dd3ffe435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9b94e4913484844" /><Relationship Type="http://schemas.openxmlformats.org/officeDocument/2006/relationships/notesMaster" Target="/ppt/notesMasters/notesMaster1.xml" Id="R7c70c4f15e6145f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bcb22fab437443b" /><Relationship Type="http://schemas.openxmlformats.org/officeDocument/2006/relationships/notesMaster" Target="/ppt/notesMasters/notesMaster1.xml" Id="R617d7f230f814d3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6218cba7a0b482f" /><Relationship Type="http://schemas.openxmlformats.org/officeDocument/2006/relationships/notesMaster" Target="/ppt/notesMasters/notesMaster1.xml" Id="R5bf4a84987a9427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e9072b002e0459a" /><Relationship Type="http://schemas.openxmlformats.org/officeDocument/2006/relationships/notesMaster" Target="/ppt/notesMasters/notesMaster1.xml" Id="Rac48992190ae4ed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46de7be8347464e" /><Relationship Type="http://schemas.openxmlformats.org/officeDocument/2006/relationships/notesMaster" Target="/ppt/notesMasters/notesMaster1.xml" Id="R2981c6d64bea4f1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8ce185cd1a4b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b836bd563f493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e51867d2ea4ad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4678303c4f48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bbda0ed4af405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c49b08e69c415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44ceb6c9ce461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cd93747137458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936ade5be4efb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98ce118f44ac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19203a2e54494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0206C7E-CA23-479B-9331-2C2354362AC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0FF36D6-2180-4878-8508-E94AF4A8AC1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324AEBF-4B49-4777-AC40-1A446DCB21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AA249FB-8941-4A84-AE51-CC4760C034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07C2AA1-ABEB-4B08-BC51-5392369C7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9BDE505-295C-4306-A83B-2B6E523B97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42550D1-FBA3-406B-AEAB-77080469679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6CE7F7B-81AD-453F-8E15-FF84C29E662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54755AA-5773-4CF1-AB16-4C9893815C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E514D9C-00DB-4398-8233-3A70D6C20F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1195A4-9EE9-43CE-9765-9C684EF7F2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E54F238-1ED3-4AE1-8F59-830B98F083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BEF7A42-68D9-4780-A7FC-BF1C7495171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168097E-222D-47A6-814D-BE372EC2628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2F88C6A-070E-4D69-B093-ABE922FB0DD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49D784-080B-454E-9194-A1E1DA9516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261FD66-1933-4051-BD14-71A8AA2F6E9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7667B88-2E21-4133-81F2-EF5C6E9C8D4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A453030-FE40-4D98-B3C9-8BF0D9A43F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66D574F-2D65-48F2-B533-2C69111B459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09A7C11-AE63-48D9-9B36-A79E0F97C7A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F96B98D-8B3D-4CAC-B775-CD23607A8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E13D5B2-C06A-43DA-9BE2-832624E5C89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C768881-7E71-46FE-AF46-A55FAD35653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417BCD2-0B90-461F-8D74-5E80FDDC6331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1FBCB58-623C-4D5E-AB66-A0D90952A1E4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C63DF078-7B82-428C-8373-9E684A5FF44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34F72E9-8C1F-40FF-B029-4AD30916E7B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C472A685-96C5-40CF-B768-98F7771DA8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CF8458-E9E3-468E-A566-3744FFDCD7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E5F78BB-D6A8-4D57-B185-933BF3069D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AD72457-4C8F-4D45-84F3-34CAF7932F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C009CDD-21AB-498C-B54F-928DBCC118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CCAD3BF-93C7-47F3-9240-6857D76729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CA961720-FB9B-4DC5-B8D4-10E0D368F8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7287155F-21E1-4E54-84A2-C9E3AB04BF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4416A9D-278F-4FDF-BF12-A594A0306C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C1FEB91-E07F-42DF-B6F6-779BCA986EF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0AF37D4-B818-4398-94E0-19782DD696B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0C46B49-0107-43E6-B5AB-373FA79089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16C8971-E25A-473E-A679-6CFA28236E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E653961-210A-49C4-BF1C-57C0C1FEF1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66F63E9-E56E-4818-9F56-F07537BDA7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955C8FD-5BB3-4F51-98E3-479516D07BB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C71EB9C8-2A38-45F7-B406-9729DE1980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D22ED47-7F9E-4397-B876-D2D4FFBF26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5024FD-0FD1-43B4-8633-258DA6A1BD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670915F-BB0B-42B1-8BC1-4D7D0536DD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514E846-0547-45EF-803E-7376B8BF3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DCE591E-4F84-46D2-9C51-11E6B058E4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CD9D945-59F9-465D-8FFD-B36EA61224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A89F7ED-354A-4FD3-B6D3-889830A573F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68198D-AC0C-4597-B376-D0A4FBE51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4CD4FB26-30D5-4C4B-ADBC-3B211994BD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BD9FEFC-4B11-4997-A669-360280576A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65AA6D6-E2C9-4BB7-A678-1344B331FA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C707AA-B572-4B7A-BBDD-EFFA454ED15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BE2DAAC-9B5E-468A-81C7-2EBBE4CE6B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8c8147072c14abd" /><Relationship Type="http://schemas.openxmlformats.org/officeDocument/2006/relationships/slideLayout" Target="/ppt/slideLayouts/slideLayout1.xml" Id="Reeac7946767643c5" /><Relationship Type="http://schemas.openxmlformats.org/officeDocument/2006/relationships/slideLayout" Target="/ppt/slideLayouts/slideLayout2.xml" Id="R070a7f8cdd434fb2" /><Relationship Type="http://schemas.openxmlformats.org/officeDocument/2006/relationships/slideLayout" Target="/ppt/slideLayouts/slideLayout3.xml" Id="R577790bcf9b04562" /><Relationship Type="http://schemas.openxmlformats.org/officeDocument/2006/relationships/slideLayout" Target="/ppt/slideLayouts/slideLayout4.xml" Id="Ra50b497b22f74c19" /><Relationship Type="http://schemas.openxmlformats.org/officeDocument/2006/relationships/slideLayout" Target="/ppt/slideLayouts/slideLayout5.xml" Id="Rd143b507090f405c" /><Relationship Type="http://schemas.openxmlformats.org/officeDocument/2006/relationships/slideLayout" Target="/ppt/slideLayouts/slideLayout6.xml" Id="Rd8d9c2e2caa44a4e" /><Relationship Type="http://schemas.openxmlformats.org/officeDocument/2006/relationships/slideLayout" Target="/ppt/slideLayouts/slideLayout7.xml" Id="R65cac339688246c5" /><Relationship Type="http://schemas.openxmlformats.org/officeDocument/2006/relationships/slideLayout" Target="/ppt/slideLayouts/slideLayout8.xml" Id="Rd7c4b58093f248c8" /><Relationship Type="http://schemas.openxmlformats.org/officeDocument/2006/relationships/slideLayout" Target="/ppt/slideLayouts/slideLayout9.xml" Id="R053205f6b024416e" /><Relationship Type="http://schemas.openxmlformats.org/officeDocument/2006/relationships/slideLayout" Target="/ppt/slideLayouts/slideLayout10.xml" Id="Rdd6faadbdbb44d2c" /><Relationship Type="http://schemas.openxmlformats.org/officeDocument/2006/relationships/slideLayout" Target="/ppt/slideLayouts/slideLayout11.xml" Id="R22df6d48d7974b2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6151922-266E-4D79-A55A-AFB682BC28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E0C9F-C6AF-4DF5-843D-C44627FBAF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E304A58-5DD9-4311-888F-4AD994AE09D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9/28/26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E60CF40-8687-4481-8059-7029F9512F4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532E6DB-8434-41ED-A3DF-260885C2C30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ac7946767643c5"/>
    <p:sldLayoutId xmlns:r="http://schemas.openxmlformats.org/officeDocument/2006/relationships" id="2147483650" r:id="R070a7f8cdd434fb2"/>
    <p:sldLayoutId xmlns:r="http://schemas.openxmlformats.org/officeDocument/2006/relationships" id="2147483651" r:id="R577790bcf9b04562"/>
    <p:sldLayoutId xmlns:r="http://schemas.openxmlformats.org/officeDocument/2006/relationships" id="2147483652" r:id="Ra50b497b22f74c19"/>
    <p:sldLayoutId xmlns:r="http://schemas.openxmlformats.org/officeDocument/2006/relationships" id="2147483653" r:id="Rd143b507090f405c"/>
    <p:sldLayoutId xmlns:r="http://schemas.openxmlformats.org/officeDocument/2006/relationships" id="2147483654" r:id="Rd8d9c2e2caa44a4e"/>
    <p:sldLayoutId xmlns:r="http://schemas.openxmlformats.org/officeDocument/2006/relationships" id="2147483655" r:id="R65cac339688246c5"/>
    <p:sldLayoutId xmlns:r="http://schemas.openxmlformats.org/officeDocument/2006/relationships" id="2147483656" r:id="Rd7c4b58093f248c8"/>
    <p:sldLayoutId xmlns:r="http://schemas.openxmlformats.org/officeDocument/2006/relationships" id="2147483657" r:id="R053205f6b024416e"/>
    <p:sldLayoutId xmlns:r="http://schemas.openxmlformats.org/officeDocument/2006/relationships" id="2147483658" r:id="Rdd6faadbdbb44d2c"/>
    <p:sldLayoutId xmlns:r="http://schemas.openxmlformats.org/officeDocument/2006/relationships" id="2147483659" r:id="R22df6d48d7974b28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03da2dfb8654a3e" /><Relationship Type="http://schemas.openxmlformats.org/officeDocument/2006/relationships/notesSlide" Target="/ppt/notesSlides/notesSlide1.xml" Id="R3bbbd838697a4d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6b1b2a518b144fe" /><Relationship Type="http://schemas.openxmlformats.org/officeDocument/2006/relationships/notesSlide" Target="/ppt/notesSlides/notesSlide2.xml" Id="R71709fe616204d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8ecead5e964e23" /><Relationship Type="http://schemas.openxmlformats.org/officeDocument/2006/relationships/notesSlide" Target="/ppt/notesSlides/notesSlide3.xml" Id="R75fd2161a8184d7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363d350df1449f7" /><Relationship Type="http://schemas.openxmlformats.org/officeDocument/2006/relationships/notesSlide" Target="/ppt/notesSlides/notesSlide4.xml" Id="R7e9429b7b4d64a2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c6914de77804e62" /><Relationship Type="http://schemas.openxmlformats.org/officeDocument/2006/relationships/notesSlide" Target="/ppt/notesSlides/notesSlide5.xml" Id="R0c1a0384f27f42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691632d0374547" /><Relationship Type="http://schemas.openxmlformats.org/officeDocument/2006/relationships/notesSlide" Target="/ppt/notesSlides/notesSlide6.xml" Id="R72953b1434f94b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fa681ac4e7f462e" /><Relationship Type="http://schemas.openxmlformats.org/officeDocument/2006/relationships/notesSlide" Target="/ppt/notesSlides/notesSlide7.xml" Id="R54ef2edec07947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9e335e876614a03" /><Relationship Type="http://schemas.openxmlformats.org/officeDocument/2006/relationships/notesSlide" Target="/ppt/notesSlides/notesSlide8.xml" Id="R1a79fad30d464f6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c2dc33cee8e407e" /><Relationship Type="http://schemas.openxmlformats.org/officeDocument/2006/relationships/notesSlide" Target="/ppt/notesSlides/notesSlide9.xml" Id="R3a9ba0774d7b45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4402da93cae4d56" /><Relationship Type="http://schemas.openxmlformats.org/officeDocument/2006/relationships/notesSlide" Target="/ppt/notesSlides/notesSlide10.xml" Id="R7854ceae5b0c4ed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cebac101574a1b" /><Relationship Type="http://schemas.openxmlformats.org/officeDocument/2006/relationships/notesSlide" Target="/ppt/notesSlides/notesSlide11.xml" Id="R1235a5bea9734be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65fb1fa95a44c8" /><Relationship Type="http://schemas.openxmlformats.org/officeDocument/2006/relationships/notesSlide" Target="/ppt/notesSlides/notesSlide12.xml" Id="Rc9134397eb5f483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dee6e402e24b85" /><Relationship Type="http://schemas.openxmlformats.org/officeDocument/2006/relationships/notesSlide" Target="/ppt/notesSlides/notesSlide13.xml" Id="Rdb17f7074f77422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af0c003fbd540ca" /><Relationship Type="http://schemas.openxmlformats.org/officeDocument/2006/relationships/notesSlide" Target="/ppt/notesSlides/notesSlide14.xml" Id="Rd9230bfca91c4da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eaa0cf6d9664f2b" /><Relationship Type="http://schemas.openxmlformats.org/officeDocument/2006/relationships/notesSlide" Target="/ppt/notesSlides/notesSlide15.xml" Id="R0888da18b75140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4a7ce6b9aad4289" /><Relationship Type="http://schemas.openxmlformats.org/officeDocument/2006/relationships/notesSlide" Target="/ppt/notesSlides/notesSlide16.xml" Id="R00b683c47d9049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d1cde27fc8a4a3c" /><Relationship Type="http://schemas.openxmlformats.org/officeDocument/2006/relationships/notesSlide" Target="/ppt/notesSlides/notesSlide17.xml" Id="Rac687d89342444e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8c024e16067473a" /><Relationship Type="http://schemas.openxmlformats.org/officeDocument/2006/relationships/notesSlide" Target="/ppt/notesSlides/notesSlide18.xml" Id="R86003cbc670e487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1fd62b2ca5404b" /><Relationship Type="http://schemas.openxmlformats.org/officeDocument/2006/relationships/notesSlide" Target="/ppt/notesSlides/notesSlide19.xml" Id="R4ff9d0545a65427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fc3dc18f7d465c" /><Relationship Type="http://schemas.openxmlformats.org/officeDocument/2006/relationships/notesSlide" Target="/ppt/notesSlides/notesSlide20.xml" Id="R651c8582c8324f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1EB2887-D6DF-4695-B6D9-585E58CC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CF86153-BDBB-4E5A-9C22-FEA66828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7FCA517A-BA34-47DA-BD2F-29CFF78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9EE1C2-9905-40C0-B698-BBE73E24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1009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60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Пословна логика и слој случајева употребе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D11F344-A834-442C-A8BB-DCE2B36B8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Распоређивање пословних правила и организација сценарија случаја употребе.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32662486-E732-46B6-928B-6D698D64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F305498-E217-4FA2-A0E9-6F3B3CE4D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3E5E7D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92BBD70-0214-4D23-AF38-758918EC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Академска 2026/27</a:t>
            </a:r>
          </a:p>
        </p:txBody>
      </p:sp>
    </p:spTree>
    <p:extLst>
      <p:ext uri="{BB962C8B-B14F-4D97-AF65-F5344CB8AC3E}">
        <p14:creationId xmlns:p14="http://schemas.microsoft.com/office/powerpoint/2010/main" val="5621527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BB6D0FF-00A0-42C0-9060-071319F3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2E2B3B-7E65-442E-B980-BE963765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7054778-121C-4C04-88BC-C8500C91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FD9AD7A2-984A-454C-8532-40BB6D67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Случај употребе и пословни исход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903D80F-18E8-46DC-B6D5-FD239317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Случај употребе оркестрира валидаторе, доменске сервисе и портове без зависности од корисничког интерфејса и базе.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D5D87B11-B3A8-4CE9-BFF3-F91CA5B7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816EEAE-6893-45CA-B74B-7DF33640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853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Улаз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4F1C15C-2289-49F7-ADF1-E10A6200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команда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59404A5-19AE-49F8-908F-CB26F205B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558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4820523A-D3AF-427F-8647-9D832CDA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EB38919-771B-47C1-9B36-5EF07122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165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Validation</a:t>
            </a:r>
            <a:endParaRPr sz="1650" b="1">
              <a:solidFill>
                <a:srgbClr val="183B5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21A4969-B119-49C9-B72F-6BB8F912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706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правила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F64E8E0-F252-4E4E-A1F6-48C4E16F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D8A5211-22D5-4F3F-AE43-CA464B74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162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644B033-1125-4432-A472-857C3A6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477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Domain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018BC85-91DF-46CB-B4E9-465BDEBC9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018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стање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6455D39-AB02-4D39-A0C4-AEC443F89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82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A727076-9F90-4332-9C86-E9EC4911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474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D47E557-E8E7-495F-AF7F-F4AEB469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789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7E5EE3CF-B452-4D7A-9B8B-865973D2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чување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537AC71-D0E1-43EF-A1E6-FF3D4AC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990088"/>
            <a:ext cx="320040" cy="2633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1">
                <a:solidFill>
                  <a:srgbClr val="607D9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C516C12-6211-4EAD-BBA3-10C6EE59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860" y="2788920"/>
            <a:ext cx="1508760" cy="694944"/>
          </a:xfrm>
          <a:prstGeom xmlns:a="http://schemas.openxmlformats.org/drawingml/2006/main" prst="roundRect">
            <a:avLst>
              <a:gd name="adj" fmla="val 13706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4B5C72B-2886-424C-9DE9-BFFC286B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1012" y="2999232"/>
            <a:ext cx="1353312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Result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1B225C6-0147-450F-991F-4637C419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6420" y="3630168"/>
            <a:ext cx="16916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исход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35246A8-0F71-48E0-A47F-7232BDA8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10EC050D-62BF-4FD4-8483-940D0D30F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50673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9F5EA82-39BF-454C-BF1E-F41F20A2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292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ADBE9991-6CA8-4227-A5A7-26FDBE396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768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Случај употребе има јасан улаз, експлицитан резултат и контролисане зависности.</a:t>
            </a:r>
          </a:p>
        </p:txBody>
      </p:sp>
    </p:spTree>
    <p:extLst>
      <p:ext uri="{BB962C8B-B14F-4D97-AF65-F5344CB8AC3E}">
        <p14:creationId xmlns:p14="http://schemas.microsoft.com/office/powerpoint/2010/main" val="19404300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FAD0B3C-E09B-4E93-AACA-55BBA76F4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9C6812-0265-4D50-AFCE-AD5C9E35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449F3B6-6CDF-4778-8E33-BE1C89CC4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D2AE8D1-8839-4D92-9CEC-7099E92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Модел и пословна правила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496EDDB-22E7-4A94-AF9F-19E6A8E7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Модел представља стање, док валидатори и доменски сервиси проверавају ограничења и спроводе пословна правила.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4D7996F-3C90-4996-A5EA-33AB465C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Reservation садржи податке о периоду и стању. ReservationValidator проверава дозвољене вредности, а доменски сервис спроводи правила сценарија.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731C552-29DB-4938-80C3-0F8E8B2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391739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E1235DB8-39BC-4568-9313-1F473944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6DE8DE9-E3B1-44BE-9CD6-545214364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991161-6C3C-42C9-A598-459115BC0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A29BDF1-CD27-4A18-B284-923EA933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Случај употребе координише валидаторе, доменске сервисе и портове.</a:t>
            </a:r>
          </a:p>
        </p:txBody>
      </p:sp>
    </p:spTree>
    <p:extLst>
      <p:ext uri="{BB962C8B-B14F-4D97-AF65-F5344CB8AC3E}">
        <p14:creationId xmlns:p14="http://schemas.microsoft.com/office/powerpoint/2010/main" val="12990272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A52F93C9-2687-4B45-9802-4E0B18266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020EEF-EC86-4A1F-B605-CEB7517D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6E466323-D6CF-429F-8EC3-E5E208996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1E461D-0DC7-4273-92C8-B8D9D3BF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Factory метод и валидно стање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9DC9DF0-24CF-4FE1-BA15-456EFE645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8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Factory метод користи валидацију приликом креирања модела и враћа експлицитан Result.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6B4C5B99-F94E-4ECD-B653-8A9166E4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42" y="2498035"/>
            <a:ext cx="5715000" cy="2394452"/>
          </a:xfrm>
          <a:prstGeom xmlns:a="http://schemas.openxmlformats.org/drawingml/2006/main" prst="roundRect">
            <a:avLst>
              <a:gd name="adj" fmla="val 3978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EDC3813-4C86-434A-8A66-2207DB27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442" y="2845507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4516F279-F4AB-4B74-8427-438CC414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7711" y="261709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6EF67554-F6DF-4316-BF30-FC8F9979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2301" y="261709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123BDA29-606A-416C-A243-B247F905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890" y="261709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0D8E39-6D66-4E06-9AFD-23C07C4FC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793" y="2974285"/>
            <a:ext cx="5427478" cy="17143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Maker</a:t>
            </a:r>
            <a:endParaRPr sz="1066" b="1">
              <a:solidFill>
                <a:srgbClr val="7442C8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</a:t>
            </a:r>
            <a:endParaRPr sz="1066">
              <a:solidFill>
                <a:srgbClr val="8E97A6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4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Create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from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DateTime</a:t>
            </a:r>
            <a:r>
              <a:rPr sz="1066" b="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to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  <a:endParaRPr sz="1066">
              <a:solidFill>
                <a:srgbClr val="5C6574"/>
              </a:solidFill>
              <a:latin typeface="Consolas"/>
              <a:ea typeface="Consolas"/>
              <a:cs typeface="Consolas"/>
            </a:endParaRP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5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6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from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&gt;=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to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&gt;.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InvalidPeriod</a:t>
            </a:r>
            <a:r>
              <a:rPr sz="1066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&gt;.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to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0</a:t>
            </a:r>
            <a:r>
              <a:rPr sz="1066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066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179FA08-A706-4712-ACAB-EAA622930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FDD48FF-B613-49FF-AEB7-FC956670A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14650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Конструктор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може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бити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приватан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Factory </a:t>
            </a:r>
            <a:r>
              <a:rPr sz="144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спречава очигледно </a:t>
            </a:r>
            <a:r>
              <a:rPr sz="144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невалидно</a:t>
            </a:r>
            <a:r>
              <a:rPr sz="1440">
                <a:solidFill>
                  <a:srgbClr val="657280"/>
                </a:solidFill>
                <a:latin typeface="Aptos"/>
                <a:ea typeface="Aptos"/>
                <a:cs typeface="Aptos"/>
              </a:rPr>
              <a:t> стање</a:t>
            </a: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Методе ентитета не треба да имају пословну логику – она остаје у сервисима.</a:t>
            </a:r>
            <a:endParaRPr sz="1440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136638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7158D5D-6BF8-4771-AEB7-57568797D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D253C84-0DE2-41F8-9391-1A0AA37D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6BCEA0-6162-4D5F-8A1A-DC508983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D4CF660-6532-4A9E-88CA-3C299708A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Ограничења валидног модела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224A7B3F-DA99-441C-9E5F-C3C9FCFC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Валидатор проверава ограничења вредности пре покретања пословног сценарија.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4CE0AF4-59D1-44C8-9682-CFD646E6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A763CBE2-8E5B-409D-9945-27F7AC1B8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44C0B1E-71FC-4A54-A673-15B0A0EA4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256F94A-CB5B-4315-90CC-67B37928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522562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почетак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мора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бити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пре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краја</a:t>
            </a:r>
            <a:endParaRPr sz="1425" b="0">
              <a:solidFill>
                <a:srgbClr val="5D68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8197C17-FC45-4CC5-AB83-4FAEDE3FB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A27E4E4-9F78-46B1-88FA-3482CFF46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8EEF982-C2C2-46D0-92BA-A5627C05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Стање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B7D022B-8AB9-4447-ABBC-F1A60806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522562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отказана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резервација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отказује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поново</a:t>
            </a:r>
            <a:endParaRPr sz="1425" b="0">
              <a:solidFill>
                <a:srgbClr val="5D6878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BF2826B-23BF-44D5-86B4-51379248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56644745-ACE2-4700-AC7F-184CB5C7B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72401F9-E12D-4788-8417-DFCDB5342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Време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BF3F162F-BF4E-41FF-BA2F-20AB3283E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522562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прошла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резервација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мења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као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будућа</a:t>
            </a:r>
            <a:endParaRPr sz="1425" b="0">
              <a:solidFill>
                <a:srgbClr val="5D6878"/>
              </a:solidFill>
              <a:latin typeface="Aptos"/>
              <a:ea typeface="Aptos"/>
              <a:cs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8230837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2A9C3C1-22E7-4CDD-B8E4-B2D44BCC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46F0930-3267-4EC5-A2A0-0FA5E45C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23FF7BC-B4F6-46F5-9A99-80DE528D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AB9DD4C-DE68-4733-917A-91A0AE01C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Очекивани пословни неуспех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5ECD7F6-C4EE-444B-AAB0-F472C3BD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Заузет термин представља исправно одбијен захтев са стабилним кодом исхода.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C39B708-E84D-470E-B386-0DB54D55D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Систем ради исправно када стабилно врати OverlappingReservation и не промени стање које не сме да се промени.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131F833-0551-4292-B483-A3B8EF04C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29000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12FDA6EA-3BE1-47AF-81C0-D0A97A7AC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009B652-48EF-42F2-B688-B9538E16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F4CA7BE-6956-4DC0-87A5-D02F0076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E93E561-7184-4EC6-92E1-ABBC6F6DF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Очекивани пословни неуспех мора имати експлицитан и тестабилан исход.</a:t>
            </a:r>
          </a:p>
        </p:txBody>
      </p:sp>
    </p:spTree>
    <p:extLst>
      <p:ext uri="{BB962C8B-B14F-4D97-AF65-F5344CB8AC3E}">
        <p14:creationId xmlns:p14="http://schemas.microsoft.com/office/powerpoint/2010/main" val="1708425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8A6AA0D-67D3-46BB-9150-B1BFB106E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F439E91-5E68-4FE8-B7B0-E650EE578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4232DFD-8DCD-440D-BC41-A331BEFC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E1B757-0FBF-44BE-9B63-10DD52AF4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Result као модел исхода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4C84F99-BBE0-4421-B970-A7FA7911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2891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Result експлицитно представља успех или очекивани пословни неуспех.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29652651-748E-47DB-8DCB-ADF4CDB4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87402"/>
            <a:ext cx="5715000" cy="2351922"/>
          </a:xfrm>
          <a:prstGeom xmlns:a="http://schemas.openxmlformats.org/drawingml/2006/main" prst="roundRect">
            <a:avLst>
              <a:gd name="adj" fmla="val 4050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31C2243-78B8-414E-A08A-915DB0FA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34874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109A061C-8D8D-4C3B-BC60-D7BE2F7FE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606465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541850AE-539B-4226-B180-D9574DA23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606465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033CF049-5D63-465A-A77E-A7748EA8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606465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10E1A11-27D7-40CC-A2AF-D8FDB6F6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63652"/>
            <a:ext cx="5448300" cy="2228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Success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static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true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null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static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error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=&gt;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new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error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record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&gt;(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Success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Value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0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string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?</a:t>
            </a:r>
            <a:r>
              <a:rPr sz="110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0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10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F0467C4-E0F1-490E-B80E-A23A7B2D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BEEB427-05C8-4566-B6F3-1AA5E14CD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Код неуспеха је стабилан.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Клијент не мора да тумачи изузетак.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Тест може директно да провери очекиван исход.</a:t>
            </a:r>
          </a:p>
        </p:txBody>
      </p:sp>
    </p:spTree>
    <p:extLst>
      <p:ext uri="{BB962C8B-B14F-4D97-AF65-F5344CB8AC3E}">
        <p14:creationId xmlns:p14="http://schemas.microsoft.com/office/powerpoint/2010/main" val="9980791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65D8ABF-C403-422F-A585-C059BEF29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ECB2352-A87D-4EF4-A119-37B22E9C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19F0015-C930-4414-90C2-9141CA77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05AE9767-73E4-4ED5-92A8-37802DC0F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Избор модела исхода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5BA9E9-1741-4559-BE38-EFA4B766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Модел исхода зависи од врсте грешке и места на коме она настаје.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EF584C5-A91D-4F3A-A368-C83AF8B6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421F454-022D-4FD1-A283-ACF53D3F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Ситуација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CBB0E2F-2B4E-48A4-8874-36ED8F2E5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F1ADB56C-2F79-4BCC-87D7-F34A03C1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Препоручени модел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478C151-A5CA-43EB-BFE5-CCDB7D86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4B121E5-32FE-42CA-8443-5425F473F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Неважећи пословни захтев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2731ED8-8664-4236-A5FB-A58A2C1D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2163DE0-9059-49D6-A294-326B679EF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Result и стабилан код неуспеха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4FFD40C-57B5-4C1F-93A0-ADB611A5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70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DA66E6E-1193-4FC5-9CF5-636AF4D02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3737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Ентитет није пронађен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EB9B752-6F56-41B4-B781-AF09C8A9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3070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4735D92-33B9-46B0-B4BF-6EB2AF30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3737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NotFound исход или Result код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A81CA0F-02D3-41E9-93E3-1D60B90C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66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572637-E21A-44CB-B4AC-3A72B480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9833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База недоступна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37D0253-635C-426E-8E51-287C961B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9166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DF869AC-7BA0-45FB-8E36-743A6EB1B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983355"/>
            <a:ext cx="7602908" cy="2345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инфраструктурна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 </a:t>
            </a: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грешка</a:t>
            </a:r>
            <a:endParaRPr sz="1425" b="0">
              <a:solidFill>
                <a:srgbClr val="1B202B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73E6807-85B5-41EB-B2B1-B0C99692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62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E43B61D7-C6F2-4F9F-92EA-96E8197BF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5929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Нарушена доменска претпоставка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F6D4D1E-EA17-4A25-AD83-6625AE61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5262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F7D6FD46-D044-4BBE-BA17-128BE5E9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5929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експлицитан неуспех у пословном слоју</a:t>
            </a:r>
          </a:p>
        </p:txBody>
      </p:sp>
    </p:spTree>
    <p:extLst>
      <p:ext uri="{BB962C8B-B14F-4D97-AF65-F5344CB8AC3E}">
        <p14:creationId xmlns:p14="http://schemas.microsoft.com/office/powerpoint/2010/main" val="13770649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2127535-73DE-454A-896C-EF4C1360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8506417-38C3-4FCE-9D70-59D2C293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D76761A-A026-4C83-B14B-84293A6F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A7D5125-0173-4000-8BFB-4DA1D57C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Сервис случаја употребе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AF94338-95DB-4F3E-A289-4E23A98FC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Сервис координише сценарио преко доменских сервиса и уговора.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14CBDB2-ED87-47EB-B725-26A792FB3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3120"/>
            <a:ext cx="5715000" cy="3233245"/>
          </a:xfrm>
          <a:prstGeom xmlns:a="http://schemas.openxmlformats.org/drawingml/2006/main" prst="roundRect">
            <a:avLst>
              <a:gd name="adj" fmla="val 2946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C6086E-DD2E-413F-8026-AA425B3D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50592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86FAA62-7538-4930-BB2B-8A04B9587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F23ABAF3-0B6A-4C1E-B26E-3B4C4928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2803426A-D9AB-4700-9F48-980A530D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222183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A82F193-FBC2-47A2-BCB5-C52C9863B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9370"/>
            <a:ext cx="5448300" cy="34204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sealed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class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ReservationService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IReservationRepository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_repository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private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readonly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IClock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_clock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public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Reserve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ReservationRequest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request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&lt;=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_clock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UtcNow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"ReservationMustBeInFuture"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if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_repository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HasOverlap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EquipmentId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11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  request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From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request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To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12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Fail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121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"OverlappingReservation"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13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</a:t>
            </a:r>
            <a:r>
              <a:rPr sz="1121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return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121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Ok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14  </a:t>
            </a:r>
            <a:r>
              <a:rPr sz="1121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1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15  </a:t>
            </a:r>
            <a:r>
              <a:rPr sz="1121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9E81F9BF-796D-4D07-90D9-E1B6DAC2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2491CFA-F3D2-4750-8BD8-2C408AAA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Use-case проверава ток операције.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Repository је уговор, не конкретна база.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Време је зависност која се контролише.</a:t>
            </a:r>
          </a:p>
        </p:txBody>
      </p:sp>
    </p:spTree>
    <p:extLst>
      <p:ext uri="{BB962C8B-B14F-4D97-AF65-F5344CB8AC3E}">
        <p14:creationId xmlns:p14="http://schemas.microsoft.com/office/powerpoint/2010/main" val="20106924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73F69D-A962-4005-8B91-0E7CC331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C9C06D0-61F1-4BAA-B7AC-43E0D40D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FC0B254-D640-436E-968E-6B75DDC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209FD174-6B23-45E9-AFEF-A9324BC0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Dependency Injection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0E0C607-6849-46F5-80E1-4EFC28B4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Променљиве зависности прослеђују се споља преко јасних уговора.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F89BAB1-DEA1-4159-87E2-73B5B2FA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74B7787-9690-4842-9768-F233351B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53D839D-EE88-45F5-AFB4-ADD82885A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IClock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4D3274-2B4B-43FA-A2B4-858CE437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контролише време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DCB4B3C1-8029-483F-BCC7-73D7132E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8909B53-0B92-4A2E-98F7-5114F587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C5C164C-BE10-40E8-B6B9-48C486513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Repository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F86717D-A170-41F1-87BB-C843CB70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складиште као уговор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CDAE626-4024-4AF2-8669-9CC9103F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0F3C385-35CD-4A12-8640-957CE51E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35C88D-07CE-41EA-9F09-E09203CE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Service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A06A5A2-FE25-494A-8C88-B31A45FD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оркестрација use-case-а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FFF73FAE-6103-40E8-BFB0-0F0AC7CF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4973CE1-1C47-43A4-8CC9-21026AF6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926BB57-BD14-48E7-B684-59BF88C7C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Composition root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F266EF39-F5F8-4DF2-A518-2636345A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бира конкретне имплементације</a:t>
            </a:r>
          </a:p>
        </p:txBody>
      </p:sp>
    </p:spTree>
    <p:extLst>
      <p:ext uri="{BB962C8B-B14F-4D97-AF65-F5344CB8AC3E}">
        <p14:creationId xmlns:p14="http://schemas.microsoft.com/office/powerpoint/2010/main" val="8185733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2A10F7-8326-4AC7-B370-AA88CB0D5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B786D6-3D70-4324-B6BA-8F2C92C3A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9665603-181E-4015-A7E6-52856BBF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6D4EDA-94E3-4567-AEFB-61117BB2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Положај пословних правила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689F9AA-331A-4AB3-B2F1-72EE554F6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Контролер преводи улаз, позива случај употребе и мапира резултат.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00895EF-C876-4044-8FEA-964D8682A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189FAC3-2B11-4C11-ABB9-0248AE9E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прима захтев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валидација формата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позива application use-case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мапира Result у HTTP или UI одговор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F39933EC-0132-490E-B973-60B99A59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1720"/>
            <a:ext cx="0" cy="32004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tx1"/>
          </a:fontRef>
        </p:style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63ED73B-2030-4088-8B68-279AB558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31720"/>
            <a:ext cx="47625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USE-CASE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2129E5E-EA06-4ACC-8E7E-880175DC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97480"/>
            <a:ext cx="4762500" cy="2926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проверава пословни ток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позива доменске операције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користи портове</a:t>
            </a:r>
          </a:p>
          <a:p xmlns:a="http://schemas.openxmlformats.org/drawingml/2006/main">
            <a:pPr algn="l">
              <a:lnSpc>
                <a:spcPct val="116000"/>
              </a:lnSpc>
              <a:spcAft>
                <a:spcPts val="800"/>
              </a:spcAft>
              <a:buNone/>
            </a:pPr>
            <a:r>
              <a:rPr sz="152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враћа експлицитан исход</a:t>
            </a:r>
          </a:p>
        </p:txBody>
      </p:sp>
    </p:spTree>
    <p:extLst>
      <p:ext uri="{BB962C8B-B14F-4D97-AF65-F5344CB8AC3E}">
        <p14:creationId xmlns:p14="http://schemas.microsoft.com/office/powerpoint/2010/main" val="5174432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201E78F-A0A7-4BFA-94D1-9E03A166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B099D71-2DEC-4CBD-B029-081422CD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FE8625C-6A2B-4269-B780-4A74781D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3FBB9B2-C517-4057-B6F9-35FA54832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Граница случаја употребе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F025441-E48C-4814-B9C8-050D772E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Случај употребе представља операцију са јасним улазом, пословним исходом и зависностима.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2EA92E9-A1CE-4D25-8A9D-31BC473E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Добар use-case може да се објасни од захтева до резултата: шта корисник покушава, која правила важе, које стање се мења и који исход систем враћа.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0330465-A5DE-485C-8338-8EB0B7B8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716026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F8CBFF2-0422-4337-B310-E59274D1D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70C879F-42E1-42AD-AA4B-B696AE71F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7BCCE61-E629-4EC9-A112-F0FE0551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E3A089F-78E8-4E45-9586-A79A2E3FB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Случај употребе је јединица пројектовања и одбране функционалности.</a:t>
            </a:r>
          </a:p>
        </p:txBody>
      </p:sp>
    </p:spTree>
    <p:extLst>
      <p:ext uri="{BB962C8B-B14F-4D97-AF65-F5344CB8AC3E}">
        <p14:creationId xmlns:p14="http://schemas.microsoft.com/office/powerpoint/2010/main" val="213951171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1B0A53E-BA97-4383-9729-436E2C85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8CB8FA5-02FE-4084-8477-E892E30F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BA20C49-64E7-440C-81C3-7E96578A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3797717F-9859-4B5F-A24F-A7E10A03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Распоређивање правила по слојевима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179D7D3-C405-4308-9131-4D182EC6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Положај правила зависи од података које користи и стања које штити.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0C16458-FD9D-4E53-8156-629FFE8A6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8B6B51F-1438-4E10-9856-DD3F8E85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EC91316-9050-4D6C-8213-57301DCAD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Entity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F41DE53-86C4-4C8F-A092-35E61B4E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инваријанте сопственог стања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1DCA7E1-B936-4FBB-812D-6FE0698B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209800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2CE33D5-050A-472E-9D34-B1ADA4433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EF98E7F-AF2B-475F-8ACE-67894FFA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90800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Domain service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F5D6F22-9676-4E00-8EE0-35E0E49AC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52750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правило више доменских објеката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24079E98-4209-49A8-8AC3-C667C8F9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ECFC1AEC-0AF7-46DA-8AAE-FC173FF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E99E0B7B-0AAD-484D-AF3D-07658EEE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Application service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96E4CEB-8B0F-4F85-BF06-5B377081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оркестрација use-case-а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DE0BB46-C1AA-465A-BF10-968FE0A4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71925"/>
            <a:ext cx="5067300" cy="1571625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A0D30A3-921C-47E2-B747-E1BDB194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472440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AFF28DB-3F95-4C72-AED8-D9BD1F7E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352925"/>
            <a:ext cx="472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5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Infrastructure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7B46C560-2ABE-4021-8FD9-32345008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14875"/>
            <a:ext cx="4724400" cy="733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технички адаптер без пословне одлуке</a:t>
            </a:r>
          </a:p>
        </p:txBody>
      </p:sp>
    </p:spTree>
    <p:extLst>
      <p:ext uri="{BB962C8B-B14F-4D97-AF65-F5344CB8AC3E}">
        <p14:creationId xmlns:p14="http://schemas.microsoft.com/office/powerpoint/2010/main" val="195046276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9FC5B813-FB8A-447E-92B5-8227E40AD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4358D12-95E2-4B2E-88A8-259FDA54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5AA82E6-BACA-4F5D-90F2-A67CD20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21486BA-94F3-406B-8424-8061A266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Кодови исхода као део уговора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27CFE0-46AB-407D-A756-1A9A949C9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Стабилни кодови омогућавају клијенту да поуздано обради очекивани неуспех.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2DD89F-74FF-4FBD-ACC5-20BC25EC1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40280"/>
            <a:ext cx="2518161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7876558-315A-48BC-A0C5-0DAD9435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306955"/>
            <a:ext cx="2324456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Код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3858515-743C-4A08-901B-54C862F30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240280"/>
            <a:ext cx="7845039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30B9FC8-BA6E-4614-BBD3-93131D65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306955"/>
            <a:ext cx="7651334" cy="3524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Значење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465ECE-2904-4AEE-AF2E-5152199C2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974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FA79296-81E2-4401-95B0-051DDCEE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27641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InvalidPeriod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2DA39FC-F195-45C9-B5AE-707C7333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26974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357DD94B-43BA-4878-BF0C-A0C66BDA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27641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почетак није пре краја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0366B33-1B39-40C1-9527-F9DE7971E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70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27055C1-F984-46AE-BBAB-F2E09A106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3737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ReservationMustBeInFuture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0E7CBE6-B4E2-4630-B246-D1B0C2B5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3070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2E06437-7B89-42F6-974E-6FD68354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3737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термин није у будућности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19163320-EE4A-4231-9334-E7B1949A7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166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1D71298-878B-4563-8AD3-43C94501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39833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OverlappingReservation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1972ECB-F861-49A8-8C23-B2C2E4FCE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39166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F318E9D-3DA1-4416-84F4-F594A34F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39833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период се преклапа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869C9F6-55DA-4ED7-B3E1-E67620EE8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26280"/>
            <a:ext cx="2518161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F9FA1EF1-A621-44DC-8E22-B1CF965F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23" y="4592955"/>
            <a:ext cx="2276030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3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AlreadyCancelled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02AACFD-917F-46A4-B1DA-441C41D8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2561" y="4526280"/>
            <a:ext cx="7845039" cy="609600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8A86221-3A35-492E-9BB4-BBDF8FBF1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784" y="4592955"/>
            <a:ext cx="7602908" cy="50482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операција је већ извршена</a:t>
            </a:r>
          </a:p>
        </p:txBody>
      </p:sp>
    </p:spTree>
    <p:extLst>
      <p:ext uri="{BB962C8B-B14F-4D97-AF65-F5344CB8AC3E}">
        <p14:creationId xmlns:p14="http://schemas.microsoft.com/office/powerpoint/2010/main" val="59567368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7133AB8-E1B0-4F39-B229-2E709A6D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FFB7C41-EA07-49E8-9F0D-213A3CAA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FB45831-7B93-48F5-AA5A-C6401318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E5B56A3-A2E5-4721-A26E-B67D405BE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Контролна тачка P2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85F838E-8E49-4461-9271-40BD466C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Функционално језгро мора бити разумљиво и образложиво.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184C008-C865-41C7-8495-DD3BAF12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880" y="2331720"/>
            <a:ext cx="256032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4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17D1056-D1F8-4002-AAEE-2204E3ECD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2514600"/>
            <a:ext cx="530352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вертикални пролаз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8E80705-33E4-497A-B865-AE15722F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3246120"/>
            <a:ext cx="5943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P2 је после Вежбе 4, недеља од 02.11: најмање један вертикални пролаз кроз систем, од захтева до резултата, са јасним границама одговорности.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80FED6A-CC75-4130-8DD7-E203A9528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520" y="4389120"/>
            <a:ext cx="4937760" cy="128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169761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B9996F8-8542-4FB5-BE64-1D729050F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97E1363-2BC1-48D8-9419-71A55465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B8CE998-76D7-4BD3-81F6-9A5DED74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AD256034-4963-435B-9E27-ED2E3AD4E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Захтеви контролне тачке P2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29D71B7-7406-4C26-9D7B-46F61AB8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Провера обухвата архитектонске границе, вертикални пролаз и стабилне исходе.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A2D02B1-26B9-440B-ABD4-3AE617AA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2B666E-E4F2-4E67-8D96-E1D8359AB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Документовати одговорност сваког слоја и смер зависности.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10004E0-FD44-455C-8ACD-2CF8043A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552FCE-CE0E-454D-9098-A05A49EA8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Имплементирати најмање један вертикални пролаз кроз систем.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943FA9B-A7D0-46E4-B9BA-7AE69CC5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28032BC-A16F-4698-ACCF-8E87B91B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 очекиване неуспехе дефинисати стабилне кодове или типове резултата.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5690A6E-73F5-4B93-9687-3033ED49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022A5D2-CA72-4AC6-B2B9-A8A52F1D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Domain и Application тестирати без базе и корисничког интерфејса.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83D2028-65E0-4F3F-A20F-A37E015C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1518CDA-B8A6-4D74-987D-1FB37862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Термин: недеља од 02.11., после Вежбе 4.</a:t>
            </a:r>
          </a:p>
        </p:txBody>
      </p:sp>
    </p:spTree>
    <p:extLst>
      <p:ext uri="{BB962C8B-B14F-4D97-AF65-F5344CB8AC3E}">
        <p14:creationId xmlns:p14="http://schemas.microsoft.com/office/powerpoint/2010/main" val="600210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83BF657-79C0-434E-8150-37D21B8C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E80422F-BFC7-4E04-9E11-C5EAD7CF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3BA67F3-245A-4AA0-9B3E-ED3B26AAD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F1C688B-27A6-4B8E-A543-A8781FA91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Самостални задатак: замена bool/null вредности Result типом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C933D1A-6B2C-4B17-9C0E-6A445B6C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Метода треба да врати стабилан код и податке потребне за обраду исхода.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534B24F6-8198-49B7-A7FE-0EB06800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22255"/>
            <a:ext cx="5715000" cy="2280285"/>
          </a:xfrm>
          <a:prstGeom xmlns:a="http://schemas.openxmlformats.org/drawingml/2006/main" prst="roundRect">
            <a:avLst>
              <a:gd name="adj" fmla="val 4177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294A85F3-2D23-4D91-8927-A2E39B68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69727"/>
            <a:ext cx="571500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A97493E-F8E6-438D-A79B-312C1B07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4669" y="264131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6B6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Oval 10">
            <a:extLst xmlns:a="http://schemas.openxmlformats.org/drawingml/2006/main">
              <a:ext uri="{FF2B5EF4-FFF2-40B4-BE49-F238E27FC236}">
                <a16:creationId xmlns:a16="http://schemas.microsoft.com/office/drawing/2014/main" id="{8F68CFE4-B11A-462C-90A0-EC70485B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9259" y="264131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BE4A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00228A29-8E5D-411B-8480-7AAF2895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3848" y="2641318"/>
            <a:ext cx="73152" cy="7315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2C45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EC0CA7B-35BC-49F8-8FFA-E6AA3845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8505"/>
            <a:ext cx="5448300" cy="22802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1  </a:t>
            </a:r>
            <a:r>
              <a:rPr sz="1032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// пре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2  </a:t>
            </a:r>
            <a:r>
              <a:rPr sz="1032" b="1">
                <a:solidFill>
                  <a:srgbClr val="005CC5"/>
                </a:solidFill>
                <a:latin typeface="Consolas"/>
                <a:ea typeface="Consolas"/>
                <a:cs typeface="Consolas"/>
              </a:rPr>
              <a:t>bool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request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3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4  </a:t>
            </a:r>
            <a:r>
              <a:rPr sz="1032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// после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5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Reserve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Request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request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6  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7  </a:t>
            </a:r>
            <a:r>
              <a:rPr sz="1032">
                <a:solidFill>
                  <a:srgbClr val="55845A"/>
                </a:solidFill>
                <a:latin typeface="Consolas"/>
                <a:ea typeface="Consolas"/>
                <a:cs typeface="Consolas"/>
              </a:rPr>
              <a:t>// тест проверава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8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Success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False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);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 9 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Assert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That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result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Error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,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Is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.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EqualTo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(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32" b="1">
                <a:solidFill>
                  <a:srgbClr val="7442C8"/>
                </a:solidFill>
                <a:latin typeface="Consolas"/>
                <a:ea typeface="Consolas"/>
                <a:cs typeface="Consolas"/>
              </a:rPr>
              <a:t>OverlappingReservatio</a:t>
            </a:r>
          </a:p>
          <a:p xmlns:a="http://schemas.openxmlformats.org/drawingml/2006/main">
            <a:pPr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32">
                <a:solidFill>
                  <a:srgbClr val="8E97A6"/>
                </a:solidFill>
                <a:latin typeface="Consolas"/>
                <a:ea typeface="Consolas"/>
                <a:cs typeface="Consolas"/>
              </a:rPr>
              <a:t>10  </a:t>
            </a:r>
            <a:r>
              <a:rPr sz="1032">
                <a:solidFill>
                  <a:srgbClr val="262B36"/>
                </a:solidFill>
                <a:latin typeface="Consolas"/>
                <a:ea typeface="Consolas"/>
                <a:cs typeface="Consolas"/>
              </a:rPr>
              <a:t>    n</a:t>
            </a:r>
            <a:r>
              <a:rPr sz="1032">
                <a:solidFill>
                  <a:srgbClr val="A95921"/>
                </a:solidFill>
                <a:latin typeface="Consolas"/>
                <a:ea typeface="Consolas"/>
                <a:cs typeface="Consolas"/>
              </a:rPr>
              <a:t>"</a:t>
            </a:r>
            <a:r>
              <a:rPr sz="1032">
                <a:solidFill>
                  <a:srgbClr val="5C6574"/>
                </a:solidFill>
                <a:latin typeface="Consolas"/>
                <a:ea typeface="Consolas"/>
                <a:cs typeface="Consolas"/>
              </a:rPr>
              <a:t>));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F0005170-C28A-41BD-AA4C-CEACECB9C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240280"/>
            <a:ext cx="3840480" cy="2715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НАПОМЕНЕ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843E0E2-C2D3-4286-9D7B-8FD4EFFE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3240" y="2578608"/>
            <a:ext cx="3886200" cy="2468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Рефакторисати једну методу са bool/null исходом.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Додати два мала теста или демонстрациона сценарија.</a:t>
            </a:r>
          </a:p>
          <a:p xmlns:a="http://schemas.openxmlformats.org/drawingml/2006/main">
            <a:pPr algn="l">
              <a:lnSpc>
                <a:spcPct val="115000"/>
              </a:lnSpc>
              <a:spcAft>
                <a:spcPts val="800"/>
              </a:spcAft>
              <a:buNone/>
            </a:pPr>
            <a:r>
              <a:rPr sz="144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Образложити нови стабилан код неуспеха.</a:t>
            </a:r>
          </a:p>
        </p:txBody>
      </p:sp>
    </p:spTree>
    <p:extLst>
      <p:ext uri="{BB962C8B-B14F-4D97-AF65-F5344CB8AC3E}">
        <p14:creationId xmlns:p14="http://schemas.microsoft.com/office/powerpoint/2010/main" val="87235845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F7024B1-FD9D-4543-A3FB-8E3E22DB0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50798EC-ECA7-4DD4-82BD-0EE0DBB0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06E6F67-89B4-43D0-AA71-0C1BE779C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B9E3C53-AA7A-4A21-BCEC-8F1BC2ADC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Границе случаја употребе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93D686F-9890-4703-AD37-FDC8C894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Јасан улаз, пословно правило и експлицитан резултат омогућавају проверу сценарија.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BA5157F6-66F9-42C4-8BFA-C0AB52004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2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7101D35D-F4CE-465B-B2F6-F8A8431A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5D30893-EF95-470A-9E42-CA560660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C071391B-0A73-424E-A73F-A545800A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команда или захтев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5E8D0D4-A036-47B2-9ED4-E14E193B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86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6B0A894-2DD1-4D8F-909E-457B1A986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4333251E-C927-4664-8AD9-AE9DEFDF5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Policy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25B7EDA-2731-40BC-9FA5-6130468A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32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пословно понашање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4DDE820-D19D-433E-A49A-EF333F67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9080" y="2560320"/>
            <a:ext cx="2834640" cy="1828800"/>
          </a:xfrm>
          <a:prstGeom xmlns:a="http://schemas.openxmlformats.org/drawingml/2006/main" prst="roundRect">
            <a:avLst>
              <a:gd name="adj" fmla="val 5208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347C029-ACF7-4E1D-B714-4F58908CD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2761488"/>
            <a:ext cx="731520" cy="2098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8364113-5822-45AB-B3AC-0E6FB9018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063240"/>
            <a:ext cx="233172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5B93BBC-F391-467F-B000-A2ED0CBE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3672" y="3703320"/>
            <a:ext cx="2331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експлицитан исход</a:t>
            </a:r>
          </a:p>
        </p:txBody>
      </p:sp>
    </p:spTree>
    <p:extLst>
      <p:ext uri="{BB962C8B-B14F-4D97-AF65-F5344CB8AC3E}">
        <p14:creationId xmlns:p14="http://schemas.microsoft.com/office/powerpoint/2010/main" val="16658149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16867022-261C-48BF-B733-906F3110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E435EBC-DBFC-4DF7-A760-619F45FD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492FA09-529E-4553-AB15-C870A27F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C7CAF22B-1EF3-4EC5-90DB-C48176F9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Резиме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91570CC-7F9B-4B53-AC84-F389FA78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783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Пословна логика припада доменским сервисима и случајевима употребе, уз одвојену валидацију модела.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098A56-5D51-4DDA-934D-C172DAECE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2423160"/>
            <a:ext cx="8229600" cy="10369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Use-case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није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техничка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основа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већ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контролисан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ток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који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повезује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захтев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доменска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правила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зависности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и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стабилан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резултат</a:t>
            </a:r>
            <a:r>
              <a:rPr sz="210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06A3D8-E3CB-429B-B786-C89AB36A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3472806"/>
            <a:ext cx="6949440" cy="10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2CC"/>
          </a:solidFill>
          <a:ln xmlns:a="http://schemas.openxmlformats.org/drawingml/2006/main" w="9525">
            <a:solidFill>
              <a:srgbClr val="B8C2CC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48FAD3F-19AF-4390-A7B2-230EB5D1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800100"/>
          </a:xfrm>
          <a:prstGeom xmlns:a="http://schemas.openxmlformats.org/drawingml/2006/main" prst="roundRect">
            <a:avLst>
              <a:gd name="adj" fmla="val 11905"/>
            </a:avLst>
          </a:prstGeom>
          <a:solidFill xmlns:a="http://schemas.openxmlformats.org/drawingml/2006/main">
            <a:srgbClr val="EEF3F8"/>
          </a:solidFill>
          <a:ln xmlns:a="http://schemas.openxmlformats.org/drawingml/2006/main" w="9525">
            <a:solidFill>
              <a:srgbClr val="C7D5E3"/>
            </a:solidFill>
            <a:prstDash val="solid"/>
          </a:ln>
        </p:spPr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5FDD50F8-4BA4-41B0-8B8F-4FEA31A87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83B5B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165B5E8-5A6F-420D-9B7C-AC3969959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81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975" b="1">
                <a:solidFill>
                  <a:srgbClr val="183B5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НАПОМЕНА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007A10-C382-4D65-A4A0-891882A3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29150"/>
            <a:ext cx="96012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9222C"/>
                </a:solidFill>
                <a:latin typeface="Aptos"/>
                <a:ea typeface="Aptos"/>
                <a:cs typeface="Aptos"/>
              </a:rPr>
              <a:t>Овим се поставља основа за аутоматизовано тестирање.</a:t>
            </a:r>
          </a:p>
        </p:txBody>
      </p:sp>
    </p:spTree>
    <p:extLst>
      <p:ext uri="{BB962C8B-B14F-4D97-AF65-F5344CB8AC3E}">
        <p14:creationId xmlns:p14="http://schemas.microsoft.com/office/powerpoint/2010/main" val="176140887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D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F32B1C47-8864-4E70-B1F4-C70572C4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2608"/>
            <a:ext cx="22860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3E5E7D"/>
                </a:solidFill>
                <a:latin typeface="Aptos"/>
                <a:ea typeface="Aptos"/>
                <a:cs typeface="Aptos"/>
              </a:rPr>
              <a:t>Елементи развоја софтвера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C62C733-7CDF-4F3E-ACDC-339D59B98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776"/>
            <a:ext cx="10835640" cy="685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E5E7D"/>
          </a:solidFill>
          <a:ln xmlns:a="http://schemas.openxmlformats.org/drawingml/2006/main" w="9525">
            <a:solidFill>
              <a:srgbClr val="3E5E7D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190B2E46-1399-48E0-8DAC-1695152E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4280" y="63550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 b="0">
                <a:solidFill>
                  <a:srgbClr val="87929E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7E42BE95-21DA-458F-8AF3-BB2995ADA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14400"/>
            <a:ext cx="10363200" cy="3963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550" b="1">
                <a:solidFill>
                  <a:srgbClr val="19222C"/>
                </a:solidFill>
                <a:latin typeface="Aptos Display"/>
                <a:ea typeface="Aptos Display"/>
                <a:cs typeface="Aptos Display"/>
              </a:rPr>
              <a:t>Припрема за наредну вежбу</a:t>
            </a:r>
            <a:endParaRPr sz="2550" b="1">
              <a:solidFill>
                <a:srgbClr val="1B202B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FAC429E-7FBC-4C7E-992A-A5D9A700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00200"/>
            <a:ext cx="10363200" cy="5524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Припремити сценарије који се могу проверити NUnit тестовима.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DAC5E19-5D44-4D3C-9F42-37A4B68B8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40280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95029D4-94CC-4A62-9600-31D74FE3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240280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Изабрати два use-case-а у пројекту.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6F0FE14-DCD7-4596-A1DE-6F9CA6E4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807208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41BBD19-61DC-4E87-BE06-C4432A585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7208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За сваки дефинисати улаз, пословне исходе и стабилне кодове грешке.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35913A3-DB23-42A4-A348-9B167687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374136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6AECCFC-E59C-4DAF-9999-24BDBE7F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374136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Проверити да ли доменски објекти штите своје инваријанте.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22F1028-9D28-4575-A0C5-4C863392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941064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B07EBEA-8EFC-47A1-8ECC-11236F26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41064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Изместити пословна правила из UI/API слоја.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5851ACE-D2A5-4569-A7D6-D36E0BB37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07992"/>
            <a:ext cx="502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1">
                <a:solidFill>
                  <a:srgbClr val="183B5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312ACC49-13CE-4AC0-9BEC-6900CF817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507992"/>
            <a:ext cx="82296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00" b="0">
                <a:solidFill>
                  <a:srgbClr val="657280"/>
                </a:solidFill>
                <a:latin typeface="Aptos"/>
                <a:ea typeface="Aptos"/>
                <a:cs typeface="Aptos"/>
              </a:rPr>
              <a:t>Припремити сценарије за NUnit тестове.</a:t>
            </a:r>
          </a:p>
        </p:txBody>
      </p:sp>
    </p:spTree>
    <p:extLst>
      <p:ext uri="{BB962C8B-B14F-4D97-AF65-F5344CB8AC3E}">
        <p14:creationId xmlns:p14="http://schemas.microsoft.com/office/powerpoint/2010/main" val="26692967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2026-09-29T18:47:05.3670000Z</dcterms:created>
  <dcterms:modified xsi:type="dcterms:W3CDTF">2026-09-29T18:47:05.3670000Z</dcterms:modified>
</coreProperties>
</file>