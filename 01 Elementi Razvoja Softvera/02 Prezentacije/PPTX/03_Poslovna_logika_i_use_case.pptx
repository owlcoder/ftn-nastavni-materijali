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4e3c5c5a464b70" /><Relationship Type="http://schemas.openxmlformats.org/officeDocument/2006/relationships/extended-properties" Target="/docProps/app.xml" Id="R132b0f4b07d34ba7" /><Relationship Type="http://schemas.openxmlformats.org/officeDocument/2006/relationships/officeDocument" Target="/ppt/presentation.xml" Id="R7600c27a96cc4c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4a20ce87d6495e"/>
  </p:sldMasterIdLst>
  <p:notesMasterIdLst>
    <p:notesMasterId xmlns:r="http://schemas.openxmlformats.org/officeDocument/2006/relationships" r:id="Rde4ffc09bccb4359"/>
  </p:notesMasterIdLst>
  <p:sldIdLst>
    <p:sldId xmlns:r="http://schemas.openxmlformats.org/officeDocument/2006/relationships" id="256" r:id="Rfd6b02b3f9f34b71"/>
    <p:sldId xmlns:r="http://schemas.openxmlformats.org/officeDocument/2006/relationships" id="257" r:id="Rb16503e793c14b4d"/>
    <p:sldId xmlns:r="http://schemas.openxmlformats.org/officeDocument/2006/relationships" id="258" r:id="R13d72670f0764096"/>
    <p:sldId xmlns:r="http://schemas.openxmlformats.org/officeDocument/2006/relationships" id="259" r:id="R654c0a117e7f4a30"/>
    <p:sldId xmlns:r="http://schemas.openxmlformats.org/officeDocument/2006/relationships" id="260" r:id="R41d8843bb108437e"/>
    <p:sldId xmlns:r="http://schemas.openxmlformats.org/officeDocument/2006/relationships" id="261" r:id="Raa7c79a8c59f45d5"/>
    <p:sldId xmlns:r="http://schemas.openxmlformats.org/officeDocument/2006/relationships" id="262" r:id="R6882743f983c4ece"/>
    <p:sldId xmlns:r="http://schemas.openxmlformats.org/officeDocument/2006/relationships" id="263" r:id="R12248469d7f64a69"/>
    <p:sldId xmlns:r="http://schemas.openxmlformats.org/officeDocument/2006/relationships" id="264" r:id="R21f9b74406ab4f50"/>
    <p:sldId xmlns:r="http://schemas.openxmlformats.org/officeDocument/2006/relationships" id="265" r:id="Re0a696d18ad64662"/>
    <p:sldId xmlns:r="http://schemas.openxmlformats.org/officeDocument/2006/relationships" id="266" r:id="R8e43a5206fdf4b8b"/>
    <p:sldId xmlns:r="http://schemas.openxmlformats.org/officeDocument/2006/relationships" id="267" r:id="R4eb5adf3415c4af0"/>
    <p:sldId xmlns:r="http://schemas.openxmlformats.org/officeDocument/2006/relationships" id="268" r:id="R8884255d266e44e9"/>
    <p:sldId xmlns:r="http://schemas.openxmlformats.org/officeDocument/2006/relationships" id="269" r:id="R00d85f7952ac42ad"/>
    <p:sldId xmlns:r="http://schemas.openxmlformats.org/officeDocument/2006/relationships" id="270" r:id="R6c26582acd114721"/>
    <p:sldId xmlns:r="http://schemas.openxmlformats.org/officeDocument/2006/relationships" id="271" r:id="R380191c0b8334a75"/>
    <p:sldId xmlns:r="http://schemas.openxmlformats.org/officeDocument/2006/relationships" id="272" r:id="R4ccc1011a8aa4dbf"/>
    <p:sldId xmlns:r="http://schemas.openxmlformats.org/officeDocument/2006/relationships" id="273" r:id="Rffb7345916784c0c"/>
    <p:sldId xmlns:r="http://schemas.openxmlformats.org/officeDocument/2006/relationships" id="274" r:id="Rf07426b4d7274e72"/>
    <p:sldId xmlns:r="http://schemas.openxmlformats.org/officeDocument/2006/relationships" id="275" r:id="R43d158b655d546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32305d433e4aa8" /><Relationship Type="http://schemas.openxmlformats.org/officeDocument/2006/relationships/slideMaster" Target="/ppt/slideMasters/slideMaster1.xml" Id="Rba4a20ce87d6495e" /><Relationship Type="http://schemas.openxmlformats.org/officeDocument/2006/relationships/notesMaster" Target="/ppt/notesMasters/notesMaster1.xml" Id="Rde4ffc09bccb4359" /><Relationship Type="http://schemas.openxmlformats.org/officeDocument/2006/relationships/presProps" Target="/ppt/presProps.xml" Id="R51321458143a49cf" /><Relationship Type="http://schemas.openxmlformats.org/officeDocument/2006/relationships/viewProps" Target="/ppt/viewProps.xml" Id="Ra58c6e2bdc49466b" /><Relationship Type="http://schemas.openxmlformats.org/officeDocument/2006/relationships/tableStyles" Target="/ppt/tableStyles.xml" Id="Rc7cda6d7b04746f1" /><Relationship Type="http://schemas.openxmlformats.org/officeDocument/2006/relationships/slide" Target="/ppt/slides/slide1.xml" Id="Rfd6b02b3f9f34b71" /><Relationship Type="http://schemas.openxmlformats.org/officeDocument/2006/relationships/slide" Target="/ppt/slides/slide2.xml" Id="Rb16503e793c14b4d" /><Relationship Type="http://schemas.openxmlformats.org/officeDocument/2006/relationships/slide" Target="/ppt/slides/slide3.xml" Id="R13d72670f0764096" /><Relationship Type="http://schemas.openxmlformats.org/officeDocument/2006/relationships/slide" Target="/ppt/slides/slide4.xml" Id="R654c0a117e7f4a30" /><Relationship Type="http://schemas.openxmlformats.org/officeDocument/2006/relationships/slide" Target="/ppt/slides/slide5.xml" Id="R41d8843bb108437e" /><Relationship Type="http://schemas.openxmlformats.org/officeDocument/2006/relationships/slide" Target="/ppt/slides/slide6.xml" Id="Raa7c79a8c59f45d5" /><Relationship Type="http://schemas.openxmlformats.org/officeDocument/2006/relationships/slide" Target="/ppt/slides/slide7.xml" Id="R6882743f983c4ece" /><Relationship Type="http://schemas.openxmlformats.org/officeDocument/2006/relationships/slide" Target="/ppt/slides/slide8.xml" Id="R12248469d7f64a69" /><Relationship Type="http://schemas.openxmlformats.org/officeDocument/2006/relationships/slide" Target="/ppt/slides/slide9.xml" Id="R21f9b74406ab4f50" /><Relationship Type="http://schemas.openxmlformats.org/officeDocument/2006/relationships/slide" Target="/ppt/slides/slide10.xml" Id="Re0a696d18ad64662" /><Relationship Type="http://schemas.openxmlformats.org/officeDocument/2006/relationships/slide" Target="/ppt/slides/slide11.xml" Id="R8e43a5206fdf4b8b" /><Relationship Type="http://schemas.openxmlformats.org/officeDocument/2006/relationships/slide" Target="/ppt/slides/slide12.xml" Id="R4eb5adf3415c4af0" /><Relationship Type="http://schemas.openxmlformats.org/officeDocument/2006/relationships/slide" Target="/ppt/slides/slide13.xml" Id="R8884255d266e44e9" /><Relationship Type="http://schemas.openxmlformats.org/officeDocument/2006/relationships/slide" Target="/ppt/slides/slide14.xml" Id="R00d85f7952ac42ad" /><Relationship Type="http://schemas.openxmlformats.org/officeDocument/2006/relationships/slide" Target="/ppt/slides/slide15.xml" Id="R6c26582acd114721" /><Relationship Type="http://schemas.openxmlformats.org/officeDocument/2006/relationships/slide" Target="/ppt/slides/slide16.xml" Id="R380191c0b8334a75" /><Relationship Type="http://schemas.openxmlformats.org/officeDocument/2006/relationships/slide" Target="/ppt/slides/slide17.xml" Id="R4ccc1011a8aa4dbf" /><Relationship Type="http://schemas.openxmlformats.org/officeDocument/2006/relationships/slide" Target="/ppt/slides/slide18.xml" Id="Rffb7345916784c0c" /><Relationship Type="http://schemas.openxmlformats.org/officeDocument/2006/relationships/slide" Target="/ppt/slides/slide19.xml" Id="Rf07426b4d7274e72" /><Relationship Type="http://schemas.openxmlformats.org/officeDocument/2006/relationships/slide" Target="/ppt/slides/slide20.xml" Id="R43d158b655d546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c6845f1ecb48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ed9665b9b94292" /><Relationship Type="http://schemas.openxmlformats.org/officeDocument/2006/relationships/notesMaster" Target="/ppt/notesMasters/notesMaster1.xml" Id="R98ae45d9bd3949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04b5b6464f4838" /><Relationship Type="http://schemas.openxmlformats.org/officeDocument/2006/relationships/notesMaster" Target="/ppt/notesMasters/notesMaster1.xml" Id="R3aeb6d877dca42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59a94ffa184f0b" /><Relationship Type="http://schemas.openxmlformats.org/officeDocument/2006/relationships/notesMaster" Target="/ppt/notesMasters/notesMaster1.xml" Id="Ra5ab830cd4ea43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3d82b6dee34c0f" /><Relationship Type="http://schemas.openxmlformats.org/officeDocument/2006/relationships/notesMaster" Target="/ppt/notesMasters/notesMaster1.xml" Id="R6263f9a69f9246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e53681e5044735" /><Relationship Type="http://schemas.openxmlformats.org/officeDocument/2006/relationships/notesMaster" Target="/ppt/notesMasters/notesMaster1.xml" Id="Rbd645fe357de44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82b9f0068846c7" /><Relationship Type="http://schemas.openxmlformats.org/officeDocument/2006/relationships/notesMaster" Target="/ppt/notesMasters/notesMaster1.xml" Id="R0903ef26feaf40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ee935044ee4198" /><Relationship Type="http://schemas.openxmlformats.org/officeDocument/2006/relationships/notesMaster" Target="/ppt/notesMasters/notesMaster1.xml" Id="Rfd53f02e21e64a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5847d9a2954385" /><Relationship Type="http://schemas.openxmlformats.org/officeDocument/2006/relationships/notesMaster" Target="/ppt/notesMasters/notesMaster1.xml" Id="R12898df81dc44d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58c656152a4705" /><Relationship Type="http://schemas.openxmlformats.org/officeDocument/2006/relationships/notesMaster" Target="/ppt/notesMasters/notesMaster1.xml" Id="R792d439acb0c4c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02a9514e1d41d4" /><Relationship Type="http://schemas.openxmlformats.org/officeDocument/2006/relationships/notesMaster" Target="/ppt/notesMasters/notesMaster1.xml" Id="Rcb883f553a624a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dc4865cb604be7" /><Relationship Type="http://schemas.openxmlformats.org/officeDocument/2006/relationships/notesMaster" Target="/ppt/notesMasters/notesMaster1.xml" Id="R66959300ca3446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3dc3f4d0ad4ede" /><Relationship Type="http://schemas.openxmlformats.org/officeDocument/2006/relationships/notesMaster" Target="/ppt/notesMasters/notesMaster1.xml" Id="R1d3cf30074884c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02e6a559803404c" /><Relationship Type="http://schemas.openxmlformats.org/officeDocument/2006/relationships/notesMaster" Target="/ppt/notesMasters/notesMaster1.xml" Id="R7d925871492c43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c91b75724448f6" /><Relationship Type="http://schemas.openxmlformats.org/officeDocument/2006/relationships/notesMaster" Target="/ppt/notesMasters/notesMaster1.xml" Id="R9ea15159831843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2b8b0972c754069" /><Relationship Type="http://schemas.openxmlformats.org/officeDocument/2006/relationships/notesMaster" Target="/ppt/notesMasters/notesMaster1.xml" Id="Rfeac46dd3ffe435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b94e4913484844" /><Relationship Type="http://schemas.openxmlformats.org/officeDocument/2006/relationships/notesMaster" Target="/ppt/notesMasters/notesMaster1.xml" Id="R7c70c4f15e6145f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bcb22fab437443b" /><Relationship Type="http://schemas.openxmlformats.org/officeDocument/2006/relationships/notesMaster" Target="/ppt/notesMasters/notesMaster1.xml" Id="R617d7f230f814d3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6218cba7a0b482f" /><Relationship Type="http://schemas.openxmlformats.org/officeDocument/2006/relationships/notesMaster" Target="/ppt/notesMasters/notesMaster1.xml" Id="R5bf4a84987a942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e9072b002e0459a" /><Relationship Type="http://schemas.openxmlformats.org/officeDocument/2006/relationships/notesMaster" Target="/ppt/notesMasters/notesMaster1.xml" Id="Rac48992190ae4ed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6de7be8347464e" /><Relationship Type="http://schemas.openxmlformats.org/officeDocument/2006/relationships/notesMaster" Target="/ppt/notesMasters/notesMaster1.xml" Id="R2981c6d64bea4f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8ce185cd1a4b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b836bd563f49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51867d2ea4a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678303c4f48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bbda0ed4af40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49b08e69c415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4ceb6c9ce461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cd93747137458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d936ade5be4ef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98ce118f44ac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19203a2e5449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206C7E-CA23-479B-9331-2C2354362AC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FF36D6-2180-4878-8508-E94AF4A8AC1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24AEBF-4B49-4777-AC40-1A446DCB21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A249FB-8941-4A84-AE51-CC4760C034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7C2AA1-ABEB-4B08-BC51-5392369C7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BDE505-295C-4306-A83B-2B6E523B9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42550D1-FBA3-406B-AEAB-77080469679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CE7F7B-81AD-453F-8E15-FF84C29E66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4755AA-5773-4CF1-AB16-4C9893815C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514D9C-00DB-4398-8233-3A70D6C20F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1195A4-9EE9-43CE-9765-9C684EF7F2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54F238-1ED3-4AE1-8F59-830B98F083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EF7A42-68D9-4780-A7FC-BF1C749517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68097E-222D-47A6-814D-BE372EC262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F88C6A-070E-4D69-B093-ABE922FB0D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49D784-080B-454E-9194-A1E1DA9516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261FD66-1933-4051-BD14-71A8AA2F6E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7667B88-2E21-4133-81F2-EF5C6E9C8D4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453030-FE40-4D98-B3C9-8BF0D9A43F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6D574F-2D65-48F2-B533-2C69111B45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09A7C11-AE63-48D9-9B36-A79E0F97C7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96B98D-8B3D-4CAC-B775-CD23607A87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13D5B2-C06A-43DA-9BE2-832624E5C8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C768881-7E71-46FE-AF46-A55FAD3565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417BCD2-0B90-461F-8D74-5E80FDDC633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1FBCB58-623C-4D5E-AB66-A0D90952A1E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63DF078-7B82-428C-8373-9E684A5FF4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34F72E9-8C1F-40FF-B029-4AD30916E7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472A685-96C5-40CF-B768-98F7771DA8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CF8458-E9E3-468E-A566-3744FFDCD7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E5F78BB-D6A8-4D57-B185-933BF3069D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AD72457-4C8F-4D45-84F3-34CAF7932F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C009CDD-21AB-498C-B54F-928DBCC118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CCAD3BF-93C7-47F3-9240-6857D76729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A961720-FB9B-4DC5-B8D4-10E0D368F8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287155F-21E1-4E54-84A2-C9E3AB04BF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416A9D-278F-4FDF-BF12-A594A0306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C1FEB91-E07F-42DF-B6F6-779BCA986EF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0AF37D4-B818-4398-94E0-19782DD69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C46B49-0107-43E6-B5AB-373FA79089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16C8971-E25A-473E-A679-6CFA28236E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E653961-210A-49C4-BF1C-57C0C1FEF1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6F63E9-E56E-4818-9F56-F07537BDA7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955C8FD-5BB3-4F51-98E3-479516D07BB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1EB9C8-2A38-45F7-B406-9729DE1980A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22ED47-7F9E-4397-B876-D2D4FFBF26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5024FD-0FD1-43B4-8633-258DA6A1BD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70915F-BB0B-42B1-8BC1-4D7D0536DD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14E846-0547-45EF-803E-7376B8BF31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DCE591E-4F84-46D2-9C51-11E6B058E4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D9D945-59F9-465D-8FFD-B36EA61224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89F7ED-354A-4FD3-B6D3-889830A573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468198D-AC0C-4597-B376-D0A4FBE517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CD4FB26-30D5-4C4B-ADBC-3B211994BD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D9FEFC-4B11-4997-A669-360280576A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5AA6D6-E2C9-4BB7-A678-1344B331FA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BC707AA-B572-4B7A-BBDD-EFFA454ED1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2DAAC-9B5E-468A-81C7-2EBBE4CE6B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c8147072c14abd" /><Relationship Type="http://schemas.openxmlformats.org/officeDocument/2006/relationships/slideLayout" Target="/ppt/slideLayouts/slideLayout1.xml" Id="Reeac7946767643c5" /><Relationship Type="http://schemas.openxmlformats.org/officeDocument/2006/relationships/slideLayout" Target="/ppt/slideLayouts/slideLayout2.xml" Id="R070a7f8cdd434fb2" /><Relationship Type="http://schemas.openxmlformats.org/officeDocument/2006/relationships/slideLayout" Target="/ppt/slideLayouts/slideLayout3.xml" Id="R577790bcf9b04562" /><Relationship Type="http://schemas.openxmlformats.org/officeDocument/2006/relationships/slideLayout" Target="/ppt/slideLayouts/slideLayout4.xml" Id="Ra50b497b22f74c19" /><Relationship Type="http://schemas.openxmlformats.org/officeDocument/2006/relationships/slideLayout" Target="/ppt/slideLayouts/slideLayout5.xml" Id="Rd143b507090f405c" /><Relationship Type="http://schemas.openxmlformats.org/officeDocument/2006/relationships/slideLayout" Target="/ppt/slideLayouts/slideLayout6.xml" Id="Rd8d9c2e2caa44a4e" /><Relationship Type="http://schemas.openxmlformats.org/officeDocument/2006/relationships/slideLayout" Target="/ppt/slideLayouts/slideLayout7.xml" Id="R65cac339688246c5" /><Relationship Type="http://schemas.openxmlformats.org/officeDocument/2006/relationships/slideLayout" Target="/ppt/slideLayouts/slideLayout8.xml" Id="Rd7c4b58093f248c8" /><Relationship Type="http://schemas.openxmlformats.org/officeDocument/2006/relationships/slideLayout" Target="/ppt/slideLayouts/slideLayout9.xml" Id="R053205f6b024416e" /><Relationship Type="http://schemas.openxmlformats.org/officeDocument/2006/relationships/slideLayout" Target="/ppt/slideLayouts/slideLayout10.xml" Id="Rdd6faadbdbb44d2c" /><Relationship Type="http://schemas.openxmlformats.org/officeDocument/2006/relationships/slideLayout" Target="/ppt/slideLayouts/slideLayout11.xml" Id="R22df6d48d7974b2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6151922-266E-4D79-A55A-AFB682BC28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BE0C9F-C6AF-4DF5-843D-C44627FBAF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304A58-5DD9-4311-888F-4AD994AE09D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60CF40-8687-4481-8059-7029F9512F4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32E6DB-8434-41ED-A3DF-260885C2C30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ac7946767643c5"/>
    <p:sldLayoutId xmlns:r="http://schemas.openxmlformats.org/officeDocument/2006/relationships" id="2147483650" r:id="R070a7f8cdd434fb2"/>
    <p:sldLayoutId xmlns:r="http://schemas.openxmlformats.org/officeDocument/2006/relationships" id="2147483651" r:id="R577790bcf9b04562"/>
    <p:sldLayoutId xmlns:r="http://schemas.openxmlformats.org/officeDocument/2006/relationships" id="2147483652" r:id="Ra50b497b22f74c19"/>
    <p:sldLayoutId xmlns:r="http://schemas.openxmlformats.org/officeDocument/2006/relationships" id="2147483653" r:id="Rd143b507090f405c"/>
    <p:sldLayoutId xmlns:r="http://schemas.openxmlformats.org/officeDocument/2006/relationships" id="2147483654" r:id="Rd8d9c2e2caa44a4e"/>
    <p:sldLayoutId xmlns:r="http://schemas.openxmlformats.org/officeDocument/2006/relationships" id="2147483655" r:id="R65cac339688246c5"/>
    <p:sldLayoutId xmlns:r="http://schemas.openxmlformats.org/officeDocument/2006/relationships" id="2147483656" r:id="Rd7c4b58093f248c8"/>
    <p:sldLayoutId xmlns:r="http://schemas.openxmlformats.org/officeDocument/2006/relationships" id="2147483657" r:id="R053205f6b024416e"/>
    <p:sldLayoutId xmlns:r="http://schemas.openxmlformats.org/officeDocument/2006/relationships" id="2147483658" r:id="Rdd6faadbdbb44d2c"/>
    <p:sldLayoutId xmlns:r="http://schemas.openxmlformats.org/officeDocument/2006/relationships" id="2147483659" r:id="R22df6d48d7974b2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3da2dfb8654a3e" /><Relationship Type="http://schemas.openxmlformats.org/officeDocument/2006/relationships/notesSlide" Target="/ppt/notesSlides/notesSlide1.xml" Id="R3bbbd838697a4d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b1b2a518b144fe" /><Relationship Type="http://schemas.openxmlformats.org/officeDocument/2006/relationships/notesSlide" Target="/ppt/notesSlides/notesSlide2.xml" Id="R71709fe616204d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8ecead5e964e23" /><Relationship Type="http://schemas.openxmlformats.org/officeDocument/2006/relationships/notesSlide" Target="/ppt/notesSlides/notesSlide3.xml" Id="R75fd2161a8184d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63d350df1449f7" /><Relationship Type="http://schemas.openxmlformats.org/officeDocument/2006/relationships/notesSlide" Target="/ppt/notesSlides/notesSlide4.xml" Id="R7e9429b7b4d64a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6914de77804e62" /><Relationship Type="http://schemas.openxmlformats.org/officeDocument/2006/relationships/notesSlide" Target="/ppt/notesSlides/notesSlide5.xml" Id="R0c1a0384f27f42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691632d0374547" /><Relationship Type="http://schemas.openxmlformats.org/officeDocument/2006/relationships/notesSlide" Target="/ppt/notesSlides/notesSlide6.xml" Id="R72953b1434f94b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a681ac4e7f462e" /><Relationship Type="http://schemas.openxmlformats.org/officeDocument/2006/relationships/notesSlide" Target="/ppt/notesSlides/notesSlide7.xml" Id="R54ef2edec07947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e335e876614a03" /><Relationship Type="http://schemas.openxmlformats.org/officeDocument/2006/relationships/notesSlide" Target="/ppt/notesSlides/notesSlide8.xml" Id="R1a79fad30d464f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2dc33cee8e407e" /><Relationship Type="http://schemas.openxmlformats.org/officeDocument/2006/relationships/notesSlide" Target="/ppt/notesSlides/notesSlide9.xml" Id="R3a9ba0774d7b45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402da93cae4d56" /><Relationship Type="http://schemas.openxmlformats.org/officeDocument/2006/relationships/notesSlide" Target="/ppt/notesSlides/notesSlide10.xml" Id="R7854ceae5b0c4e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cebac101574a1b" /><Relationship Type="http://schemas.openxmlformats.org/officeDocument/2006/relationships/notesSlide" Target="/ppt/notesSlides/notesSlide11.xml" Id="R1235a5bea9734b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65fb1fa95a44c8" /><Relationship Type="http://schemas.openxmlformats.org/officeDocument/2006/relationships/notesSlide" Target="/ppt/notesSlides/notesSlide12.xml" Id="Rc9134397eb5f48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dee6e402e24b85" /><Relationship Type="http://schemas.openxmlformats.org/officeDocument/2006/relationships/notesSlide" Target="/ppt/notesSlides/notesSlide13.xml" Id="Rdb17f7074f77422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f0c003fbd540ca" /><Relationship Type="http://schemas.openxmlformats.org/officeDocument/2006/relationships/notesSlide" Target="/ppt/notesSlides/notesSlide14.xml" Id="Rd9230bfca91c4d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aa0cf6d9664f2b" /><Relationship Type="http://schemas.openxmlformats.org/officeDocument/2006/relationships/notesSlide" Target="/ppt/notesSlides/notesSlide15.xml" Id="R0888da18b75140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a7ce6b9aad4289" /><Relationship Type="http://schemas.openxmlformats.org/officeDocument/2006/relationships/notesSlide" Target="/ppt/notesSlides/notesSlide16.xml" Id="R00b683c47d90498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1cde27fc8a4a3c" /><Relationship Type="http://schemas.openxmlformats.org/officeDocument/2006/relationships/notesSlide" Target="/ppt/notesSlides/notesSlide17.xml" Id="Rac687d89342444e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c024e16067473a" /><Relationship Type="http://schemas.openxmlformats.org/officeDocument/2006/relationships/notesSlide" Target="/ppt/notesSlides/notesSlide18.xml" Id="R86003cbc670e487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1fd62b2ca5404b" /><Relationship Type="http://schemas.openxmlformats.org/officeDocument/2006/relationships/notesSlide" Target="/ppt/notesSlides/notesSlide19.xml" Id="R4ff9d0545a65427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fc3dc18f7d465c" /><Relationship Type="http://schemas.openxmlformats.org/officeDocument/2006/relationships/notesSlide" Target="/ppt/notesSlides/notesSlide20.xml" Id="R651c8582c8324f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1EB2887-D6DF-4695-B6D9-585E58CC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CF86153-BDBB-4E5A-9C22-FEA66828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FCA517A-BA34-47DA-BD2F-29CFF781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19EE1C2-9905-40C0-B698-BBE73E24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Пословна логика и слој случајева употребе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11F344-A834-442C-A8BB-DCE2B36B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Распоређивање пословних правила и организација сценарија случаја употребе.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32662486-E732-46B6-928B-6D698D64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305498-E217-4FA2-A0E9-6F3B3CE4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92BBD70-0214-4D23-AF38-758918EC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5621527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B6D0FF-00A0-42C0-9060-071319F3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D2E2B3B-7E65-442E-B980-BE963765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054778-121C-4C04-88BC-C8500C91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D9AD7A2-984A-454C-8532-40BB6D67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Случај употребе и пословни исход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03D80F-18E8-46DC-B6D5-FD239317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оркестрира валидаторе, доменске сервисе и портове без зависности од корисничког интерфејса и базе.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5D87B11-B3A8-4CE9-BFF3-F91CA5B7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16EEAE-6893-45CA-B74B-7DF33640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Улаз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F1C15C-2289-49F7-ADF1-E10A6200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9404A5-19AE-49F8-908F-CB26F205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820523A-D3AF-427F-8647-9D832CDA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EB38919-771B-47C1-9B36-5EF07122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Validation</a:t>
            </a:r>
            <a:endParaRPr sz="1650" b="1">
              <a:solidFill>
                <a:srgbClr val="183B5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21A4969-B119-49C9-B72F-6BB8F912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64E8E0-F252-4E4E-A1F6-48C4E16F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D8A5211-22D5-4F3F-AE43-CA464B74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44B033-1125-4432-A472-857C3A62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018BC85-91DF-46CB-B4E9-465BDEBC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стање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6455D39-AB02-4D39-A0C4-AEC443F8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9A727076-9F90-4332-9C86-E9EC4911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D47E557-E8E7-495F-AF7F-F4AEB469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E5EE3CF-B452-4D7A-9B8B-865973D2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чување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537AC71-D0E1-43EF-A1E6-FF3D4AC6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C516C12-6211-4EAD-BBA3-10C6EE59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4B5C72B-2886-424C-9DE9-BFFC286B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1B225C6-0147-450F-991F-4637C419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535246A8-0F71-48E0-A47F-7232BDA8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10EC050D-62BF-4FD4-8483-940D0D30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9F5EA82-39BF-454C-BF1E-F41F20A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DBE9991-6CA8-4227-A5A7-26FDBE39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Случај употребе има јасан улаз, експлицитан резултат и контролисане зависности.</a:t>
            </a:r>
          </a:p>
        </p:txBody>
      </p:sp>
    </p:spTree>
    <p:extLst>
      <p:ext uri="{BB962C8B-B14F-4D97-AF65-F5344CB8AC3E}">
        <p14:creationId xmlns:p14="http://schemas.microsoft.com/office/powerpoint/2010/main" val="19404300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AD0B3C-E09B-4E93-AACA-55BBA76F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49C6812-0265-4D50-AFCE-AD5C9E35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49F3B6-6CDF-4778-8E33-BE1C89CC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D2AE8D1-8839-4D92-9CEC-7099E927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Модел и пословна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96EDDB-22E7-4A94-AF9F-19E6A8E7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представља стање, док валидатори и доменски сервиси проверавају ограничења и спроводе пословна правила.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D7996F-3C90-4996-A5EA-33AB465C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Reservation садржи податке о периоду и стању. ReservationValidator проверава дозвољене вредности, а доменски сервис спроводи правила сценарија.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31C552-29DB-4938-80C3-0F8E8B2A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3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1235DB8-39BC-4568-9313-1F473944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6DE8DE9-E3B1-44BE-9CD6-54521436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0991161-6C3C-42C9-A598-459115BC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29BDF1-CD27-4A18-B284-923EA933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Случај употребе координише валидаторе, доменске сервисе и портове.</a:t>
            </a:r>
          </a:p>
        </p:txBody>
      </p:sp>
    </p:spTree>
    <p:extLst>
      <p:ext uri="{BB962C8B-B14F-4D97-AF65-F5344CB8AC3E}">
        <p14:creationId xmlns:p14="http://schemas.microsoft.com/office/powerpoint/2010/main" val="1299027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2F93C9-2687-4B45-9802-4E0B1826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F020EEF-EC86-4A1F-B605-CEB7517D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466323-D6CF-429F-8EC3-E5E20899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1E461D-0DC7-4273-92C8-B8D9D3BF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Factory метод и валидно стање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C9DF0-24CF-4FE1-BA15-456EFE64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Factory метод користи валидацију приликом креирања модела и враћа експлицитан Result.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B4C5B99-F94E-4ECD-B653-8A9166E4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442" y="2498035"/>
            <a:ext cx="5715000" cy="2394452"/>
          </a:xfrm>
          <a:prstGeom xmlns:a="http://schemas.openxmlformats.org/drawingml/2006/main" prst="roundRect">
            <a:avLst>
              <a:gd name="adj" fmla="val 39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EDC3813-4C86-434A-8A66-2207DB27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442" y="2845507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516F279-F4AB-4B74-8427-438CC414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711" y="261709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6EF67554-F6DF-4316-BF30-FC8F9979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2301" y="261709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23BDA29-606A-416C-A243-B247F905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890" y="261709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40D8E39-6D66-4E06-9AFD-23C07C4F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93" y="2974285"/>
            <a:ext cx="5427478" cy="17143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Maker</a:t>
            </a:r>
            <a:endParaRPr sz="1066" b="1">
              <a:solidFill>
                <a:srgbClr val="7442C8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</a:t>
            </a:r>
            <a:endParaRPr sz="1066">
              <a:solidFill>
                <a:srgbClr val="8E97A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from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66" b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endParaRPr sz="1066">
              <a:solidFill>
                <a:srgbClr val="5C6574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to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InvalidPeriod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179FA08-A706-4712-ACAB-EAA62293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FDD48FF-B613-49FF-AEB7-FC956670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1465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Конструктор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приватан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Factory </a:t>
            </a:r>
            <a:r>
              <a:rPr sz="144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спречава очигледно </a:t>
            </a:r>
            <a:r>
              <a:rPr sz="144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невалидно</a:t>
            </a:r>
            <a:r>
              <a:rPr sz="1440">
                <a:solidFill>
                  <a:srgbClr val="657280"/>
                </a:solidFill>
                <a:latin typeface="Aptos"/>
                <a:ea typeface="Aptos"/>
                <a:cs typeface="Aptos"/>
              </a:rPr>
              <a:t> стање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Методе ентитета не треба да имају пословну логику – она остаје у сервисима.</a:t>
            </a:r>
            <a:endParaRPr sz="144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36638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158D5D-6BF8-4771-AEB7-57568797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253C84-0DE2-41F8-9391-1A0AA37D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56BCEA0-6162-4D5F-8A1A-DC508983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4CF660-6532-4A9E-88CA-3C299708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Ограничења валидног модела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4A7B3F-DA99-441C-9E5F-C3C9FCFC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Валидатор проверава ограничења вредности пре покретања пословног сценарија.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4CE0AF4-59D1-44C8-9682-CFD646E6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763CBE2-8E5B-409D-9945-27F7AC1B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4C0B1E-71FC-4A54-A673-15B0A0EA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256F94A-CB5B-4315-90CC-67B37928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522562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почетак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краја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8197C17-FC45-4CC5-AB83-4FAEDE3F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A27E4E4-9F78-46B1-88FA-3482CFF4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EEF982-C2C2-46D0-92BA-A5627C05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Стање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B7D022B-8AB9-4447-ABBC-F1A60806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522562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отказана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резервација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отказује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поново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BF2826B-23BF-44D5-86B4-51379248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644745-ACE2-4700-AC7F-184CB5C7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2401F9-E12D-4788-8417-DFCDB534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Време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F3F162F-BF4E-41FF-BA2F-20AB3283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522562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прошла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резервација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као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будућа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230837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A9C3C1-22E7-4CDD-B8E4-B2D44BCC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6F0930-3267-4EC5-A2A0-0FA5E45C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3FF7BC-B4F6-46F5-9A99-80DE528D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B9DD4C-DE68-4733-917A-91A0AE01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Очекивани пословни неуспех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5ECD7F6-C4EE-444B-AAB0-F472C3BD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Заузет термин представља исправно одбијен захтев са стабилним кодом исхода.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39B708-E84D-470E-B386-0DB54D55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Систем ради исправно када стабилно врати OverlappingReservation и не промени стање које не сме да се промени.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131F833-0551-4292-B483-A3B8EF04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2FDA6EA-3BE1-47AF-81C0-D0A97A7A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009B652-48EF-42F2-B688-B9538E16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F4CA7BE-6956-4DC0-87A5-D02F0076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E93E561-7184-4EC6-92E1-ABBC6F6D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Очекивани пословни неуспех мора имати експлицитан и тестабилан исход.</a:t>
            </a:r>
          </a:p>
        </p:txBody>
      </p:sp>
    </p:spTree>
    <p:extLst>
      <p:ext uri="{BB962C8B-B14F-4D97-AF65-F5344CB8AC3E}">
        <p14:creationId xmlns:p14="http://schemas.microsoft.com/office/powerpoint/2010/main" val="17084256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A6AA0D-67D3-46BB-9150-B1BFB106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439E91-5E68-4FE8-B7B0-E650EE57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232DFD-8DCD-440D-BC41-A331BEFC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E1B757-0FBF-44BE-9B63-10DD52AF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Result као модел исхода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C84F99-BBE0-4421-B970-A7FA7911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Result експлицитно представља успех или очекивани пословни неуспех.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9652651-748E-47DB-8DCB-ADF4CDB4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7402"/>
            <a:ext cx="5715000" cy="2351922"/>
          </a:xfrm>
          <a:prstGeom xmlns:a="http://schemas.openxmlformats.org/drawingml/2006/main" prst="roundRect">
            <a:avLst>
              <a:gd name="adj" fmla="val 405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31C2243-78B8-414E-A08A-915DB0F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4874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09A061C-8D8D-4C3B-BC60-D7BE2F7F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06465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41850AE-539B-4226-B180-D9574DA2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06465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33CF049-5D63-465A-A77E-A7748EA8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06465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0E1A11-27D7-40CC-A2AF-D8FDB6F6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3652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Value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F0467C4-E0F1-490E-B80E-A23A7B2D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BEEB427-05C8-4566-B6F3-1AA5E14C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Код неуспеха је стабилан.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Клијент не мора да тумачи изузетак.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може директно да провери очекиван исход.</a:t>
            </a:r>
          </a:p>
        </p:txBody>
      </p:sp>
    </p:spTree>
    <p:extLst>
      <p:ext uri="{BB962C8B-B14F-4D97-AF65-F5344CB8AC3E}">
        <p14:creationId xmlns:p14="http://schemas.microsoft.com/office/powerpoint/2010/main" val="9980791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5D8ABF-C403-422F-A585-C059BEF2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CB2352-A87D-4EF4-A119-37B22E9C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9F0015-C930-4414-90C2-9141CA77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AE9767-73E4-4ED5-92A8-37802DC0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Избор модела исхода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5BA9E9-1741-4559-BE38-EFA4B766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исхода зависи од врсте грешке и места на коме она настаје.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EF584C5-A91D-4F3A-A368-C83AF8B6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421F454-022D-4FD1-A283-ACF53D3F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Ситуација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CBB0E2F-2B4E-48A4-8874-36ED8F2E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1ADB56C-2F79-4BCC-87D7-F34A03C1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Препоручени модел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478C151-A5CA-43EB-BFE5-CCDB7D86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4B121E5-32FE-42CA-8443-5425F473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Неважећи пословни захтев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2731ED8-8664-4236-A5FB-A58A2C1D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2163DE0-9059-49D6-A294-326B679E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Result и стабилан код неуспеха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4FFD40C-57B5-4C1F-93A0-ADB611A5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DA66E6E-1193-4FC5-9CF5-636AF4D0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Ентитет није пронађен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EB9B752-6F56-41B4-B781-AF09C8A9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4735D92-33B9-46B0-B4BF-6EB2AF30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NotFound исход или Result код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A81CA0F-02D3-41E9-93E3-1D60B90C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572637-E21A-44CB-B4AC-3A72B480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База недоступна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37D0253-635C-426E-8E51-287C961B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DF869AC-7BA0-45FB-8E36-743A6EB1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2345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инфраструктурна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грешка</a:t>
            </a:r>
            <a:endParaRPr sz="1425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73E6807-85B5-41EB-B2B1-B0C99692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43B61D7-C6F2-4F9F-92EA-96E8197B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Нарушена доменска претпоставка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F6D4D1E-EA17-4A25-AD83-6625AE61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7D6FD46-D044-4BBE-BA17-128BE5E9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експлицитан неуспех у пословном слоју</a:t>
            </a:r>
          </a:p>
        </p:txBody>
      </p:sp>
    </p:spTree>
    <p:extLst>
      <p:ext uri="{BB962C8B-B14F-4D97-AF65-F5344CB8AC3E}">
        <p14:creationId xmlns:p14="http://schemas.microsoft.com/office/powerpoint/2010/main" val="13770649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127535-73DE-454A-896C-EF4C1360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8506417-38C3-4FCE-9D70-59D2C293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76761A-A026-4C83-B14B-84293A6F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A7D5125-0173-4000-8BFB-4DA1D57C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Сервис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F94338-95DB-4F3E-A289-4E23A98F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Сервис координише сценарио преко доменских сервиса и уговора.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14CBDB2-ED87-47EB-B725-26A792FB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233245"/>
          </a:xfrm>
          <a:prstGeom xmlns:a="http://schemas.openxmlformats.org/drawingml/2006/main" prst="roundRect">
            <a:avLst>
              <a:gd name="adj" fmla="val 2946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DC6086E-DD2E-413F-8026-AA425B3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86FAA62-7538-4930-BB2B-8A04B958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23ABAF3-0B6A-4C1E-B26E-3B4C4928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803426A-D9AB-4700-9F48-980A530D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82F193-FBC2-47A2-BCB5-C52C9863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_repository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IClock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_clock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ReservationRequest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_clock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UtcNow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"ReservationMustBeInFuture"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_repository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HasOverlap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"OverlappingReservation"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E81F9BF-796D-4D07-90D9-E1B6DAC2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2491CFA-F3D2-4750-8BD8-2C408AAA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 проверава ток операције.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је уговор, не конкретна база.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Време је зависност која се контролише.</a:t>
            </a:r>
          </a:p>
        </p:txBody>
      </p:sp>
    </p:spTree>
    <p:extLst>
      <p:ext uri="{BB962C8B-B14F-4D97-AF65-F5344CB8AC3E}">
        <p14:creationId xmlns:p14="http://schemas.microsoft.com/office/powerpoint/2010/main" val="20106924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73F69D-A962-4005-8B91-0E7CC331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9C06D0-61F1-4BAA-B7AC-43E0D40D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FC0B254-D640-436E-968E-6B75DDC6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9FD174-6B23-45E9-AFEF-A9324BC0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Dependency Injection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E0C607-6849-46F5-80E1-4EFC28B4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Променљиве зависности прослеђују се споља преко јасних уговора.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F89BAB1-DEA1-4159-87E2-73B5B2F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4B7787-9690-4842-9768-F233351B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53D839D-EE88-45F5-AFB4-ADD82885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IClock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A4D3274-2B4B-43FA-A2B4-858CE437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контролише време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CB4B3C1-8029-483F-BCC7-73D7132E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909B53-0B92-4A2E-98F7-5114F587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C5C164C-BE10-40E8-B6B9-48C48651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F86717D-A170-41F1-87BB-C843CB70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складиште као уговор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CDAE626-4024-4AF2-8669-9CC9103F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0F3C385-35CD-4A12-8640-957CE51E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35C88D-07CE-41EA-9F09-E09203CE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A06A5A2-FE25-494A-8C88-B31A45FD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оркестрација use-case-а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FF73FAE-6103-40E8-BFB0-0F0AC7CF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4973CE1-1C47-43A4-8CC9-21026AF6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926BB57-BD14-48E7-B684-59BF88C7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266EF39-F5F8-4DF2-A518-2636345A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бира конкретне имплементације</a:t>
            </a:r>
          </a:p>
        </p:txBody>
      </p:sp>
    </p:spTree>
    <p:extLst>
      <p:ext uri="{BB962C8B-B14F-4D97-AF65-F5344CB8AC3E}">
        <p14:creationId xmlns:p14="http://schemas.microsoft.com/office/powerpoint/2010/main" val="8185733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2A10F7-8326-4AC7-B370-AA88CB0D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DB786D6-3D70-4324-B6BA-8F2C92C3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665603-181E-4015-A7E6-52856BBF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6D4EDA-94E3-4567-AEFB-61117BB2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Положај пословних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689F9AA-331A-4AB3-B2F1-72EE554F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Контролер преводи улаз, позива случај употребе и мапира резултат.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0895EF-C876-4044-8FEA-964D8682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CONTROLLER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89FAC3-2B11-4C11-ABB9-0248AE9E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 захтев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валидација формата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application use-case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Result у HTTP или UI одговор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F39933EC-0132-490E-B973-60B99A59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3ED73B-2030-4088-8B68-279AB558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2129E5E-EA06-4ACC-8E7E-880175DC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 пословни ток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доменске операције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користи портове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враћа експлицитан исход</a:t>
            </a:r>
          </a:p>
        </p:txBody>
      </p:sp>
    </p:spTree>
    <p:extLst>
      <p:ext uri="{BB962C8B-B14F-4D97-AF65-F5344CB8AC3E}">
        <p14:creationId xmlns:p14="http://schemas.microsoft.com/office/powerpoint/2010/main" val="5174432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201E78F-A0A7-4BFA-94D1-9E03A166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099D71-2DEC-4CBD-B029-081422CD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FE8625C-6A2B-4269-B780-4A74781D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3FBB9B2-C517-4057-B6F9-35FA5483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Граница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025441-E48C-4814-B9C8-050D772E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представља операцију са јасним улазом, пословним исходом и зависностима.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EA92E9-A1CE-4D25-8A9D-31BC473E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Добар use-case може да се објасни од захтева до резултата: шта корисник покушава, која правила важе, које стање се мења и који исход систем враћа.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0330465-A5DE-485C-8338-8EB0B7B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02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F8CBFF2-0422-4337-B310-E59274D1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70C879F-42E1-42AD-AA4B-B696AE71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7BCCE61-E629-4EC9-A112-F0FE0551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E3A089F-78E8-4E45-9586-A79A2E3F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Случај употребе је јединица пројектовања и одбране функционалности.</a:t>
            </a:r>
          </a:p>
        </p:txBody>
      </p:sp>
    </p:spTree>
    <p:extLst>
      <p:ext uri="{BB962C8B-B14F-4D97-AF65-F5344CB8AC3E}">
        <p14:creationId xmlns:p14="http://schemas.microsoft.com/office/powerpoint/2010/main" val="21395117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0A53E-BA97-4383-9729-436E2C85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8CB8FA5-02FE-4084-8477-E892E30F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A20C49-64E7-440C-81C3-7E96578A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97717F-9859-4B5F-A24F-A7E10A03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Распоређивање правила по слојевима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79D7D3-C405-4308-9131-4D182EC6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Положај правила зависи од података које користи и стања које штити.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0C16458-FD9D-4E53-8156-629FFE8A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B6B51F-1438-4E10-9856-DD3F8E85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C91316-9050-4D6C-8213-57301DC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41DE53-86C4-4C8F-A092-35E61B4E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инваријанте сопственог стања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1DCA7E1-B936-4FBB-812D-6FE0698B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CE33D5-050A-472E-9D34-B1ADA443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EF98E7F-AF2B-475F-8ACE-67894FFA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 service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F5D6F22-9676-4E00-8EE0-35E0E49A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 више доменских објеката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4079E98-4209-49A8-8AC3-C667C8F9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CFC1AEC-0AF7-46DA-8AAE-FC173FF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99E0B7B-0AAD-484D-AF3D-07658EEE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 service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96E4CEB-8B0F-4F85-BF06-5B377081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оркестрација use-case-а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DE0BB46-C1AA-465A-BF10-968FE0A4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A0D30A3-921C-47E2-B747-E1BDB194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AFF28DB-3F95-4C72-AED8-D9BD1F7E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B46C560-2ABE-4021-8FD9-32345008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технички адаптер без пословне одлуке</a:t>
            </a:r>
          </a:p>
        </p:txBody>
      </p:sp>
    </p:spTree>
    <p:extLst>
      <p:ext uri="{BB962C8B-B14F-4D97-AF65-F5344CB8AC3E}">
        <p14:creationId xmlns:p14="http://schemas.microsoft.com/office/powerpoint/2010/main" val="19504627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C5B813-FB8A-447E-92B5-8227E40A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358D12-95E2-4B2E-88A8-259FDA54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5AA82E6-BACA-4F5D-90F2-A67CD20E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1486BA-94F3-406B-8424-8061A266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Кодови исхода као део уговора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27CFE0-46AB-407D-A756-1A9A949C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Стабилни кодови омогућавају клијенту да поуздано обради очекивани неуспех.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02DD89F-74FF-4FBD-ACC5-20BC25EC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876558-315A-48BC-A0C5-0DAD9435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3858515-743C-4A08-901B-54C862F3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0B9FC8-BA6E-4614-BBD3-93131D65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Значење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465ECE-2904-4AEE-AF2E-5152199C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FA79296-81E2-4401-95B0-051DDCEE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InvalidPeriod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2DA39FC-F195-45C9-B5AE-707C7333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57DD94B-43BA-4878-BF0C-A0C66BDA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почетак није пре краја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0366B33-1B39-40C1-9527-F9DE7971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27055C1-F984-46AE-BBAB-F2E09A10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ReservationMustBeInFuture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0E7CBE6-B4E2-4630-B246-D1B0C2B5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2E06437-7B89-42F6-974E-6FD68354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 није у будућности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163320-EE4A-4231-9334-E7B1949A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1D71298-878B-4563-8AD3-43C94501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OverlappingReservation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1972ECB-F861-49A8-8C23-B2C2E4FC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F318E9D-3DA1-4416-84F4-F594A34F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период се преклапа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869C9F6-55DA-4ED7-B3E1-E67620EE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9FA1EF1-A621-44DC-8E22-B1CF965F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AlreadyCancelled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02AACFD-917F-46A4-B1DA-441C41D8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8A86221-3A35-492E-9BB4-BBDF8FBF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операција је већ извршена</a:t>
            </a:r>
          </a:p>
        </p:txBody>
      </p:sp>
    </p:spTree>
    <p:extLst>
      <p:ext uri="{BB962C8B-B14F-4D97-AF65-F5344CB8AC3E}">
        <p14:creationId xmlns:p14="http://schemas.microsoft.com/office/powerpoint/2010/main" val="5956736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133AB8-E1B0-4F39-B229-2E709A6D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FB7C41-EA07-49E8-9F0D-213A3CAA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FB45831-7B93-48F5-AA5A-C6401318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5B56A3-A2E5-4721-A26E-B67D405B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5F838E-8E49-4461-9271-40BD466C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Функционално језгро мора бити разумљиво и образложиво.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84C008-C865-41C7-8495-DD3BAF12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17D1056-D1F8-4002-AAEE-2204E3EC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вертикални пролаз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E80705-33E4-497A-B865-AE15722F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P2 је после Вежбе 4, недеља од 02.11: најмање један вертикални пролаз кроз систем, од захтева до резултата, са јасним границама одговорности.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80FED6A-CC75-4130-8DD7-E203A952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69761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9996F8-8542-4FB5-BE64-1D729050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97E1363-2BC1-48D8-9419-71A55465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8CE998-76D7-4BD3-81F6-9A5DED74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256034-4963-435B-9E27-ED2E3AD4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Захтеви контролне тачке P2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9D71B7-7406-4C26-9D7B-46F61AB8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 обухвата архитектонске границе, вертикални пролаз и стабилне исходе.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2D02B1-26B9-440B-ABD4-3AE617AA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12B666E-E4F2-4E67-8D96-E1D8359A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Документовати одговорност сваког слоја и смер зависности.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0004E0-FD44-455C-8ACD-2CF8043A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552FCE-CE0E-454D-9098-A05A49EA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Имплементирати најмање један вертикални пролаз кроз систем.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3FA9B-A7D0-46E4-B9BA-7AE69CC5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28032BC-A16F-4698-ACCF-8E87B91B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 очекиване неуспехе дефинисати стабилне кодове или типове резултата.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5690A6E-73F5-4B93-9687-3033ED49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022A5D2-CA72-4AC6-B2B9-A8A52F1D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 и Application тестирати без базе и корисничког интерфејса.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D2028-65E0-4F3F-A20F-A37E015C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1518CDA-B8A6-4D74-987D-1FB37862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Термин: недеља од 02.11., после Вежбе 4.</a:t>
            </a:r>
          </a:p>
        </p:txBody>
      </p:sp>
    </p:spTree>
    <p:extLst>
      <p:ext uri="{BB962C8B-B14F-4D97-AF65-F5344CB8AC3E}">
        <p14:creationId xmlns:p14="http://schemas.microsoft.com/office/powerpoint/2010/main" val="600210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83BF657-79C0-434E-8150-37D21B8C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E80422F-BFC7-4E04-9E11-C5EAD7CF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BA67F3-245A-4AA0-9B3E-ED3B26A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F1C688B-27A6-4B8E-A543-A8781FA9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Самостални задатак: замена bool/null вредности Result типом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933D1A-6B2C-4B17-9C0E-6A445B6C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Метода треба да врати стабилан код и податке потребне за обраду исхода.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34B24F6-8198-49B7-A7FE-0EB06800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2255"/>
            <a:ext cx="5715000" cy="2280285"/>
          </a:xfrm>
          <a:prstGeom xmlns:a="http://schemas.openxmlformats.org/drawingml/2006/main" prst="roundRect">
            <a:avLst>
              <a:gd name="adj" fmla="val 417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94A85F3-2D23-4D91-8927-A2E39B68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69727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A97493E-F8E6-438D-A79B-312C1B07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4131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8F68CFE4-B11A-462C-90A0-EC70485B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4131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0228A29-8E5D-411B-8480-7AAF2895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4131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EC0CA7B-35BC-49F8-8FFA-E6AA384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98505"/>
            <a:ext cx="5448300" cy="22802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пре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после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тест проверава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OverlappingReservation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0005170-C28A-41BD-AA4C-CEACECB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843E0E2-C2D3-4286-9D7B-8FD4EFFE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Рефакторисати једну методу са bool/null исходом.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два мала теста или демонстрациона сценарија.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Образложити нови стабилан код неуспеха.</a:t>
            </a:r>
          </a:p>
        </p:txBody>
      </p:sp>
    </p:spTree>
    <p:extLst>
      <p:ext uri="{BB962C8B-B14F-4D97-AF65-F5344CB8AC3E}">
        <p14:creationId xmlns:p14="http://schemas.microsoft.com/office/powerpoint/2010/main" val="8723584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7024B1-FD9D-4543-A3FB-8E3E22DB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50798EC-ECA7-4DD4-82BD-0EE0DBB0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06E6F67-89B4-43D0-AA71-0C1BE779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9E3C53-AA7A-4A21-BCEC-8F1BC2A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Границе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3D686F-9890-4703-AD37-FDC8C894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Јасан улаз, пословно правило и експлицитан резултат омогућавају проверу сценарија.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A5157F6-66F9-42C4-8BFA-C0AB5200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01D35D-F4CE-465B-B2F6-F8A8431A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D30893-EF95-470A-9E42-CA56066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071391B-0A73-424E-A73F-A545800A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или захтев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5E8D0D4-A036-47B2-9ED4-E14E193B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6B0A894-2DD1-4D8F-909E-457B1A98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333251E-C927-4664-8AD9-AE9DEFDF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Policy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25B7EDA-2731-40BC-9FA5-6130468A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понашање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B4DDE820-D19D-433E-A49A-EF333F67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347C029-ACF7-4E1D-B714-4F58908C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8364113-5822-45AB-B3AC-0E6FB901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5B93BBC-F391-467F-B000-A2ED0CBE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експлицитан исход</a:t>
            </a:r>
          </a:p>
        </p:txBody>
      </p:sp>
    </p:spTree>
    <p:extLst>
      <p:ext uri="{BB962C8B-B14F-4D97-AF65-F5344CB8AC3E}">
        <p14:creationId xmlns:p14="http://schemas.microsoft.com/office/powerpoint/2010/main" val="16658149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867022-261C-48BF-B733-906F3110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E435EBC-DBFC-4DF7-A760-619F45FD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492FA09-529E-4553-AB15-C870A27F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CAF22B-1EF3-4EC5-90DB-C48176F9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91570CC-7F9B-4B53-AC84-F389FA78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Пословна логика припада доменским сервисима и случајевима употребе, уз одвојену валидацију модела.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098A56-5D51-4DDA-934D-C172DAEC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0369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Use-case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није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техничка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основа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већ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контролисан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повезује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захтев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доменска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зависности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стабилан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резултат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306A3D8-E3CB-429B-B786-C89AB36A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7280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48FAD3F-19AF-4390-A7B2-230EB5D1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FDD50F8-4BA4-41B0-8B8F-4FEA31A8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65B5E8-5A6F-420D-9B7C-AC396995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7007A10-C382-4D65-A4A0-891882A3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Овим се поставља основа за аутоматизовано тестирање.</a:t>
            </a:r>
          </a:p>
        </p:txBody>
      </p:sp>
    </p:spTree>
    <p:extLst>
      <p:ext uri="{BB962C8B-B14F-4D97-AF65-F5344CB8AC3E}">
        <p14:creationId xmlns:p14="http://schemas.microsoft.com/office/powerpoint/2010/main" val="176140887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2B1C47-8864-4E70-B1F4-C70572C4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62C733-7CDF-4F3E-ACDC-339D59B9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0B2E46-1399-48E0-8DAC-1695152E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E42BE95-21DA-458F-8AF3-BB2995AD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AC429E-7FBC-4C7E-992A-A5D9A700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сценарије који се могу проверити NUnit тестовима.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AC5E19-5D44-4D3C-9F42-37A4B68B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5029D4-94CC-4A62-9600-31D74FE3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Изабрати два use-case-а у пројекту.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F0FE14-DCD7-4596-A1DE-6F9CA6E4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41BBD19-61DC-4E87-BE06-C4432A58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 сваки дефинисати улаз, пословне исходе и стабилне кодове грешке.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35913A3-DB23-42A4-A348-9B16768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AECCFC-E59C-4DAF-9999-24BDBE7F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ли доменски објекти штите своје инваријанте.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22F1028-9D28-4575-A0C5-4C863392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B07EBEA-8EFC-47A1-8ECC-11236F26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Изместити пословна правила из UI/API слоја.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5851ACE-D2A5-4569-A7D6-D36E0BB3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12ACC49-13CE-4AC0-9BEC-6900CF81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сценарије за NUnit тестове.</a:t>
            </a:r>
          </a:p>
        </p:txBody>
      </p:sp>
    </p:spTree>
    <p:extLst>
      <p:ext uri="{BB962C8B-B14F-4D97-AF65-F5344CB8AC3E}">
        <p14:creationId xmlns:p14="http://schemas.microsoft.com/office/powerpoint/2010/main" val="26692967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2026-09-29T18:47:05.3670000Z</dcterms:created>
  <dcterms:modified xsi:type="dcterms:W3CDTF">2026-09-29T18:47:05.3670000Z</dcterms:modified>
</coreProperties>
</file>