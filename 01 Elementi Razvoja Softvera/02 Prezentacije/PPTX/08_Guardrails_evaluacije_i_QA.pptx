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D70B-4B01-41BF-A118-6E77C5347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C2B5B-2E2B-446E-8767-26E37BBC10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3DE271-9AFA-41E2-A275-85D7881EDC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9532-5611-495C-918B-64BFAA2A636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6BE9-E200-4C98-B19C-D10449BD74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024FB-911C-4E77-84F4-A065142A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02296-3A1A-4078-8CF6-A8E456185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479F9-8226-4284-BD1C-38052A16B8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0C330-1E70-4A9D-AC00-654DBE9227A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97A8F-283A-4B2A-B30B-D11A908ED2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55A7-80BC-4AEB-B937-736F0A924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C1E1A-1A17-4170-9E05-AE16D52D0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09919-3822-4E45-8E32-D5E5900A42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DA6FA-01CF-4399-966C-2DB5760EAA6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E635F-E9F3-406B-B2CE-5B263B4D8E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36B6E-602B-4B64-9906-98EC0B16C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802F4-60C0-4956-A152-21DFD0D1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F04BA-22F3-4644-8549-6CBF1038BB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6A5C0-8A77-4615-875B-12FA815083A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29D7A8-7B32-4B5D-AFC7-0D638B9614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32BAC-0A36-4415-90B1-6336A0E7C3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FA26-F386-4CB1-81AE-9C0D9D52D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1D33E-BBA1-474A-9747-6AF498144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CC984D-B70D-4FBD-85A7-EB9D810289A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DD7558-E596-44BD-928F-3889FF73F9A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13565-B8B9-4D04-AF2F-122E3510CEDD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E204AA-8283-40E7-A208-7BDBCF2744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334528-14D4-4C9D-BC44-8B20E46184A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BC29F0-E3FD-4490-AAE7-7297DAB154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991EC-4B4F-476D-9162-C74631AE4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4C833D-015D-4462-A041-6D4EA3A6E8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9FF7D3-4BC2-454E-AD2B-D91A34E40CF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B7E72-CB51-4D0C-AA35-98B0E8003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172429-EEBF-4DB6-A027-EE79883C91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E915C-C355-44CB-92FF-EB511A8F8A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A7C66-37E6-4534-8989-C1AAC691D6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213FE-A347-4693-9C29-B7E17FFC9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543E8-6FEE-4629-B29F-738A4668B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24486-3BED-40C0-BC6C-F2009ED3197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5F9F0-11D4-4F18-A332-D784040034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5D80C-8C4A-4F5C-8C5E-4098F80EC9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C35F3E-0A40-4D10-B05B-BF92AEE999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BDC0-3AA7-41ED-9EC9-DE34D161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2878C3-EC5C-46CF-A551-1A93D0CA9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473C6-6D92-466B-A4A5-BE6072DFE5C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F74C23-FED7-4F0B-B7C4-7F00D9C2D1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C069-34D7-43F4-874A-E12B4610A12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179A4-419E-40DB-A8D9-AFAC39C1F3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7F02-1047-4947-888A-5F138B24C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DA5F0-D283-43E5-BFA9-13CCDC2F16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CF386-E80E-4493-BBC9-DEC4CD0E59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4F53F-CD6A-4C3B-B999-96100E3280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D101F-A4F5-4B62-962C-F92A08B556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1D9AB4-E952-4FDF-A2A6-9F43DE109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0EA4CE-C8F1-4150-B170-F8C1F1E5D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DCAC4-9792-474E-9191-436BAC8ED2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A7DE4-0A91-43C6-BE98-A7C0EA77611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D5855-39A7-4CA4-9F60-C36A167B54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6353E0-A86D-40BF-B041-724BC9B51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31AAA-E81D-4C1F-B959-5C13382E9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93695-9F93-4411-8DCE-F2669C1D734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DA19F-DD81-47CA-BD04-DDF6F988E2B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1C786-2B9E-4524-A643-9EEC8E409E8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7565FF7-E923-4FF8-BB4C-36B34C65ADA5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C8E47DC-1705-4ADD-AE07-6B9FAE4A6037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A757E1D-73F0-416E-8DBC-F908B50DE382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51843-BB5F-4A62-B560-EA194A43274F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Hooks, guardrails, евалуације и завршни QA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B07094-0F31-4719-B5F7-D2F8B82BFD2D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Извршиве политике и докази за контролисан AI развојни ток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BDF53C-8CA2-4BFF-AB96-5755021B70B5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C5EF6D-2C6A-495C-91DF-88180D7C0552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912DE3-E420-4506-9B50-104C747EF7D1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35829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9D76F3-DC17-4334-BEE7-A6F7849C0EE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01B41-69FB-4E1E-B96F-5D111EE7002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167B5-FBAE-460E-9E36-C67A2653189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3DCE5-D005-4880-9828-B2D9218AF7A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Инструкција није довољна када је правило обавезно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F089FF-E4E0-49FF-AC20-3E59993FE18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AI инструкција може рећи „не читај .env”, али обавезно правило треба спровести кодом када је могуће.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4D631E-1294-42B4-A8BE-A7A1B1B027D0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Зато solution садржи EquipmentReservation.Guardrails и NUnit тестове његових политика.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ACF642-668F-4249-9163-0499D25FB749}"/>
              </a:ext>
            </a:extLst>
          </p:cNvPr>
          <p:cNvSpPr>
            <a:spLocks noGrp="1"/>
          </p:cNvSpPr>
          <p:nvPr/>
        </p:nvSpPr>
        <p:spPr>
          <a:xfrm>
            <a:off x="1051560" y="338625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A18C246-F785-412A-9D24-3A4617376ED4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7F7D5F2-8BE0-46A8-B7FF-D1CEA77A7D46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C5F51-4BC2-4A0A-9673-374990C6C449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E7E2DA-7BFF-4B4F-AE4B-1064AD62EC77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Guardrail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извршива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заштита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око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агентског тока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387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72AEB9-1B92-4B50-ABD4-D0F0C666BA7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10A9BC-BEB1-44B3-8198-E1C052BCB17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557BF0-D009-4554-BEA7-C68A56A03CD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ABE17-1FBE-4DB7-ADF7-7A3AEB91859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Heuristika + deterministička zaštita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9ABD-4067-430E-821C-5DAEDD1A0E8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Заштита се поставља пре позива алата, током извршења и пре завршног прихватања.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9B7FBC0-17D2-476A-A230-30AC637BE70F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B1D378-0D7D-40D4-B705-340970B0D163}"/>
              </a:ext>
            </a:extLst>
          </p:cNvPr>
          <p:cNvSpPr>
            <a:spLocks noGrp="1"/>
          </p:cNvSpPr>
          <p:nvPr/>
        </p:nvSpPr>
        <p:spPr>
          <a:xfrm>
            <a:off x="1162812" y="2850184"/>
            <a:ext cx="1353312" cy="543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AI </a:t>
            </a:r>
            <a:r>
              <a:rPr sz="1650" b="1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инструкција</a:t>
            </a:r>
            <a:endParaRPr sz="1650" b="1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2B110-F8EA-481F-B147-79A3592E1CAD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смерница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B897F9-5F5C-4ECE-A3C1-6C140E1F06FB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D0D8D6A-7114-4644-BE84-510C37CB6968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B0A099-9DA8-491B-9761-8A024D5B598B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PreToolUse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99C493-EA43-4D2D-B033-C8E74C1486D9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тачка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DC0507-33C5-4C91-AF0E-C358AC95832E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1E3B1B9-B394-4162-9504-D016A3B2891F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928EC2-6676-41BA-838B-4E57BE3A791E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79B258-7206-48D7-8E95-3C7B2AF4603E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правило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D6598F-5A1B-422C-95BF-425ABEFEEE2E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2DEBFD4-F475-4CC3-A955-E2362A4517E2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AF7B1C-ED61-47B2-BEBF-C010F9082ABF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NUnit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2C2715-2324-4EE8-93CF-D9996A347570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47B29-AFAD-42DB-A025-37C44C3D8F88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4B38B41-5675-4C94-B182-6CD100DDB714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A1D81-F349-4250-8448-3A2D3A70D49D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664174-2336-46E0-A29F-658DFC41B834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A581019-B9C7-4D39-AB38-5DCED81583B8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7660FCF-8F95-43F3-9504-DC420C2BBDCE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F667B28-1376-4A5B-8338-0668D4C22E77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75FAD7-7C30-4C5B-8538-6C1294374FC1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се не остављају само на добро понашање модела.</a:t>
            </a:r>
          </a:p>
        </p:txBody>
      </p:sp>
    </p:spTree>
    <p:extLst>
      <p:ext uri="{BB962C8B-B14F-4D97-AF65-F5344CB8AC3E}">
        <p14:creationId xmlns:p14="http://schemas.microsoft.com/office/powerpoint/2010/main" val="777901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EDC6E5-36E3-44EA-9687-6AC04E53B78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17F4A0-FAF2-4A64-9381-991C5E23984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16293-BA2F-4ACB-A8F1-0C7E8AC33B9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2E9EF5-9ECB-4FE0-87D0-400432CB180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Guardrail је интерфејс, не велики if блок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019C1F-21F0-4B68-AD55-1A8C5DD4AFD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OCP и DIP важе и за развојни tooling.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B08637-052A-4910-AFB8-7FB923428E1B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GuardrailEvaluator зависи од колекције апстракција, па се нова политика додаје новом класом уместо проширивањем централног условног израза.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358ECF-2DB4-4462-ADC7-7D075490ADBB}"/>
              </a:ext>
            </a:extLst>
          </p:cNvPr>
          <p:cNvSpPr>
            <a:spLocks noGrp="1"/>
          </p:cNvSpPr>
          <p:nvPr/>
        </p:nvSpPr>
        <p:spPr>
          <a:xfrm>
            <a:off x="1051560" y="3747924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9D82B39-F1F1-4729-A984-C1409C75FB8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13FABD-716E-4234-AF2F-8919E71F193D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737137-FC08-46E2-B979-BFB64C338346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BC5869-708B-4A44-9E9D-82F0971254DA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 је исти дизајнерски принцип као у пословном коду.</a:t>
            </a:r>
          </a:p>
        </p:txBody>
      </p:sp>
    </p:spTree>
    <p:extLst>
      <p:ext uri="{BB962C8B-B14F-4D97-AF65-F5344CB8AC3E}">
        <p14:creationId xmlns:p14="http://schemas.microsoft.com/office/powerpoint/2010/main" val="638963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827A2-A775-4A23-99D1-E1C7523A5CD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6CC694-E8CF-4E82-BE20-5B38DA38FA3F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5A72C4-00C4-4880-93F9-13CF12D9958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8A046D-E432-4AFF-AD86-825827DAA45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IToolGuardrail и GuardrailEvaluator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91085B-0453-42E4-90DE-D1238E722DF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Мала проверљива правила лакше је тестирати и проширити.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CE1ECC8-D8F8-4C94-AF7A-A1C02A9F5EA5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3346248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909815-925C-4A5A-AF7E-1D792672D748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E0B6DC-F47B-48BD-9947-6725A277C857}"/>
              </a:ext>
            </a:extLst>
          </p:cNvPr>
          <p:cNvSpPr>
            <a:spLocks noGrp="1"/>
          </p:cNvSpPr>
          <p:nvPr/>
        </p:nvSpPr>
        <p:spPr>
          <a:xfrm>
            <a:off x="1078992" y="2240280"/>
            <a:ext cx="109728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026D1B7-82F8-4F33-8500-2D6079A49544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8B5CF04-0E10-4E91-A1AC-7083F4AF6B61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E70ED0D-8632-49D8-A094-F41D5BCEC42A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A30925-8A69-4A2B-A8A4-1640AB094E1B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38764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GuardrailEvaluator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IEnumerable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foreach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guardrail in 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(!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BBEB8B-6B5C-45C5-9829-F03B60FAA0EE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8F422A-D2F9-4105-8575-4A4B6AE875D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Evaluator зависи од апстракције.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Нова политика је нова класа.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Централни ток остаје стабилан.</a:t>
            </a:r>
          </a:p>
        </p:txBody>
      </p:sp>
    </p:spTree>
    <p:extLst>
      <p:ext uri="{BB962C8B-B14F-4D97-AF65-F5344CB8AC3E}">
        <p14:creationId xmlns:p14="http://schemas.microsoft.com/office/powerpoint/2010/main" val="1818930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5C4D64-5DEB-4ABD-88A4-219F63466FC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225376-C1D8-4E36-9AFC-E983819B042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B5CA73-8A60-414D-BDC9-69EAA880F2D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663C36-EBAB-45DC-BBCD-A2590C8A501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Конкретне политике су мале и намерне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4DAD3B-5606-460F-A87B-9790B7DB6C8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Заштита треба да има јасан домет.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5603606-3CA3-474F-A152-E34FC06A6A0E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28438D-CCFA-43E5-B4F2-18255F0A5D49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64D82-248B-4257-A174-D9D33F79324B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SensitiveFile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77961-178A-4BC3-82AD-F33731D85CEC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блокира .env и secrets.json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041FF10-F581-4E44-A5DA-A4B9FB4CF2A0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875580-44C3-489F-B924-0B1F27EAFD05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5DC885-E37B-4AD4-8B28-9B6FF32DDD44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DangerousCommand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0319-0004-4185-999A-D41B79D574EC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блокира force push и rm -rf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EBC6337-5FE7-4AA8-A73A-930FA510608F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B55243-B98B-4647-9BAC-57D4845BC6E0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2DCDE6-A4EE-465D-B058-90DA9445EFD7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Allowlist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921B7B-6E33-4708-AC15-3553A0362FBE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још јача граница за ризичне системе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817908D-4007-4AD3-9CB3-B04EDB134D22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9CB3F8-B9B5-4540-8B34-538F9FDFC07A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624DAE-2EDE-48E8-8090-1973BF541A3C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3CE98A-B8BF-4589-8644-255BFE08EB91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стабилно Allow/Block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2080177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F086EA-EFF6-463C-BAE9-8CA044FD97D7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72E9A-491D-41AA-A20D-3A13086D220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6DA19E-73D7-4F0E-984B-02F9BFBFD2B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25A60-681B-4830-9DA1-94A175A9003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SensitiveFileGuardrail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CE99B-9A3F-407E-8AEA-F78880DD01A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Правило блокира приступ познатим тајним фајловима.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E486E18-3806-4859-BDF0-0B37532D722E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3390081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80D7A1-9F2B-4689-999E-C1B945648222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D15F9-7ACF-43C6-899E-752D37CEC709}"/>
              </a:ext>
            </a:extLst>
          </p:cNvPr>
          <p:cNvSpPr>
            <a:spLocks noGrp="1"/>
          </p:cNvSpPr>
          <p:nvPr/>
        </p:nvSpPr>
        <p:spPr>
          <a:xfrm>
            <a:off x="1078992" y="2240280"/>
            <a:ext cx="109728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97B301-79BA-4C4C-9AC2-D8B42A8BD670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141B42B-FB30-4869-BF09-C94A5F25B852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FDE56DA-25A0-4712-9541-F6B406F9BF53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2BC8A7-8063-4F8E-90BE-9FD9BA7C5D66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38764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ForbiddenNames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".env"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"appsettings.secrets.json"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normalized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Replace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"\\"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"/"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ForbiddenNames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Any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name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normalized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EndsWith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Block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"Sensitive file blocked."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9D2FF1-CC41-4C71-BA01-6CAF8F0E5320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2060E0-D672-4D73-855F-7DF78712F2ED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Тајне не смеју постати context.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Путања се нормализује.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Одлука је детерминистичка.</a:t>
            </a:r>
          </a:p>
        </p:txBody>
      </p:sp>
    </p:spTree>
    <p:extLst>
      <p:ext uri="{BB962C8B-B14F-4D97-AF65-F5344CB8AC3E}">
        <p14:creationId xmlns:p14="http://schemas.microsoft.com/office/powerpoint/2010/main" val="1728664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6343EE-8D4D-411D-A862-AF6B5E30C64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90DD59-4BA7-4CCB-8CD3-08D19E4D4ADF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468DCB-AC15-473F-AACB-F7709BC36E24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92B1E-7B16-4BC5-85E1-B13E3A7FEA1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DangerousCommandGuardrail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73DB1F-E916-4E90-B5A5-637346467EF4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Деструктивне команде се блокирају пре извршења.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D392E92-BD27-4319-924F-7AA5D316B1CC}"/>
              </a:ext>
            </a:extLst>
          </p:cNvPr>
          <p:cNvSpPr>
            <a:spLocks noGrp="1"/>
          </p:cNvSpPr>
          <p:nvPr/>
        </p:nvSpPr>
        <p:spPr>
          <a:xfrm>
            <a:off x="914400" y="2342388"/>
            <a:ext cx="5715000" cy="2064843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8D757-8C0E-460C-A2B4-15F3A37B0D45}"/>
              </a:ext>
            </a:extLst>
          </p:cNvPr>
          <p:cNvSpPr>
            <a:spLocks noGrp="1"/>
          </p:cNvSpPr>
          <p:nvPr/>
        </p:nvSpPr>
        <p:spPr>
          <a:xfrm>
            <a:off x="914400" y="268986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7A7442-7B10-415B-AF38-D31A60BC1C88}"/>
              </a:ext>
            </a:extLst>
          </p:cNvPr>
          <p:cNvSpPr>
            <a:spLocks noGrp="1"/>
          </p:cNvSpPr>
          <p:nvPr/>
        </p:nvSpPr>
        <p:spPr>
          <a:xfrm>
            <a:off x="5715000" y="246126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F1BEE56-2866-4923-AC3F-C1D7C1E930F9}"/>
              </a:ext>
            </a:extLst>
          </p:cNvPr>
          <p:cNvSpPr>
            <a:spLocks noGrp="1"/>
          </p:cNvSpPr>
          <p:nvPr/>
        </p:nvSpPr>
        <p:spPr>
          <a:xfrm>
            <a:off x="5861304" y="246126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16C316-1AC4-424B-B7AE-ADCFE57D3B20}"/>
              </a:ext>
            </a:extLst>
          </p:cNvPr>
          <p:cNvSpPr>
            <a:spLocks noGrp="1"/>
          </p:cNvSpPr>
          <p:nvPr/>
        </p:nvSpPr>
        <p:spPr>
          <a:xfrm>
            <a:off x="6007608" y="246126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D93C1D-C5B2-4775-863D-1E9B4968FEFE}"/>
              </a:ext>
            </a:extLst>
          </p:cNvPr>
          <p:cNvSpPr>
            <a:spLocks noGrp="1"/>
          </p:cNvSpPr>
          <p:nvPr/>
        </p:nvSpPr>
        <p:spPr>
          <a:xfrm>
            <a:off x="1047750" y="281863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ForbiddenFragments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"Remove-Item -Recurse 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"format c:"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9E2848-F8D2-4137-BD1D-3BE6FC0784BC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F930A7-E651-4AEA-A957-DD3135A0386A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9570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Ово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denylist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приступ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риз</a:t>
            </a:r>
            <a:r>
              <a:rPr lang="sr-Cyrl-RS"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ичн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ије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системе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allowlist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јача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граница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тестирана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0393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5C054E-DD37-44DD-AEBE-EC2E730F033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2534EA-A43D-4057-9193-E37E38AEDE8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46E4C-C750-465F-83FF-D23707899D4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FC6075-6526-4906-BEB0-AA29D954C4F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Hook повезује AI алат са политиком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690348-B51B-4333-8F7D-ED6D2405073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PreToolUse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је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адаптер за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специфичан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алат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A3B532-332B-44A5-82B5-088CBE08A9BB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Сама guardrail апликација остаје обичан .NET пројекат у solution-у и може се повезати са другим клијентом другим adapter-ом.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AE98DA-0C09-49D4-BEC1-031ADC358CBA}"/>
              </a:ext>
            </a:extLst>
          </p:cNvPr>
          <p:cNvSpPr>
            <a:spLocks noGrp="1"/>
          </p:cNvSpPr>
          <p:nvPr/>
        </p:nvSpPr>
        <p:spPr>
          <a:xfrm>
            <a:off x="1051560" y="3430615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751C83C-143C-410B-918B-74076BC6E480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34102-4853-4988-B45C-75EF8F372EF9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AA2FF3-B261-43D7-A6F9-1C755F7A0C18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C5D77D-01BD-4C87-8A7D-87444732316D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lang="sr-Cyrl-RS"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Адаптер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остаје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10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52B188-B064-48C9-BD1F-F7A48659CB4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A2A3FC-047D-439A-BE09-20B9110AE858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69A2A-3A8B-4AFC-A8F3-6540DDA635A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1E8C69-55E3-4454-8330-F590ED0F3A8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.claude/settings.json као adapter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0E953-6A20-4AC5-9240-1ABB57DD1579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Hook позива guardrail пројекат пре ризног алата.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91F4E9-8D7F-4C26-A3F5-4BEE6D834306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3026531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1BE9FF-E9FD-423D-87FE-6AA9EA776B32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20046-3BD8-422D-9B1B-25BA70C5D1AB}"/>
              </a:ext>
            </a:extLst>
          </p:cNvPr>
          <p:cNvSpPr>
            <a:spLocks noGrp="1"/>
          </p:cNvSpPr>
          <p:nvPr/>
        </p:nvSpPr>
        <p:spPr>
          <a:xfrm>
            <a:off x="1078992" y="2240280"/>
            <a:ext cx="109728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57D9379-EF3B-448E-BB47-A52A1CC1711C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41322F-577A-4AB6-8476-1385CFB1C242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3067B8-6DCF-4C5C-9023-97401EA60C90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B9CE1F-1E1C-4061-9039-D9835DB35D02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34204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"hooks"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"PreToolUse"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"matcher"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"Bash|Read|Edit|Write"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"hooks"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"type"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"command"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"command"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run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    src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  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csproj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1ECA2D-DCAD-44FA-BE29-2CEEE0390CF8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EF2A20-35CC-4ED0-B900-088536505217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Конфигурација је спољни детаљ.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Политика остаје тестабилна.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Исти принцип граница важи као у Clean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141629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A799F7-7ABF-46A7-AA2E-5EFFCBE57AA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56718C-9D3C-42EC-B0B0-AFAB5596B57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1A654-0931-4600-A27C-F83F615D5F7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7F7025-CE43-485A-BA83-76E3407D554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Guardrail се тестира као обичан код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00032-4AD1-4CC2-B40D-502D1FE2C05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Без тестова guardrail је само још једна претпоставка.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A59A6-AFBE-48F4-AE60-CA250D37ED05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685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Исти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EquipmentReservation.Tests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пројекат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риз</a:t>
            </a:r>
            <a:r>
              <a:rPr lang="sr-Cyrl-RS"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ич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команде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приступ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.env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датотеци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буду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одбијени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146331-1B51-4872-9971-0640482C3D26}"/>
              </a:ext>
            </a:extLst>
          </p:cNvPr>
          <p:cNvSpPr>
            <a:spLocks noGrp="1"/>
          </p:cNvSpPr>
          <p:nvPr/>
        </p:nvSpPr>
        <p:spPr>
          <a:xfrm>
            <a:off x="1051560" y="3391739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46538E-F3F9-45A8-92A6-AF60A5231BAD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20F0970-68EA-422B-B4C8-67EC86CB465E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930718-521D-436F-9F2B-5C03ED6307A4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7CFE0C-9544-493D-8C97-4EF184156C04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Заштита мора бити доказива.</a:t>
            </a:r>
          </a:p>
        </p:txBody>
      </p:sp>
    </p:spTree>
    <p:extLst>
      <p:ext uri="{BB962C8B-B14F-4D97-AF65-F5344CB8AC3E}">
        <p14:creationId xmlns:p14="http://schemas.microsoft.com/office/powerpoint/2010/main" val="1192296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A4CD94-68C1-442D-8F75-3740FEFBFB0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E2CC0F-02C9-47C9-9FD0-8042C4A6FC9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74B64-D996-47E0-B177-A964E34E005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6DF473-C721-45CE-9947-7DB469875AF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Тестови за guardrail политике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54874F-609C-4312-89C3-9FA44FC64B7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Unit тестови доказују да забране заиста важе.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8BF9547-BFDD-44AF-9936-8C447C321473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3506107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9D5C91-1AC4-4457-BB91-1268BDFC4C35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F31B593-0956-4FAF-8D3E-DEDC96553E2C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F68FB37-6E14-45E1-A931-997C25633635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EAC0A1B-D009-4948-8157-4CA8CAF1B9F7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6D274-F45C-4837-8DF1-5E2F078FEAA2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410451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 origin main"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 ./src"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DangerousCommandGuardrail_BlocksDestructiveComm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ands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guardrail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"Bash"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SensitiveFileGuardrail_BlocksEnvFile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"/repo/.env"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2CE957-63E0-4A8C-9F4C-AB161A9401BA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FF06E-0090-49B3-8812-13F118C69BAB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су брзи и детерминистички.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Политика се проверава без AI модела.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Ово је нормалан code quality механизам.</a:t>
            </a:r>
          </a:p>
        </p:txBody>
      </p:sp>
    </p:spTree>
    <p:extLst>
      <p:ext uri="{BB962C8B-B14F-4D97-AF65-F5344CB8AC3E}">
        <p14:creationId xmlns:p14="http://schemas.microsoft.com/office/powerpoint/2010/main" val="1601132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BD32C4-F14A-4244-BD40-89230037066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57B76-B417-47D9-B015-7E76B2ED97F6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C8E26F-27D7-47E5-AB15-354A7E4AE55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1EFE57-EE97-4FFC-B051-8E57D650781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Једна команда проверава пословне и guardrail тестове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C9482-01BC-48E5-A95F-D6F2450F141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Заштита није одвојена од развојног процеса.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942C81-0707-4F84-A296-1AD43DA20959}"/>
              </a:ext>
            </a:extLst>
          </p:cNvPr>
          <p:cNvSpPr>
            <a:spLocks noGrp="1"/>
          </p:cNvSpPr>
          <p:nvPr/>
        </p:nvSpPr>
        <p:spPr>
          <a:xfrm>
            <a:off x="914400" y="2578608"/>
            <a:ext cx="5715000" cy="937792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D9320-69C0-47FA-B091-B1007FFD0778}"/>
              </a:ext>
            </a:extLst>
          </p:cNvPr>
          <p:cNvSpPr>
            <a:spLocks noGrp="1"/>
          </p:cNvSpPr>
          <p:nvPr/>
        </p:nvSpPr>
        <p:spPr>
          <a:xfrm>
            <a:off x="914400" y="292608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294E96C-4289-4627-88B8-492ACCF7BBF6}"/>
              </a:ext>
            </a:extLst>
          </p:cNvPr>
          <p:cNvSpPr>
            <a:spLocks noGrp="1"/>
          </p:cNvSpPr>
          <p:nvPr/>
        </p:nvSpPr>
        <p:spPr>
          <a:xfrm>
            <a:off x="5715000" y="269748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6301EA-E447-43D1-9ADA-A41562BAB4DA}"/>
              </a:ext>
            </a:extLst>
          </p:cNvPr>
          <p:cNvSpPr>
            <a:spLocks noGrp="1"/>
          </p:cNvSpPr>
          <p:nvPr/>
        </p:nvSpPr>
        <p:spPr>
          <a:xfrm>
            <a:off x="5861304" y="269748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BBF9CD7-FD3C-4128-A4A6-BC7F8F2F309A}"/>
              </a:ext>
            </a:extLst>
          </p:cNvPr>
          <p:cNvSpPr>
            <a:spLocks noGrp="1"/>
          </p:cNvSpPr>
          <p:nvPr/>
        </p:nvSpPr>
        <p:spPr>
          <a:xfrm>
            <a:off x="6007608" y="269748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003D53-FA41-455B-ADE4-6F1804352364}"/>
              </a:ext>
            </a:extLst>
          </p:cNvPr>
          <p:cNvSpPr>
            <a:spLocks noGrp="1"/>
          </p:cNvSpPr>
          <p:nvPr/>
        </p:nvSpPr>
        <p:spPr>
          <a:xfrm>
            <a:off x="1047750" y="305485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87FE07-8485-435E-9EAF-2576EC703864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CA982A-5245-41A7-9A41-8E0EB03BC02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Исти solution је извор истине.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Пословни и tooling тестови пролазе заједно.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CI може да проверава обе врсте правила.</a:t>
            </a:r>
          </a:p>
        </p:txBody>
      </p:sp>
    </p:spTree>
    <p:extLst>
      <p:ext uri="{BB962C8B-B14F-4D97-AF65-F5344CB8AC3E}">
        <p14:creationId xmlns:p14="http://schemas.microsoft.com/office/powerpoint/2010/main" val="48377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39A5BE-D4BF-4101-80B4-51B8811F3C6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F76648-E800-4C1C-92E7-6D7743FFA90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8B7BAE-98FB-4A30-8677-FB2DDBE7763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73E16A-3C0E-4EEF-9110-9081FF79C0C5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Еваулациони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сценарији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нису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исто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што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unit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тестови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AE87F-32BE-4522-B61E-91AC9CA62DC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Unit тест доказује једну детерминистичку политику.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5E2C1D-B927-433C-8844-F518DFA1C82A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Eval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сценарио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цело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агентско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понашање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у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условима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личе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стварни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рада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: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ли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модел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поштује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инструкције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користи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алате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правилно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тврди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непроверене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резултате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B67A2A-7EA1-4F30-B06A-FB000812E733}"/>
              </a:ext>
            </a:extLst>
          </p:cNvPr>
          <p:cNvSpPr>
            <a:spLocks noGrp="1"/>
          </p:cNvSpPr>
          <p:nvPr/>
        </p:nvSpPr>
        <p:spPr>
          <a:xfrm>
            <a:off x="1051560" y="3703778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E245718-AA17-4BA6-B9CA-038D1D10442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07EE10-B8DA-4FC9-8899-CD2E34FCB1BA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72C725-F0F7-49A2-86FE-E2CC4BCF5506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271F12-623B-4652-9FE3-CB3A0D64C514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Оба нивоа су потребна.</a:t>
            </a:r>
          </a:p>
        </p:txBody>
      </p:sp>
    </p:spTree>
    <p:extLst>
      <p:ext uri="{BB962C8B-B14F-4D97-AF65-F5344CB8AC3E}">
        <p14:creationId xmlns:p14="http://schemas.microsoft.com/office/powerpoint/2010/main" val="100454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026665-5A34-4EEB-9065-B7A6A50F4DE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DE2ED6-CD19-4CCA-8683-5C5045F42E6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C84D1-D9B4-4155-998A-E5A35F657984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373B98-E9EA-4BBE-A430-501B864BBC3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Unit тест и eval имају различиту сврху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C1B252-B5FD-4774-A796-74423D3D0B1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 треба једно користити као замену за друго.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0C96BB-91FB-4ADA-A838-7033B645E0E7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2518161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592BB5-29AB-41EC-83F3-27D853CBE6C3}"/>
              </a:ext>
            </a:extLst>
          </p:cNvPr>
          <p:cNvSpPr>
            <a:spLocks noGrp="1"/>
          </p:cNvSpPr>
          <p:nvPr/>
        </p:nvSpPr>
        <p:spPr>
          <a:xfrm>
            <a:off x="1030623" y="2306955"/>
            <a:ext cx="2324456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E137CB-1AC7-4C90-ACA9-324A422EFEAE}"/>
              </a:ext>
            </a:extLst>
          </p:cNvPr>
          <p:cNvSpPr>
            <a:spLocks noGrp="1"/>
          </p:cNvSpPr>
          <p:nvPr/>
        </p:nvSpPr>
        <p:spPr>
          <a:xfrm>
            <a:off x="3432561" y="2240280"/>
            <a:ext cx="7845039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079EA5-5B79-4ACB-8D43-E471865BCF59}"/>
              </a:ext>
            </a:extLst>
          </p:cNvPr>
          <p:cNvSpPr>
            <a:spLocks noGrp="1"/>
          </p:cNvSpPr>
          <p:nvPr/>
        </p:nvSpPr>
        <p:spPr>
          <a:xfrm>
            <a:off x="3548784" y="2306955"/>
            <a:ext cx="765133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доказује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244F70-A395-4AA5-A89F-4F55F7BC718B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5C6642-74D2-4420-B0C4-4AD2FBD15A06}"/>
              </a:ext>
            </a:extLst>
          </p:cNvPr>
          <p:cNvSpPr>
            <a:spLocks noGrp="1"/>
          </p:cNvSpPr>
          <p:nvPr/>
        </p:nvSpPr>
        <p:spPr>
          <a:xfrm>
            <a:off x="1030623" y="27641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Unit тест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6458C-F046-427C-9EEF-214537A13E65}"/>
              </a:ext>
            </a:extLst>
          </p:cNvPr>
          <p:cNvSpPr>
            <a:spLocks noGrp="1"/>
          </p:cNvSpPr>
          <p:nvPr/>
        </p:nvSpPr>
        <p:spPr>
          <a:xfrm>
            <a:off x="3432561" y="26974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AA7598-B28E-4178-98AB-AF8DACF5D116}"/>
              </a:ext>
            </a:extLst>
          </p:cNvPr>
          <p:cNvSpPr>
            <a:spLocks noGrp="1"/>
          </p:cNvSpPr>
          <p:nvPr/>
        </p:nvSpPr>
        <p:spPr>
          <a:xfrm>
            <a:off x="3548784" y="27641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конкретна политика враћа Allow/Block како је дефинисано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AB26B9-2AE1-4747-9F76-E295591F5322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A14A0E-B7C0-40AC-8CAD-41A1EE038ECA}"/>
              </a:ext>
            </a:extLst>
          </p:cNvPr>
          <p:cNvSpPr>
            <a:spLocks noGrp="1"/>
          </p:cNvSpPr>
          <p:nvPr/>
        </p:nvSpPr>
        <p:spPr>
          <a:xfrm>
            <a:off x="1030623" y="33737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Integration test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2C8989-DEA2-4281-849F-36FA579D14B0}"/>
              </a:ext>
            </a:extLst>
          </p:cNvPr>
          <p:cNvSpPr>
            <a:spLocks noGrp="1"/>
          </p:cNvSpPr>
          <p:nvPr/>
        </p:nvSpPr>
        <p:spPr>
          <a:xfrm>
            <a:off x="3432561" y="33070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0C828F-3F35-44CB-890D-BA85305A2F39}"/>
              </a:ext>
            </a:extLst>
          </p:cNvPr>
          <p:cNvSpPr>
            <a:spLocks noGrp="1"/>
          </p:cNvSpPr>
          <p:nvPr/>
        </p:nvSpPr>
        <p:spPr>
          <a:xfrm>
            <a:off x="3548784" y="33737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solution пролази кроз стварне команде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239A02-E751-41EF-923B-31992102E046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4A2666-8D37-448F-8DE8-7D714BC3DF21}"/>
              </a:ext>
            </a:extLst>
          </p:cNvPr>
          <p:cNvSpPr>
            <a:spLocks noGrp="1"/>
          </p:cNvSpPr>
          <p:nvPr/>
        </p:nvSpPr>
        <p:spPr>
          <a:xfrm>
            <a:off x="1030623" y="39833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Eval scenario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41A18D5-59CC-4FF2-867A-DDA0FD7121F6}"/>
              </a:ext>
            </a:extLst>
          </p:cNvPr>
          <p:cNvSpPr>
            <a:spLocks noGrp="1"/>
          </p:cNvSpPr>
          <p:nvPr/>
        </p:nvSpPr>
        <p:spPr>
          <a:xfrm>
            <a:off x="3432561" y="39166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E62C9A-56F6-4EFC-A4E8-DE18C5762656}"/>
              </a:ext>
            </a:extLst>
          </p:cNvPr>
          <p:cNvSpPr>
            <a:spLocks noGrp="1"/>
          </p:cNvSpPr>
          <p:nvPr/>
        </p:nvSpPr>
        <p:spPr>
          <a:xfrm>
            <a:off x="3548784" y="39833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agentski ток поштује контекст, ограничења и доказе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715B9-5924-449D-928F-5715AA7F89A3}"/>
              </a:ext>
            </a:extLst>
          </p:cNvPr>
          <p:cNvSpPr>
            <a:spLocks noGrp="1"/>
          </p:cNvSpPr>
          <p:nvPr/>
        </p:nvSpPr>
        <p:spPr>
          <a:xfrm>
            <a:off x="914400" y="45262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0D9697-15C4-41C5-952C-63BC331C5018}"/>
              </a:ext>
            </a:extLst>
          </p:cNvPr>
          <p:cNvSpPr>
            <a:spLocks noGrp="1"/>
          </p:cNvSpPr>
          <p:nvPr/>
        </p:nvSpPr>
        <p:spPr>
          <a:xfrm>
            <a:off x="1030623" y="45929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173A46-CF29-4314-835A-FB8D305EEE05}"/>
              </a:ext>
            </a:extLst>
          </p:cNvPr>
          <p:cNvSpPr>
            <a:spLocks noGrp="1"/>
          </p:cNvSpPr>
          <p:nvPr/>
        </p:nvSpPr>
        <p:spPr>
          <a:xfrm>
            <a:off x="3432561" y="45262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97885C-55B2-4CDB-9F49-2F8A65F790FD}"/>
              </a:ext>
            </a:extLst>
          </p:cNvPr>
          <p:cNvSpPr>
            <a:spLocks noGrp="1"/>
          </p:cNvSpPr>
          <p:nvPr/>
        </p:nvSpPr>
        <p:spPr>
          <a:xfrm>
            <a:off x="3548784" y="45929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тим прихвата или одбија резултат према критеријумима</a:t>
            </a:r>
          </a:p>
        </p:txBody>
      </p:sp>
    </p:spTree>
    <p:extLst>
      <p:ext uri="{BB962C8B-B14F-4D97-AF65-F5344CB8AC3E}">
        <p14:creationId xmlns:p14="http://schemas.microsoft.com/office/powerpoint/2010/main" val="7614597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AB134B-092F-4B73-8CC7-AB44DB96AD6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93CE7-6C73-4051-9653-C2EFB02EC61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67512-C388-4AB5-B839-E651BC5FA6DC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009D26-B3A6-4E07-A6D0-53229B362C99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Завршни QA гледа више сигнала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0EB59D-7E35-4774-BFC2-A97A89BC828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Коначна одбрана није једна команда.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D97CD86-66F8-47DF-881D-F0F2A61FDF8D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96DB2D-3118-43FA-AF98-A43311717BB7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504A00-6C0E-40A9-85C5-59C4BF98A90C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5462A6-20CC-491F-B468-26529EEE568C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границе и dependency rule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59379B7-5F33-4C84-9009-E70D1D80E234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57461-D570-4D8F-A1DA-A96384D8F9AA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84D81F-606A-41CA-B51B-B2CA9EC6B00C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D06674-2B7B-4B38-8D28-204130CE1019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пословни и guardrail сценарији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F6EFFA6-C8B1-48D6-9E10-865B7BC97783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57157A-5F89-44B9-A7B9-3A008CC3ADEC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AE59B-16DC-4EB0-8DB3-CB58A420BAFD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AI trag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AB2D6-6153-4969-8EA2-9278652D94C4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AI_USAGE и одлуке тима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A976FE6-2C9A-4526-8519-6E9FF2FC634C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7BF892-6F40-4F15-96F6-F2CCFE97B6C6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96C6F5-EB60-4199-BB3E-AA318F21C3E9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335949-08C0-4F6C-981A-2DB498CC31F9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мали, објашњив и релевантан</a:t>
            </a:r>
          </a:p>
        </p:txBody>
      </p:sp>
    </p:spTree>
    <p:extLst>
      <p:ext uri="{BB962C8B-B14F-4D97-AF65-F5344CB8AC3E}">
        <p14:creationId xmlns:p14="http://schemas.microsoft.com/office/powerpoint/2010/main" val="1700968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9BA10-EAD5-4F67-B68A-895CBAB0640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74F168-293E-4077-958E-E9285A94383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D9841-58FD-4ACC-8DC5-6CD2EF0209EC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D529A5-03AB-46BA-82AA-9A4FF4746BE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Шта није прихватљиво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8DA09-6AD2-481F-9CD1-14CA3A208EC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Guardrails не служе да сакрију неразумевање.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474D5-6210-4F11-BA3D-D6D5D21424B5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ЛОШЕ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6F5AB1-014E-417B-994C-5F14757FF655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137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model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тврди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је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тестирао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без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команде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читa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.env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secrets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force push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у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дељеном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току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ме</a:t>
            </a:r>
            <a:r>
              <a:rPr lang="sr-Cyrl-RS"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њ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 тест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сакрије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грешку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4494773D-ADF2-4B10-89DD-D22867EB1666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rgbClr val="E8EB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5215F1-9D85-4447-A813-A356EE7EAE25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ДОБРО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B21B38-F744-4B6F-8FA7-3629346BBDEE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реална build/test провера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блокирани ризични алати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јасан AI_USAGE запис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review пре прихватања</a:t>
            </a:r>
          </a:p>
        </p:txBody>
      </p:sp>
    </p:spTree>
    <p:extLst>
      <p:ext uri="{BB962C8B-B14F-4D97-AF65-F5344CB8AC3E}">
        <p14:creationId xmlns:p14="http://schemas.microsoft.com/office/powerpoint/2010/main" val="143351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398C17-5C58-432C-A7E0-28173EAC5D0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1F061E-4D34-428D-8A5A-92E371CA497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B9F63-54D4-4D1E-8F10-9598800D221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6A2AB5-AD1A-4580-9D07-88833C4AE8F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Рад на вежби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4DC0D-E892-475E-9798-B00247F5C4D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Циљ је да се правило из инструкције претвори у извршиву заштиту.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72A241-9616-49A3-9437-B5D64F5D6E13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50FB3-5B34-4A1C-88D1-A092761A5A80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Покренути guardrail тестове.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188DE6-444D-494B-BD4D-92895F779E05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FBC55-7689-4E5A-8CA1-FA505E53B544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да .env приступ буде блокиран.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99AAAF-C889-474C-9360-6488BFC7DABB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B5B2C8-CD6E-4AB2-A397-8E1560A5F46F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да деструктивне команде буду блокиране.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02DEA-3317-4CF0-A254-C5072645ADD2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29F9A-C66D-43B9-956F-2E3A9DD0741E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Објаснити разлику између hook adapter-а и саме политике.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769ABE-A51B-4604-A49F-9B5DD9B72C50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D2DC7-2FEE-4836-9CBF-C765F2C7EC53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Осмислити један eval сценарио за agentski ток.</a:t>
            </a:r>
          </a:p>
        </p:txBody>
      </p:sp>
    </p:spTree>
    <p:extLst>
      <p:ext uri="{BB962C8B-B14F-4D97-AF65-F5344CB8AC3E}">
        <p14:creationId xmlns:p14="http://schemas.microsoft.com/office/powerpoint/2010/main" val="246318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CF3058-78C4-41AD-ACCF-C145F16B42E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8C1F6E-6772-4224-8DD7-2A7350E75E7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A2B2D9-7958-46D7-8DD8-3AC9A748133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CD37-17AC-43FB-9663-36CEE4A00B3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153D1-544B-43E9-BD14-043535D8018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Одговорна употреба AI алата тражи више од доброг prompt-а.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FEF75C-3089-44D6-97BC-3F9564B64D3B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Када је правило важно, треба га претворити у код, тестирати као сваки други део система и укључити у завршни QA ток.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4D74B-753B-409A-BFC7-5A5FE44BCA43}"/>
              </a:ext>
            </a:extLst>
          </p:cNvPr>
          <p:cNvSpPr>
            <a:spLocks noGrp="1"/>
          </p:cNvSpPr>
          <p:nvPr/>
        </p:nvSpPr>
        <p:spPr>
          <a:xfrm>
            <a:off x="1085850" y="3441031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0015C9D-18E9-4CA6-81DA-2D6134B5C284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A6D3BB6-E02D-47BB-9D32-C955E1DE83C7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9838CF-DD55-42E7-82A8-1AE364CA18BD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6131D8-0C5C-4EEA-A166-8D502EC7DB5C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 затвара причу предмета.</a:t>
            </a:r>
          </a:p>
        </p:txBody>
      </p:sp>
    </p:spTree>
    <p:extLst>
      <p:ext uri="{BB962C8B-B14F-4D97-AF65-F5344CB8AC3E}">
        <p14:creationId xmlns:p14="http://schemas.microsoft.com/office/powerpoint/2010/main" val="6967267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D93A35-15AD-4469-94FD-21CAD3C1966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941DB8-555C-4026-BFE2-23B789D0056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E920A-2C59-4F20-9A84-6B66D9C6A45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F0971-8F11-4D3C-BC66-B03DF63E973F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 завршну одбрану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87F140-DE6E-40B9-817C-731EDE608DD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Студент треба да може да повеже све теме у једну причу.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AB324C-B437-4181-8B16-3E4E8ED1C525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AEEF0D-8C5F-43D8-8A16-E20F580F776D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Показати захтев, backlog ставку и критеријуме.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B9313-D7DA-4338-9590-B98B320A72C3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102222-B8D9-4BAB-A99C-5DD92D6B12EB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Објаснити архитектонске границе и use-case ток.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7BBCA-06CE-445D-BBF9-C0B3BBE00C67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8370B-435A-400D-9361-DEB06457588A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Показати тестове и резултат покретања.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96AE06-85F9-45E6-9784-1A2AE3F94AA7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8E9862-610A-4AF6-A3EE-4AFC18CF8954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Показати AI_USAGE и контролисан AI workflow.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9C2DA7-4329-4304-959A-10B79FB1D7C8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7C9764-22ED-4E97-8246-4038382A6B46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Објаснити MCP/guardrail део без мешања са пословним језгром.</a:t>
            </a:r>
          </a:p>
        </p:txBody>
      </p:sp>
    </p:spTree>
    <p:extLst>
      <p:ext uri="{BB962C8B-B14F-4D97-AF65-F5344CB8AC3E}">
        <p14:creationId xmlns:p14="http://schemas.microsoft.com/office/powerpoint/2010/main" val="1113955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1407</Words>
  <Application>Microsoft Macintosh PowerPoint</Application>
  <DocSecurity>0</DocSecurity>
  <PresentationFormat>Widescreen</PresentationFormat>
  <Paragraphs>283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11</cp:revision>
  <dcterms:created xsi:type="dcterms:W3CDTF">2026-09-28T19:34:57Z</dcterms:created>
  <dcterms:modified xsi:type="dcterms:W3CDTF">2026-09-28T20:38:25Z</dcterms:modified>
</cp:coreProperties>
</file>