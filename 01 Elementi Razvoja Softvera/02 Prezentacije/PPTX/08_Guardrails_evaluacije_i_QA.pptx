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340a65e8ea4844" /><Relationship Type="http://schemas.openxmlformats.org/officeDocument/2006/relationships/extended-properties" Target="/docProps/app.xml" Id="R2409eb0eb30f404a" /><Relationship Type="http://schemas.openxmlformats.org/officeDocument/2006/relationships/officeDocument" Target="/ppt/presentation.xml" Id="Rc4f6ee7e686645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d8502c19294d68"/>
  </p:sldMasterIdLst>
  <p:notesMasterIdLst>
    <p:notesMasterId xmlns:r="http://schemas.openxmlformats.org/officeDocument/2006/relationships" r:id="R486cb8709cc74122"/>
  </p:notesMasterIdLst>
  <p:sldIdLst>
    <p:sldId xmlns:r="http://schemas.openxmlformats.org/officeDocument/2006/relationships" id="256" r:id="Rcc5ec43187904a08"/>
    <p:sldId xmlns:r="http://schemas.openxmlformats.org/officeDocument/2006/relationships" id="257" r:id="R9f8228dfa9f3478a"/>
    <p:sldId xmlns:r="http://schemas.openxmlformats.org/officeDocument/2006/relationships" id="258" r:id="R4df18284720541a4"/>
    <p:sldId xmlns:r="http://schemas.openxmlformats.org/officeDocument/2006/relationships" id="259" r:id="R139a3a2f42614b4a"/>
    <p:sldId xmlns:r="http://schemas.openxmlformats.org/officeDocument/2006/relationships" id="260" r:id="Ref3f9b5bd34d4d38"/>
    <p:sldId xmlns:r="http://schemas.openxmlformats.org/officeDocument/2006/relationships" id="261" r:id="R63a2f0753ce54ff7"/>
    <p:sldId xmlns:r="http://schemas.openxmlformats.org/officeDocument/2006/relationships" id="262" r:id="R3b2635a1192b4d3a"/>
    <p:sldId xmlns:r="http://schemas.openxmlformats.org/officeDocument/2006/relationships" id="263" r:id="R9e78943af44841e4"/>
    <p:sldId xmlns:r="http://schemas.openxmlformats.org/officeDocument/2006/relationships" id="264" r:id="Rc1731d441502482d"/>
    <p:sldId xmlns:r="http://schemas.openxmlformats.org/officeDocument/2006/relationships" id="265" r:id="R5a53043405244325"/>
    <p:sldId xmlns:r="http://schemas.openxmlformats.org/officeDocument/2006/relationships" id="266" r:id="R80b1b2dd1d044b87"/>
    <p:sldId xmlns:r="http://schemas.openxmlformats.org/officeDocument/2006/relationships" id="267" r:id="Rd3688ab2dd694968"/>
    <p:sldId xmlns:r="http://schemas.openxmlformats.org/officeDocument/2006/relationships" id="268" r:id="Rab796f65f7a84e55"/>
    <p:sldId xmlns:r="http://schemas.openxmlformats.org/officeDocument/2006/relationships" id="269" r:id="Ra3840bfa3da24f5c"/>
    <p:sldId xmlns:r="http://schemas.openxmlformats.org/officeDocument/2006/relationships" id="270" r:id="R406db921e8e94950"/>
    <p:sldId xmlns:r="http://schemas.openxmlformats.org/officeDocument/2006/relationships" id="271" r:id="R1bdb40e9b5724675"/>
    <p:sldId xmlns:r="http://schemas.openxmlformats.org/officeDocument/2006/relationships" id="272" r:id="R4ed80c850b5741e7"/>
    <p:sldId xmlns:r="http://schemas.openxmlformats.org/officeDocument/2006/relationships" id="273" r:id="Rc47f144f0d72435f"/>
    <p:sldId xmlns:r="http://schemas.openxmlformats.org/officeDocument/2006/relationships" id="274" r:id="R015c108945d64b70"/>
    <p:sldId xmlns:r="http://schemas.openxmlformats.org/officeDocument/2006/relationships" id="275" r:id="Ra163487474da44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b59ca0c37d44b6" /><Relationship Type="http://schemas.openxmlformats.org/officeDocument/2006/relationships/slideMaster" Target="/ppt/slideMasters/slideMaster1.xml" Id="Rc9d8502c19294d68" /><Relationship Type="http://schemas.openxmlformats.org/officeDocument/2006/relationships/notesMaster" Target="/ppt/notesMasters/notesMaster1.xml" Id="R486cb8709cc74122" /><Relationship Type="http://schemas.openxmlformats.org/officeDocument/2006/relationships/presProps" Target="/ppt/presProps.xml" Id="R80acb0936a29465d" /><Relationship Type="http://schemas.openxmlformats.org/officeDocument/2006/relationships/viewProps" Target="/ppt/viewProps.xml" Id="R96c057d00d144176" /><Relationship Type="http://schemas.openxmlformats.org/officeDocument/2006/relationships/tableStyles" Target="/ppt/tableStyles.xml" Id="Rc3e619443b874c9f" /><Relationship Type="http://schemas.openxmlformats.org/officeDocument/2006/relationships/slide" Target="/ppt/slides/slide1.xml" Id="Rcc5ec43187904a08" /><Relationship Type="http://schemas.openxmlformats.org/officeDocument/2006/relationships/slide" Target="/ppt/slides/slide2.xml" Id="R9f8228dfa9f3478a" /><Relationship Type="http://schemas.openxmlformats.org/officeDocument/2006/relationships/slide" Target="/ppt/slides/slide3.xml" Id="R4df18284720541a4" /><Relationship Type="http://schemas.openxmlformats.org/officeDocument/2006/relationships/slide" Target="/ppt/slides/slide4.xml" Id="R139a3a2f42614b4a" /><Relationship Type="http://schemas.openxmlformats.org/officeDocument/2006/relationships/slide" Target="/ppt/slides/slide5.xml" Id="Ref3f9b5bd34d4d38" /><Relationship Type="http://schemas.openxmlformats.org/officeDocument/2006/relationships/slide" Target="/ppt/slides/slide6.xml" Id="R63a2f0753ce54ff7" /><Relationship Type="http://schemas.openxmlformats.org/officeDocument/2006/relationships/slide" Target="/ppt/slides/slide7.xml" Id="R3b2635a1192b4d3a" /><Relationship Type="http://schemas.openxmlformats.org/officeDocument/2006/relationships/slide" Target="/ppt/slides/slide8.xml" Id="R9e78943af44841e4" /><Relationship Type="http://schemas.openxmlformats.org/officeDocument/2006/relationships/slide" Target="/ppt/slides/slide9.xml" Id="Rc1731d441502482d" /><Relationship Type="http://schemas.openxmlformats.org/officeDocument/2006/relationships/slide" Target="/ppt/slides/slide10.xml" Id="R5a53043405244325" /><Relationship Type="http://schemas.openxmlformats.org/officeDocument/2006/relationships/slide" Target="/ppt/slides/slide11.xml" Id="R80b1b2dd1d044b87" /><Relationship Type="http://schemas.openxmlformats.org/officeDocument/2006/relationships/slide" Target="/ppt/slides/slide12.xml" Id="Rd3688ab2dd694968" /><Relationship Type="http://schemas.openxmlformats.org/officeDocument/2006/relationships/slide" Target="/ppt/slides/slide13.xml" Id="Rab796f65f7a84e55" /><Relationship Type="http://schemas.openxmlformats.org/officeDocument/2006/relationships/slide" Target="/ppt/slides/slide14.xml" Id="Ra3840bfa3da24f5c" /><Relationship Type="http://schemas.openxmlformats.org/officeDocument/2006/relationships/slide" Target="/ppt/slides/slide15.xml" Id="R406db921e8e94950" /><Relationship Type="http://schemas.openxmlformats.org/officeDocument/2006/relationships/slide" Target="/ppt/slides/slide16.xml" Id="R1bdb40e9b5724675" /><Relationship Type="http://schemas.openxmlformats.org/officeDocument/2006/relationships/slide" Target="/ppt/slides/slide17.xml" Id="R4ed80c850b5741e7" /><Relationship Type="http://schemas.openxmlformats.org/officeDocument/2006/relationships/slide" Target="/ppt/slides/slide18.xml" Id="Rc47f144f0d72435f" /><Relationship Type="http://schemas.openxmlformats.org/officeDocument/2006/relationships/slide" Target="/ppt/slides/slide19.xml" Id="R015c108945d64b70" /><Relationship Type="http://schemas.openxmlformats.org/officeDocument/2006/relationships/slide" Target="/ppt/slides/slide20.xml" Id="Ra163487474da44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7cd13a4ea34c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84b32afde94b04" /><Relationship Type="http://schemas.openxmlformats.org/officeDocument/2006/relationships/notesMaster" Target="/ppt/notesMasters/notesMaster1.xml" Id="R19ba872e20414e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afc4945fc4405d" /><Relationship Type="http://schemas.openxmlformats.org/officeDocument/2006/relationships/notesMaster" Target="/ppt/notesMasters/notesMaster1.xml" Id="Rd31a89f768b140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d4329efe504c9a" /><Relationship Type="http://schemas.openxmlformats.org/officeDocument/2006/relationships/notesMaster" Target="/ppt/notesMasters/notesMaster1.xml" Id="R965ad63b15794e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3dd51009ec45e8" /><Relationship Type="http://schemas.openxmlformats.org/officeDocument/2006/relationships/notesMaster" Target="/ppt/notesMasters/notesMaster1.xml" Id="R9ad51a1b104f4c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1a3a8eda074ecb" /><Relationship Type="http://schemas.openxmlformats.org/officeDocument/2006/relationships/notesMaster" Target="/ppt/notesMasters/notesMaster1.xml" Id="Re291b737af574a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c695d0e8444419" /><Relationship Type="http://schemas.openxmlformats.org/officeDocument/2006/relationships/notesMaster" Target="/ppt/notesMasters/notesMaster1.xml" Id="R9d974fb1557044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64ec3a7e4348db" /><Relationship Type="http://schemas.openxmlformats.org/officeDocument/2006/relationships/notesMaster" Target="/ppt/notesMasters/notesMaster1.xml" Id="Rc18dbb827c5c4e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0d34a690224ed2" /><Relationship Type="http://schemas.openxmlformats.org/officeDocument/2006/relationships/notesMaster" Target="/ppt/notesMasters/notesMaster1.xml" Id="Rb12b4c1ef7874a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9ef3ba1ddac4696" /><Relationship Type="http://schemas.openxmlformats.org/officeDocument/2006/relationships/notesMaster" Target="/ppt/notesMasters/notesMaster1.xml" Id="Rb675eff100dc48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547e5978e72496d" /><Relationship Type="http://schemas.openxmlformats.org/officeDocument/2006/relationships/notesMaster" Target="/ppt/notesMasters/notesMaster1.xml" Id="R359c7f8bf9b544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3ca12023ea54044" /><Relationship Type="http://schemas.openxmlformats.org/officeDocument/2006/relationships/notesMaster" Target="/ppt/notesMasters/notesMaster1.xml" Id="R71378c32e4a641b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c0c8a42c1254ef0" /><Relationship Type="http://schemas.openxmlformats.org/officeDocument/2006/relationships/notesMaster" Target="/ppt/notesMasters/notesMaster1.xml" Id="Rf4f570b1ed1647d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1c43d034d4146e6" /><Relationship Type="http://schemas.openxmlformats.org/officeDocument/2006/relationships/notesMaster" Target="/ppt/notesMasters/notesMaster1.xml" Id="Re110c9e2798a4a8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ae9f83b662e41ce" /><Relationship Type="http://schemas.openxmlformats.org/officeDocument/2006/relationships/notesMaster" Target="/ppt/notesMasters/notesMaster1.xml" Id="R61eabe0b299942f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7eacc198cce427d" /><Relationship Type="http://schemas.openxmlformats.org/officeDocument/2006/relationships/notesMaster" Target="/ppt/notesMasters/notesMaster1.xml" Id="R7435cbe5a6c8452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32d54ef21ac4b1b" /><Relationship Type="http://schemas.openxmlformats.org/officeDocument/2006/relationships/notesMaster" Target="/ppt/notesMasters/notesMaster1.xml" Id="R3ead4b3e072c484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50f4666f2094cd8" /><Relationship Type="http://schemas.openxmlformats.org/officeDocument/2006/relationships/notesMaster" Target="/ppt/notesMasters/notesMaster1.xml" Id="R82dcd40c17d74e1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882ab053d4f4614" /><Relationship Type="http://schemas.openxmlformats.org/officeDocument/2006/relationships/notesMaster" Target="/ppt/notesMasters/notesMaster1.xml" Id="R4925b9e794484f4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c9beaf305054a2c" /><Relationship Type="http://schemas.openxmlformats.org/officeDocument/2006/relationships/notesMaster" Target="/ppt/notesMasters/notesMaster1.xml" Id="R7c717e86b5d7478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bc48547b7c84c38" /><Relationship Type="http://schemas.openxmlformats.org/officeDocument/2006/relationships/notesMaster" Target="/ppt/notesMasters/notesMaster1.xml" Id="Rb73838842a2341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6c78df8e0b45a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33b10d635f437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74efa1f42b43c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60f774b0b7481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a4d6fa3c53422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20aed4344245e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677c74b9b542b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6aaa9aef7d466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720c3df2f5409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6d71d6516a489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4384e29f1344a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9CBD70B-4B01-41BF-A118-6E77C534775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10CC2B5B-2E2B-446E-8767-26E37BBC10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33DE271-9AFA-41E2-A275-85D7881EDCD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7A59532-5611-495C-918B-64BFAA2A63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5196BE9-E200-4C98-B19C-D10449BD74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70024FB-911C-4E77-84F4-A065142AB1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5A02296-3A1A-4078-8CF6-A8E456185AD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51479F9-8226-4284-BD1C-38052A16B8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20C330-1E70-4A9D-AC00-654DBE9227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697A8F-283A-4B2A-B30B-D11A908ED2B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FAA55A7-80BC-4AEB-B937-736F0A9249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93C1E1A-1A17-4170-9E05-AE16D52D01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C309919-3822-4E45-8E32-D5E5900A42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87DA6FA-01CF-4399-966C-2DB5760EAA6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0E635F-E9F3-406B-B2CE-5B263B4D8E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C836B6E-602B-4B64-9906-98EC0B16CB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29802F4-60C0-4956-A152-21DFD0D1B3B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9AF04BA-22F3-4644-8549-6CBF1038BB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126A5C0-8A77-4615-875B-12FA815083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129D7A8-7B32-4B5D-AFC7-0D638B9614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1532BAC-0A36-4415-90B1-6336A0E7C3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08DFA26-F386-4CB1-81AE-9C0D9D52DC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971D33E-BBA1-474A-9747-6AF498144A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1CC984D-B70D-4FBD-85A7-EB9D810289A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CDD7558-E596-44BD-928F-3889FF73F9A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9313565-B8B9-4D04-AF2F-122E3510CED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8E204AA-8283-40E7-A208-7BDBCF2744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75334528-14D4-4C9D-BC44-8B20E46184A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5BC29F0-E3FD-4490-AAE7-7297DAB154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E2991EC-4B4F-476D-9162-C74631AE42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B4C833D-015D-4462-A041-6D4EA3A6E8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89FF7D3-4BC2-454E-AD2B-D91A34E40C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B4B7E72-CB51-4D0C-AA35-98B0E80036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2D172429-EEBF-4DB6-A027-EE79883C911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C6BE915C-C355-44CB-92FF-EB511A8F8A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18A7C66-37E6-4534-8989-C1AAC691D6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B213FE-A347-4693-9C29-B7E17FFC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A6543E8-6FEE-4629-B29F-738A4668B78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AA24486-3BED-40C0-BC6C-F2009ED319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EA5F9F0-11D4-4F18-A332-D784040034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375D80C-8C4A-4F5C-8C5E-4098F80EC9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2C35F3E-0A40-4D10-B05B-BF92AEE999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521BDC0-3AA7-41ED-9EC9-DE34D16125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62878C3-EC5C-46CF-A551-1A93D0CA905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31473C6-6D92-466B-A4A5-BE6072DFE5C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AF74C23-FED7-4F0B-B7C4-7F00D9C2D12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231C069-34D7-43F4-874A-E12B4610A12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A7179A4-419E-40DB-A8D9-AFAC39C1F3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3647F02-1047-4947-888A-5F138B24C2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95DA5F0-D283-43E5-BFA9-13CCDC2F16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1FCF386-E80E-4493-BBC9-DEC4CD0E59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9F4F53F-CD6A-4C3B-B999-96100E3280E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1CD101F-A4F5-4B62-962C-F92A08B556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11D9AB4-E952-4FDF-A2A6-9F43DE1099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F0EA4CE-C8F1-4150-B170-F8C1F1E5D3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4BDCAC4-9792-474E-9191-436BAC8ED29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4A7DE4-0A91-43C6-BE98-A7C0EA7761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87D5855-39A7-4CA4-9F60-C36A167B54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07eea82b9841c8" /><Relationship Type="http://schemas.openxmlformats.org/officeDocument/2006/relationships/slideLayout" Target="/ppt/slideLayouts/slideLayout1.xml" Id="Ra64bfaeb4a364ea5" /><Relationship Type="http://schemas.openxmlformats.org/officeDocument/2006/relationships/slideLayout" Target="/ppt/slideLayouts/slideLayout2.xml" Id="Rf05ecd21687c47ee" /><Relationship Type="http://schemas.openxmlformats.org/officeDocument/2006/relationships/slideLayout" Target="/ppt/slideLayouts/slideLayout3.xml" Id="R4e93f8f78f7742bf" /><Relationship Type="http://schemas.openxmlformats.org/officeDocument/2006/relationships/slideLayout" Target="/ppt/slideLayouts/slideLayout4.xml" Id="R689ed1e48e834683" /><Relationship Type="http://schemas.openxmlformats.org/officeDocument/2006/relationships/slideLayout" Target="/ppt/slideLayouts/slideLayout5.xml" Id="R82667bec7bf84a40" /><Relationship Type="http://schemas.openxmlformats.org/officeDocument/2006/relationships/slideLayout" Target="/ppt/slideLayouts/slideLayout6.xml" Id="R1ee185f44917454e" /><Relationship Type="http://schemas.openxmlformats.org/officeDocument/2006/relationships/slideLayout" Target="/ppt/slideLayouts/slideLayout7.xml" Id="Re2dacf5c3a634909" /><Relationship Type="http://schemas.openxmlformats.org/officeDocument/2006/relationships/slideLayout" Target="/ppt/slideLayouts/slideLayout8.xml" Id="R93f35973578c4bd4" /><Relationship Type="http://schemas.openxmlformats.org/officeDocument/2006/relationships/slideLayout" Target="/ppt/slideLayouts/slideLayout9.xml" Id="Re662a8b400ff4411" /><Relationship Type="http://schemas.openxmlformats.org/officeDocument/2006/relationships/slideLayout" Target="/ppt/slideLayouts/slideLayout10.xml" Id="R4903b3855652452d" /><Relationship Type="http://schemas.openxmlformats.org/officeDocument/2006/relationships/slideLayout" Target="/ppt/slideLayouts/slideLayout11.xml" Id="Rb8ed37a191b54c3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86353E0-A86D-40BF-B041-724BC9B51D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DF31AAA-E81D-4C1F-B959-5C13382E98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CA93695-9F93-4411-8DCE-F2669C1D734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D6DA19F-DD81-47CA-BD04-DDF6F988E2B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A81C786-2B9E-4524-A643-9EEC8E409E8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4bfaeb4a364ea5"/>
    <p:sldLayoutId xmlns:r="http://schemas.openxmlformats.org/officeDocument/2006/relationships" id="2147483650" r:id="Rf05ecd21687c47ee"/>
    <p:sldLayoutId xmlns:r="http://schemas.openxmlformats.org/officeDocument/2006/relationships" id="2147483651" r:id="R4e93f8f78f7742bf"/>
    <p:sldLayoutId xmlns:r="http://schemas.openxmlformats.org/officeDocument/2006/relationships" id="2147483652" r:id="R689ed1e48e834683"/>
    <p:sldLayoutId xmlns:r="http://schemas.openxmlformats.org/officeDocument/2006/relationships" id="2147483653" r:id="R82667bec7bf84a40"/>
    <p:sldLayoutId xmlns:r="http://schemas.openxmlformats.org/officeDocument/2006/relationships" id="2147483654" r:id="R1ee185f44917454e"/>
    <p:sldLayoutId xmlns:r="http://schemas.openxmlformats.org/officeDocument/2006/relationships" id="2147483655" r:id="Re2dacf5c3a634909"/>
    <p:sldLayoutId xmlns:r="http://schemas.openxmlformats.org/officeDocument/2006/relationships" id="2147483656" r:id="R93f35973578c4bd4"/>
    <p:sldLayoutId xmlns:r="http://schemas.openxmlformats.org/officeDocument/2006/relationships" id="2147483657" r:id="Re662a8b400ff4411"/>
    <p:sldLayoutId xmlns:r="http://schemas.openxmlformats.org/officeDocument/2006/relationships" id="2147483658" r:id="R4903b3855652452d"/>
    <p:sldLayoutId xmlns:r="http://schemas.openxmlformats.org/officeDocument/2006/relationships" id="2147483659" r:id="Rb8ed37a191b54c33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7f34daff31e4e7b" /><Relationship Type="http://schemas.openxmlformats.org/officeDocument/2006/relationships/notesSlide" Target="/ppt/notesSlides/notesSlide1.xml" Id="Rb01eb5cb6c3843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5f3a6daa2a3431d" /><Relationship Type="http://schemas.openxmlformats.org/officeDocument/2006/relationships/notesSlide" Target="/ppt/notesSlides/notesSlide2.xml" Id="R590424391bad41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677f90910bc4fdb" /><Relationship Type="http://schemas.openxmlformats.org/officeDocument/2006/relationships/notesSlide" Target="/ppt/notesSlides/notesSlide3.xml" Id="R58503d661b1542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b3c04ef0fd94d0d" /><Relationship Type="http://schemas.openxmlformats.org/officeDocument/2006/relationships/notesSlide" Target="/ppt/notesSlides/notesSlide4.xml" Id="Rd3dadbe7674d40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c048009bc584cf7" /><Relationship Type="http://schemas.openxmlformats.org/officeDocument/2006/relationships/notesSlide" Target="/ppt/notesSlides/notesSlide5.xml" Id="R53f0b1619aeb47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02542562bc340d6" /><Relationship Type="http://schemas.openxmlformats.org/officeDocument/2006/relationships/notesSlide" Target="/ppt/notesSlides/notesSlide6.xml" Id="R2c2c0cbe26954c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4b19c52e39c4ac3" /><Relationship Type="http://schemas.openxmlformats.org/officeDocument/2006/relationships/notesSlide" Target="/ppt/notesSlides/notesSlide7.xml" Id="R041bcb5d2e0646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562ac99bdbe4504" /><Relationship Type="http://schemas.openxmlformats.org/officeDocument/2006/relationships/notesSlide" Target="/ppt/notesSlides/notesSlide8.xml" Id="Rf1fcdf470cb64b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668d3228a3744a1" /><Relationship Type="http://schemas.openxmlformats.org/officeDocument/2006/relationships/notesSlide" Target="/ppt/notesSlides/notesSlide9.xml" Id="Rd789f19dd4f64c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d638f8bd7be4e23" /><Relationship Type="http://schemas.openxmlformats.org/officeDocument/2006/relationships/notesSlide" Target="/ppt/notesSlides/notesSlide10.xml" Id="R071c28012f3047c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ab6cc0605a94627" /><Relationship Type="http://schemas.openxmlformats.org/officeDocument/2006/relationships/notesSlide" Target="/ppt/notesSlides/notesSlide11.xml" Id="R2890bb59dc86480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bb8e571f50946b1" /><Relationship Type="http://schemas.openxmlformats.org/officeDocument/2006/relationships/notesSlide" Target="/ppt/notesSlides/notesSlide12.xml" Id="Rd73a29cdedbe40e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3eef15e07aa4ff5" /><Relationship Type="http://schemas.openxmlformats.org/officeDocument/2006/relationships/notesSlide" Target="/ppt/notesSlides/notesSlide13.xml" Id="Rccac896b1bc6496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58d48b6379540cd" /><Relationship Type="http://schemas.openxmlformats.org/officeDocument/2006/relationships/notesSlide" Target="/ppt/notesSlides/notesSlide14.xml" Id="R9b62149b87ef479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37221070cb142c7" /><Relationship Type="http://schemas.openxmlformats.org/officeDocument/2006/relationships/notesSlide" Target="/ppt/notesSlides/notesSlide15.xml" Id="R3156309ecbf34ea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c37503ba1ca4556" /><Relationship Type="http://schemas.openxmlformats.org/officeDocument/2006/relationships/notesSlide" Target="/ppt/notesSlides/notesSlide16.xml" Id="R8e2ee72e33594eb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87df1e4c59c4a68" /><Relationship Type="http://schemas.openxmlformats.org/officeDocument/2006/relationships/notesSlide" Target="/ppt/notesSlides/notesSlide17.xml" Id="Re0146b279f0b4db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983d58c52214bbc" /><Relationship Type="http://schemas.openxmlformats.org/officeDocument/2006/relationships/notesSlide" Target="/ppt/notesSlides/notesSlide18.xml" Id="R553381686b7840f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fb991c59ef94a36" /><Relationship Type="http://schemas.openxmlformats.org/officeDocument/2006/relationships/notesSlide" Target="/ppt/notesSlides/notesSlide19.xml" Id="R2ecb08a87e874c8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527675d1410458d" /><Relationship Type="http://schemas.openxmlformats.org/officeDocument/2006/relationships/notesSlide" Target="/ppt/notesSlides/notesSlide20.xml" Id="Rf1fac942150e48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7565FF7-E923-4FF8-BB4C-36B34C65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4C8E47DC-1705-4ADD-AE07-6B9FAE4A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9650"/>
            <a:ext cx="103632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3A757E1D-73F0-416E-8DBC-F908B50D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38275"/>
            <a:ext cx="6477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F551843-BB5F-4A62-B560-EA194A43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10096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Hooks, guardrails, евалуације и завршни QA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AB07094-0F31-4719-B5F7-D2F8B82B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62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Извршиве политике, тестови и евалуациони сценарији за контролисан AI радни ток.</a:t>
            </a:r>
          </a:p>
        </p:txBody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4EBDF53C-8CA2-4BFF-AB96-5755021B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86375"/>
            <a:ext cx="103632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5C5EF6D-2C6A-495C-91DF-88180D7C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E5E7D"/>
                </a:solidFill>
                <a:latin typeface="Aptos"/>
                <a:ea typeface="Aptos"/>
                <a:cs typeface="Aptos"/>
              </a:rPr>
              <a:t>Факултет техничких наука · Универзитет у Новом Саду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C912DE3-E420-4506-9B50-104C747E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81650"/>
            <a:ext cx="3181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Академска 2026/27</a:t>
            </a:r>
          </a:p>
        </p:txBody>
      </p:sp>
    </p:spTree>
    <p:extLst>
      <p:ext uri="{BB962C8B-B14F-4D97-AF65-F5344CB8AC3E}">
        <p14:creationId xmlns:p14="http://schemas.microsoft.com/office/powerpoint/2010/main" val="17358295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19D76F3-DC17-4334-BEE7-A6F7849C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D801B41-69FB-4E1E-B96F-5D111EE7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C0167B5-FBAE-460E-9E36-C67A2653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743DCE5-D005-4880-9828-B2D9218A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Извршива правила за обавезне политике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5F089FF-E4E0-49FF-AC20-3E59993F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Обавезна правила спроводе се кодом и тестовима кад год је то могуће.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A4D631E-1294-42B4-A8BE-A7A1B1B0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23160"/>
            <a:ext cx="8229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Зато solution садржи EquipmentReservation.Guardrails и NUnit тестове његових политика.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6ACF642-668F-4249-9163-0499D25F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386253"/>
            <a:ext cx="694944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A18C246-F785-412A-9D24-3A461737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03632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77F7D5F2-8BE0-46A8-B7FF-D1CEA77A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20C5F51-4BC2-4A0A-9673-374990C6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81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НАПОМЕНА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DE7E2DA-7BFF-4B4F-AE4B-1064AD62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960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Guardrail је извршива политика за контролу агентског тока.</a:t>
            </a:r>
          </a:p>
        </p:txBody>
      </p:sp>
    </p:spTree>
    <p:extLst>
      <p:ext uri="{BB962C8B-B14F-4D97-AF65-F5344CB8AC3E}">
        <p14:creationId xmlns:p14="http://schemas.microsoft.com/office/powerpoint/2010/main" val="1323877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872AEB9-1B92-4B50-ABD4-D0F0C666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210A9BC-BEB1-44B3-8198-E1C052BC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7557BF0-D009-4554-BEA7-C68A56A0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62ABE17-1FBE-4DB7-ADF7-7A3AEB91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Хеуристичка и детерминистичка заштита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F5B9ABD-4067-430E-821C-5DAEDD1A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Заштита се примењује пре позива алата, током извршења и пре прихватања резултата.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9B7FBC0-17D2-476A-A230-30AC637B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" y="2788920"/>
            <a:ext cx="1508760" cy="694944"/>
          </a:xfrm>
          <a:prstGeom xmlns:a="http://schemas.openxmlformats.org/drawingml/2006/main" prst="roundRect">
            <a:avLst>
              <a:gd name="adj" fmla="val 1370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2B1D378-0D7D-40D4-B705-340970B0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812" y="2850184"/>
            <a:ext cx="1353312" cy="5431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AI </a:t>
            </a: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инструкција</a:t>
            </a:r>
            <a:endParaRPr sz="1650" b="1">
              <a:solidFill>
                <a:srgbClr val="1B202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682B110-F8EA-481F-B147-79A3592E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" y="3630168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смерница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8B897F9-5F5C-4ECE-A3C1-6C140E1F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580" y="2990088"/>
            <a:ext cx="320040" cy="2633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607D9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3D0D8D6A-7114-4644-BE84-510C37CB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88920"/>
            <a:ext cx="1508760" cy="694944"/>
          </a:xfrm>
          <a:prstGeom xmlns:a="http://schemas.openxmlformats.org/drawingml/2006/main" prst="roundRect">
            <a:avLst>
              <a:gd name="adj" fmla="val 1370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2B0A099-9DA8-491B-9761-8A024D5B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652" y="2999232"/>
            <a:ext cx="1353312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PreToolUse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F99C493-EA43-4D2D-B033-C8E74C14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060" y="3630168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тачка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CDC0507-33C5-4C91-AF0E-C358AC95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90088"/>
            <a:ext cx="320040" cy="2633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607D9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C1E3B1B9-B394-4162-9504-D016A3B2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620" y="2788920"/>
            <a:ext cx="1508760" cy="694944"/>
          </a:xfrm>
          <a:prstGeom xmlns:a="http://schemas.openxmlformats.org/drawingml/2006/main" prst="roundRect">
            <a:avLst>
              <a:gd name="adj" fmla="val 1370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7928EC2-6676-41BA-838B-4E57BE3A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772" y="2999232"/>
            <a:ext cx="1353312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Guardrail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E79B258-7206-48D7-8E95-3C7B2AF4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3630168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правило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4D6598F-5A1B-422C-95BF-425ABEFE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1820" y="2990088"/>
            <a:ext cx="320040" cy="2633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607D9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E2DEBFD4-F475-4CC3-A955-E2362A45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4740" y="2788920"/>
            <a:ext cx="1508760" cy="694944"/>
          </a:xfrm>
          <a:prstGeom xmlns:a="http://schemas.openxmlformats.org/drawingml/2006/main" prst="roundRect">
            <a:avLst>
              <a:gd name="adj" fmla="val 1370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5AF7B1C-ED61-47B2-BEBF-C010F908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892" y="2999232"/>
            <a:ext cx="1353312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NUnit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762C2715-2324-4EE8-93CF-D9996A34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30168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тест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3EF47B29-AFAD-42DB-A025-37C44C3D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4940" y="2990088"/>
            <a:ext cx="320040" cy="2633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607D9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F4B38B41-5675-4C94-B182-6CD100DD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7860" y="2788920"/>
            <a:ext cx="1508760" cy="694944"/>
          </a:xfrm>
          <a:prstGeom xmlns:a="http://schemas.openxmlformats.org/drawingml/2006/main" prst="roundRect">
            <a:avLst>
              <a:gd name="adj" fmla="val 1370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7BA1D81-F349-4250-8448-3A2D3A70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1012" y="2999232"/>
            <a:ext cx="1353312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Eval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5664174-2336-46E0-A29F-658DFC41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420" y="3630168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сценарио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BA581019-B9C7-4D39-AB38-5DCED815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103632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D7660FCF-8F95-43F3-9504-DC420C2B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673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BF667B28-1376-4A5B-8338-0668D4C2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292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НАПОМЕНА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F775FAD7-7C30-4C5B-8538-6C129437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76850"/>
            <a:ext cx="960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Обавезна правила спроводе се детерминистичком провером.</a:t>
            </a:r>
          </a:p>
        </p:txBody>
      </p:sp>
    </p:spTree>
    <p:extLst>
      <p:ext uri="{BB962C8B-B14F-4D97-AF65-F5344CB8AC3E}">
        <p14:creationId xmlns:p14="http://schemas.microsoft.com/office/powerpoint/2010/main" val="7779014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4EDC6E5-36E3-44EA-9687-6AC04E53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017F4A0-FAF2-4A64-9381-991C5E23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1F16293-BA2F-4ACB-A8F1-0C7E8AC3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92E9EF5-9ECB-4FE0-87D0-400432CB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Интерфејс за guardrail политику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2019C1F-21F0-4B68-AD55-1A8C5DD4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OCP и DIP омогућавају проширење политика без измене централног тока.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7B08637-052A-4910-AFB8-7FB92342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23160"/>
            <a:ext cx="8229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GuardrailEvaluator зависи од колекције апстракција, па се нова политика додаје новом класом уместо проширивањем централног условног израза.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3358ECF-2DB4-4462-ADC7-7D075490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747924"/>
            <a:ext cx="694944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9D82B39-F1F1-4729-A984-C1409C75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03632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013FABD-716E-4234-AF2F-8919E71F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E737137-FC08-46E2-B979-BFB64C33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81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НАПОМЕНА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0BC5869-708B-4A44-9E9D-82F09712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960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Исти принцип раздвајања одговорности примењује се и у пословном коду.</a:t>
            </a:r>
          </a:p>
        </p:txBody>
      </p:sp>
    </p:spTree>
    <p:extLst>
      <p:ext uri="{BB962C8B-B14F-4D97-AF65-F5344CB8AC3E}">
        <p14:creationId xmlns:p14="http://schemas.microsoft.com/office/powerpoint/2010/main" val="6389639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03827A2-A775-4A23-99D1-E1C7523A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C6CC694-E8CF-4E82-BE20-5B38DA38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C5A72C4-00C4-4880-93F9-13CF12D9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8A046D-E432-4AFF-AD86-825827DA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IToolGuardrail и GuardrailEvaluator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191085B-0453-42E4-90DE-D1238E72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Мала и проверљива правила олакшавају тестирање и проширење политика.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CE1ECC8-D8F8-4C94-AF7A-A1C02A9F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03120"/>
            <a:ext cx="5715000" cy="3346248"/>
          </a:xfrm>
          <a:prstGeom xmlns:a="http://schemas.openxmlformats.org/drawingml/2006/main" prst="roundRect">
            <a:avLst>
              <a:gd name="adj" fmla="val 284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C909815-925C-4A5A-AF7E-1D792672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0592"/>
            <a:ext cx="571500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6E0B6DC-F47B-48BD-9947-6725A277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2240280"/>
            <a:ext cx="109728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КОД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9026D1B7-82F8-4F33-8500-2D6079A4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21992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08B5CF04-0E10-4E91-A1AC-7083F4AF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304" y="2221992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E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8E70ED0D-8632-49D8-A094-F41D5BCE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221992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C4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5A30925-8A69-4A2B-A8A4-1640AB09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9370"/>
            <a:ext cx="5448300" cy="38764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103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public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3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interface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IToolGuardrail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GuardrailDecision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Evaluate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ToolInvocation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invocation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4  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5  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6  </a:t>
            </a:r>
            <a:r>
              <a:rPr sz="103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public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3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sealed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3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class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GuardrailEvaluator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3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IEnumerable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IToolGua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7  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rdrail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guardrails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8  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9  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03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public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GuardrailDecision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Evaluate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ToolInvocation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10  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  invocation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11  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12  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3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foreach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3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var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guardrail in guardrails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13  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03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(!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guardrail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Evaluate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invocation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).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Allowed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3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return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14  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      decision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15  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3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GuardrailDecision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Allow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();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16  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17  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CBBEB8B-6B5C-45C5-9829-F03B60FA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240280"/>
            <a:ext cx="3840480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НАПОМЕНЕ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1C8F422A-D2F9-4105-8575-4A4B6AE8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578608"/>
            <a:ext cx="388620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Evaluator зависи од апстракције.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Нова политика је нова класа.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Централни ток остаје стабилан.</a:t>
            </a:r>
          </a:p>
        </p:txBody>
      </p:sp>
    </p:spTree>
    <p:extLst>
      <p:ext uri="{BB962C8B-B14F-4D97-AF65-F5344CB8AC3E}">
        <p14:creationId xmlns:p14="http://schemas.microsoft.com/office/powerpoint/2010/main" val="18189303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15C4D64-5DEB-4ABD-88A4-219F6346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4225376-C1D8-4E36-9AFC-E983819B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CB5CA73-8A60-414D-BDC9-69EAA880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2663C36-EBAB-45DC-BBCD-A2590C8A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Детерминистичке guardrail политике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14DAD3B-5606-460F-A87B-9790B7DB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Свака политика има јасан домет и стабилан исход Allow или Block.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65603606-3CA3-474F-A152-E34FC06A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328438D-CCFA-43E5-B4F2-18255F0A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33625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5C64D82-248B-4257-A174-D9D33F79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SensitiveFile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1177961-178A-4BC3-82AD-F33731D8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52750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блокира .env и secrets.json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9041FF10-F581-4E44-A5DA-A4B9FB4C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09800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4875580-44C3-489F-B924-0B1F27EA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75DC885-E37B-4AD4-8B28-9B6FF32D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908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DangerousCommand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6E90319-0004-4185-999A-D41B79D5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блокира force push и rm -rf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2EBC6337-5FE7-4AA8-A73A-930FA510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1925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0FB55243-B98B-4647-9BAC-57D4845B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95750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32DCDE6-A4EE-465D-B058-90DA9445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52925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Allowlist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6921B7B-6E33-4708-AC15-3553A036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14875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још јача граница за ризичне системе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D817908D-4007-4AD3-9CB3-B04EDB13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71925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E09CB3F8-B9B5-4540-8B34-538F9FDF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6624DAE-2EDE-48E8-8090-1973BF54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52925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E3CE98A-B8BF-4589-8644-255BFE08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14875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стабилно Allow/Block понашање</a:t>
            </a:r>
          </a:p>
        </p:txBody>
      </p:sp>
    </p:spTree>
    <p:extLst>
      <p:ext uri="{BB962C8B-B14F-4D97-AF65-F5344CB8AC3E}">
        <p14:creationId xmlns:p14="http://schemas.microsoft.com/office/powerpoint/2010/main" val="20801777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0F086EA-EFF6-463C-BAE9-8CA044FD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3872E9A-491D-41AA-A20D-3A13086D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A6DA19E-73D7-4F0E-984B-02F9BFBF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AC25A60-681B-4830-9DA1-94A175A9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SensitiveFileGuardrail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81CE99B-9A3F-407E-8AEA-F78880DD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Правило блокира приступ познатим датотекама са тајним подацима.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E486E18-3806-4859-BDF0-0B37532D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03120"/>
            <a:ext cx="5715000" cy="3390081"/>
          </a:xfrm>
          <a:prstGeom xmlns:a="http://schemas.openxmlformats.org/drawingml/2006/main" prst="roundRect">
            <a:avLst>
              <a:gd name="adj" fmla="val 281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C80D7A1-9F2B-4689-999E-C1B94564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0592"/>
            <a:ext cx="571500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82D15F9-7ACF-43C6-899E-752D37CE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2240280"/>
            <a:ext cx="109728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КОД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C997B301-79BA-4C4C-9AC2-D8B42A8B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21992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F141B42B-FB30-4869-BF09-C94A5F25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304" y="2221992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E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FFDE56DA-25A0-4712-9541-F6B406F9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221992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C4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92BC8A7-8063-4F8E-90BE-9FD9BA7C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9370"/>
            <a:ext cx="5448300" cy="38764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1049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public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sealed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class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SensitiveFileGuardrail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: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IToolGuardrail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4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049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private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static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readonly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string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[]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ForbiddenNames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=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5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49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".env"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"secrets.json"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"appsettings.secrets.json"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];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6  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7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049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public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GuardrailDecision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Evaluate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ToolInvocation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8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  invocation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9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10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49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var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normalized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invocation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FilePath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?.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Replace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49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"\\"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,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11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49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"/"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12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49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ForbiddenNames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Any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name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=&gt;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normalized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?.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13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EndsWith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14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GuardrailDecision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Block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49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"Sensitive file blocked."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15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GuardrailDecision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Allow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();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16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17 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39D2FF1-CC41-4C71-BA01-6CAF8F0E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240280"/>
            <a:ext cx="3840480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НАПОМЕНЕ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82060E0-D672-4D73-855F-7DF78712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578608"/>
            <a:ext cx="388620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Тајне не смеју постати context.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Путања се нормализује.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Одлука је детерминистичка.</a:t>
            </a:r>
          </a:p>
        </p:txBody>
      </p:sp>
    </p:spTree>
    <p:extLst>
      <p:ext uri="{BB962C8B-B14F-4D97-AF65-F5344CB8AC3E}">
        <p14:creationId xmlns:p14="http://schemas.microsoft.com/office/powerpoint/2010/main" val="17286645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C6343EE-8D4D-411D-A862-AF6B5E30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890DD59-4BA7-4CCB-8CD3-08D19E4D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5468DCB-AC15-473F-AACB-F7709BC3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4B92B1E-7B16-4BC5-85E1-B13E3A7F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DangerousCommandGuardrail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573DB1F-E916-4E90-B5A5-63734646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Деструктивне команде блокирају се пре извршења.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FD392E92-BD27-4319-924F-7AA5D316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2388"/>
            <a:ext cx="5715000" cy="2064843"/>
          </a:xfrm>
          <a:prstGeom xmlns:a="http://schemas.openxmlformats.org/drawingml/2006/main" prst="roundRect">
            <a:avLst>
              <a:gd name="adj" fmla="val 4613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4E8D757-8C0E-460C-A2B4-15F3A37B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9860"/>
            <a:ext cx="571500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BEC9"/>
          </a:solidFill>
          <a:ln xmlns:a="http://schemas.openxmlformats.org/drawingml/2006/main" w="9525">
            <a:solidFill>
              <a:srgbClr val="AFBEC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FE7A7442-7B10-415B-AF38-D31A60BC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4669" y="2461451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5F1BEE56-2866-4923-AC3F-C1D7C1E9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9259" y="2461451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E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0816C316-1AC4-424B-B7AE-ADCFE57D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3848" y="2461451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C4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0D93C1D-C5B2-4775-863D-1E9B4968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8638"/>
            <a:ext cx="5448300" cy="2228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1125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private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5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static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5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readonly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5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string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[]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5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ForbiddenFragments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=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[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125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"git push --force"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,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4  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125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"git push -f"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,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5  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125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"rm -rf"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,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6  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125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"Remove-Item -Recurse -Force"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,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7  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125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"format c:"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8  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];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29E2848-F8D2-4137-BD1D-3BE6FC07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240280"/>
            <a:ext cx="3840480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НАПОМЕНЕ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AF930A7-E651-4AEA-A957-DD3135A0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578608"/>
            <a:ext cx="3886200" cy="12126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Ово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је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denylist 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приступ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За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риз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ичн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ије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системе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allowlist 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је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јача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граница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Политика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мора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бити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тестирана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903935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35C054E-DD37-44DD-AEBE-EC2E730F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32534EA-A43D-4057-9193-E37E38AE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8C46E4C-C750-465F-83FF-D2370789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DFC6075-6526-4906-BEB0-AA29D954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Hook као адаптер политике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2690348-B51B-4333-8F7D-ED6D2405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2891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PreToolUse повезује конкретан AI алат са guardrail политиком.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FA3B532-332B-44A5-82B5-088CBE08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23160"/>
            <a:ext cx="8229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Сама guardrail апликација остаје обичан .NET пројекат у solution-у и може се повезати са другим клијентом другим адаптер-ом.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DAE98DA-0C09-49D4-BEC1-031ADC35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30615"/>
            <a:ext cx="694944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D751C83C-143C-410B-918B-74076BC6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03632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40734102-4853-4988-B45C-75EF8F37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AAA2FF3-B261-43D7-A6F9-1C755F7A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81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НАПОМЕНА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BC5D77D-01BD-4C87-8A7D-87444732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960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Адаптер</a:t>
            </a: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 </a:t>
            </a: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се</a:t>
            </a: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 </a:t>
            </a: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мења</a:t>
            </a: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, </a:t>
            </a: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политика</a:t>
            </a: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 </a:t>
            </a: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остаје</a:t>
            </a: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9100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352B188-B064-48C9-BD1F-F7A48659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5A2A3FC-047D-439A-BE09-20B9110A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8A69A2A-3A8B-4AFC-A8F3-6540DDA6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11E8C69-55E3-4454-8330-F590ED0F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.claude/settings.json као адаптер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2D0E953-6A20-4AC5-9240-1ABB57DD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Hook позива guardrail пројекат пре ризичне операције.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491F4E9-8D7F-4C26-A3F5-4BEE6D83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03120"/>
            <a:ext cx="5715000" cy="3026531"/>
          </a:xfrm>
          <a:prstGeom xmlns:a="http://schemas.openxmlformats.org/drawingml/2006/main" prst="roundRect">
            <a:avLst>
              <a:gd name="adj" fmla="val 3147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01BE9FF-E9FD-423D-87FE-6AA9EA77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0592"/>
            <a:ext cx="571500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5A20046-3BD8-422D-9B1B-25BA70C5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2240280"/>
            <a:ext cx="109728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КОД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D57D9379-EF3B-448E-BB47-A52A1CC1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21992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D841322F-577A-4AB6-8476-1385CFB1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304" y="2221992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E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F3067B8-6DCF-4C5C-9023-97401EA6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221992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C4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CB9CE1F-1E1C-4061-9039-D9835DB3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9370"/>
            <a:ext cx="5448300" cy="34204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032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"hooks"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32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"PreToolUse"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[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4  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5  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32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"matcher"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32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"Bash|Read|Edit|Write"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,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6  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32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"hooks"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[{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7  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      </a:t>
            </a:r>
            <a:r>
              <a:rPr sz="1032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"type"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32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"command"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,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8  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      </a:t>
            </a:r>
            <a:r>
              <a:rPr sz="1032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"command"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32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dotnet run 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--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project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9  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          src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EquipmentReservation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Guardrails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/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Equipment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10  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              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Reservation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Guardrails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csproj</a:t>
            </a:r>
            <a:r>
              <a:rPr sz="1032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11  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}]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12  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13  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]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14  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15  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81ECA2D-DCAD-44FA-BE29-2CEEE039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240280"/>
            <a:ext cx="3840480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НАПОМЕНЕ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CEF2A20-35CC-4ED0-B900-08853650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578608"/>
            <a:ext cx="388620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Конфигурација је спољни детаљ.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Политика остаје тестабилна.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Исти принцип граница важи као у Clean Architecture.</a:t>
            </a:r>
          </a:p>
        </p:txBody>
      </p:sp>
    </p:spTree>
    <p:extLst>
      <p:ext uri="{BB962C8B-B14F-4D97-AF65-F5344CB8AC3E}">
        <p14:creationId xmlns:p14="http://schemas.microsoft.com/office/powerpoint/2010/main" val="11416297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3A799F7-7ABF-46A7-AA2E-5EFFCBE5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A56718C-9D3C-42EC-B0B0-AFAB5596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601A654-0931-4600-A27C-F83F615D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F7F7025-CE43-485A-BA83-76E3407D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Тестирање guardrail политике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E700032-4AD1-4CC2-B40D-502D1FE2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Guardrail политика проверава се аутоматизованим тестовима као и други код.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74A59A6-AFBE-48F4-AE60-CA250D37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23160"/>
            <a:ext cx="8229600" cy="6912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Исти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EquipmentReservation.Tests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пројекат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проверава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да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риз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ич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не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команде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и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приступ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.env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датотеци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буду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одбијени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B146331-1B51-4872-9971-0640482C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391739"/>
            <a:ext cx="694944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746538E-F3F9-45A8-92A6-AF60A523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03632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20F0970-68EA-422B-B4C8-67EC86CB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B930718-521D-436F-9F2B-5C03ED63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81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НАПОМЕНА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67CFE0C-9544-493D-8C97-4EF18415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960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Ефикасност заштите потврђују аутоматизовани тестови.</a:t>
            </a:r>
          </a:p>
        </p:txBody>
      </p:sp>
    </p:spTree>
    <p:extLst>
      <p:ext uri="{BB962C8B-B14F-4D97-AF65-F5344CB8AC3E}">
        <p14:creationId xmlns:p14="http://schemas.microsoft.com/office/powerpoint/2010/main" val="11922964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EA4CD94-68C1-442D-8F75-3740FEFB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8E2CC0F-02C9-47C9-9FD0-8042C4A6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0A74B64-D996-47E0-B177-A964E34E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16DF473-C721-45CE-9947-7DB46987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Unit тестови guardrail политика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F54874F-609C-4312-89C3-9FA44FC6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Unit тестови потврђују да забране и дозволе имају очекивано понашање.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8BF9547-BFDD-44AF-9936-8C447C32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03120"/>
            <a:ext cx="5715000" cy="3506107"/>
          </a:xfrm>
          <a:prstGeom xmlns:a="http://schemas.openxmlformats.org/drawingml/2006/main" prst="roundRect">
            <a:avLst>
              <a:gd name="adj" fmla="val 2717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39D5C91-1AC4-4457-BB91-1268BDFC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0592"/>
            <a:ext cx="571500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2F31B593-0956-4FAF-8D3E-DEDC9655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21992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5F68FB37-6E14-45E1-A931-997C2563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304" y="2221992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E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7EAC0A1B-D009-4948-8157-4CA8CAF1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221992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C4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466D274-F45C-4837-8DF1-5E2F078F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9370"/>
            <a:ext cx="5448300" cy="41045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TestCase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32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"git push --force origin main"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)]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TestCase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32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"rm -rf ./src"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)]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sz="103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public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3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void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DangerousCommandGuardrail_BlocksDestructiveComm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4  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ands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3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string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command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5  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6  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03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var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guardrail 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3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new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DangerousCommandGuardrail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();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7  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03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var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result 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guardrail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Evaluate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3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new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ToolInvocation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8  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032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"Bash"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command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3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));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9  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Assert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That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result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Allowed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Is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False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10  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11  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12  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Test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]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13  </a:t>
            </a:r>
            <a:r>
              <a:rPr sz="103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public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3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void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SensitiveFileGuardrail_BlocksEnvFile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()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14  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15  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03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var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result 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guardrail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Evaluate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3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new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ToolInvocation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16  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032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"Read"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3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32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"/repo/.env"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));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17  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Assert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That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result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Allowed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Is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False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18  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A2CE957-63E0-4A8C-9F4C-AB161A94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240280"/>
            <a:ext cx="3840480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НАПОМЕНЕ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26FF06E-0090-49B3-8812-13F118C6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578608"/>
            <a:ext cx="388620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Тестови су брзи и детерминистички.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Политика се проверава без AI модела.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Ово је нормалан code quality механизам.</a:t>
            </a:r>
          </a:p>
        </p:txBody>
      </p:sp>
    </p:spTree>
    <p:extLst>
      <p:ext uri="{BB962C8B-B14F-4D97-AF65-F5344CB8AC3E}">
        <p14:creationId xmlns:p14="http://schemas.microsoft.com/office/powerpoint/2010/main" val="16011329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8BD32C4-F14A-4244-BD40-89230037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5F57B76-B417-47D9-B015-7E76B2ED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9C8E26F-27D7-47E5-AB15-354A7E4A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F1EFE57-EE97-4FFC-B051-8E57D650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Јединствена провера пословних и guardrail тестова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A3C9482-01BC-48E5-A95F-D6F2450F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Једна команда извршава све тестове у solution-у.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F942C81-0707-4F84-A296-1AD43DA2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8608"/>
            <a:ext cx="5715000" cy="937792"/>
          </a:xfrm>
          <a:prstGeom xmlns:a="http://schemas.openxmlformats.org/drawingml/2006/main" prst="roundRect">
            <a:avLst>
              <a:gd name="adj" fmla="val 10157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B8D9320-69C0-47FA-B091-B1007FFD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6080"/>
            <a:ext cx="571500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D294E96C-4289-4627-88B8-492ACCF7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9748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E96301EA-E447-43D1-9ADA-A41562BA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304" y="269748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E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FBBF9CD7-FD3C-4128-A4A6-BC7F8F2F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69748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C4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C003D53-FA41-455B-ADE4-6F180435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54858"/>
            <a:ext cx="5448300" cy="2228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dotnet test </a:t>
            </a:r>
            <a:r>
              <a:rPr sz="1125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EquipmentReservation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sln </a:t>
            </a:r>
            <a:r>
              <a:rPr sz="1125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--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configuration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sz="1125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25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Release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387FE07-8485-435E-9EAF-2576EC70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240280"/>
            <a:ext cx="3840480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НАПОМЕНЕ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0CA982A-5245-41A7-9A41-8E0EB03B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578608"/>
            <a:ext cx="388620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Исти solution је извор истине.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Пословни и tooling тестови пролазе заједно.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CI може да проверава обе врсте правила.</a:t>
            </a:r>
          </a:p>
        </p:txBody>
      </p:sp>
    </p:spTree>
    <p:extLst>
      <p:ext uri="{BB962C8B-B14F-4D97-AF65-F5344CB8AC3E}">
        <p14:creationId xmlns:p14="http://schemas.microsoft.com/office/powerpoint/2010/main" val="4837739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D39A5BE-D4BF-4101-80B4-51B8811F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DF76648-E800-4C1C-92E7-6D7743FF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A8B7BAE-98FB-4A30-8677-FB2DDBE7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273E16A-3C0E-4EEF-9110-9081FF79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396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Евалуациони сценарији и unit тестови</a:t>
            </a:r>
            <a:endParaRPr sz="2550" b="1">
              <a:solidFill>
                <a:srgbClr val="1B202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65AE87F-32BE-4522-B61E-91AC9CA6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Unit тестови проверавају детерминистичке политике, а eval сценарији понашање агентског тока.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B5E2C1D-B927-433C-8844-F518DFA1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23160"/>
            <a:ext cx="8229600" cy="13825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Eval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сценарио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проверава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цело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агентско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понашање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у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условима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који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личе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на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стварни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ток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рада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: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да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ли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модел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поштује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инструкције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,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користи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алате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правилно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и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не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тврди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непроверене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резултате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4B67A2A-7EA1-4F30-B06A-FB000812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703778"/>
            <a:ext cx="694944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3E245718-AA17-4BA6-B9CA-038D1D10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03632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3007EE10-B8DA-4FC9-8899-CD2E34FC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A72C725-F0F7-49A2-86FE-E2CC4BCF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81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НАПОМЕНА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4271F12-623B-4652-9FE3-CB3A0D64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960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Unit тестови и eval сценарији покривају различите нивое провере.</a:t>
            </a:r>
          </a:p>
        </p:txBody>
      </p:sp>
    </p:spTree>
    <p:extLst>
      <p:ext uri="{BB962C8B-B14F-4D97-AF65-F5344CB8AC3E}">
        <p14:creationId xmlns:p14="http://schemas.microsoft.com/office/powerpoint/2010/main" val="10045406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C026665-5A34-4EEB-9065-B7A6A50F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CDE2ED6-CD19-4CCA-8683-5C5045F4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B1C84D1-D9B4-4155-998A-E5A35F65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8373B98-E9EA-4BBE-A430-501B864B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Сврха unit тестова и eval сценарија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CC1B252-B5FD-4774-A796-74423D3D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Оба механизма су потребна и покривају различите ризике.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B0C96BB-91FB-4ADA-A838-7033B645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0280"/>
            <a:ext cx="2518161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9592BB5-29AB-41EC-83F3-27D853CB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23" y="2306955"/>
            <a:ext cx="2324456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Провера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1E137CB-1AC7-4C90-ACA9-324A422E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561" y="2240280"/>
            <a:ext cx="7845039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8079EA5-5B79-4ACB-8D43-E471865B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84" y="2306955"/>
            <a:ext cx="7651334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Шта доказује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5244F70-A395-4AA5-A89F-4F55F7BC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7480"/>
            <a:ext cx="2518161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65C6642-74D2-4420-B0C4-4AD2FBD1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23" y="2764155"/>
            <a:ext cx="227603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Unit тест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846458C-F046-427C-9EEF-214537A1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561" y="2697480"/>
            <a:ext cx="7845039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7AA7598-B28E-4178-98AB-AF8DACF5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84" y="2764155"/>
            <a:ext cx="7602908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конкретна политика враћа Allow/Block како је дефинисано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CAB26B9-2AE1-4747-9F76-E295591F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07080"/>
            <a:ext cx="2518161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0FA14A0E-B7C0-40AC-8CAD-41A1EE03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23" y="3373755"/>
            <a:ext cx="227603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Integration test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902C8989-DEA2-4281-849F-36FA579D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561" y="3307080"/>
            <a:ext cx="7845039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D0C828F-3F35-44CB-890D-BA85305A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84" y="3373755"/>
            <a:ext cx="7602908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solution пролази кроз стварне команде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E239A02-E751-41EF-923B-31992102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16680"/>
            <a:ext cx="2518161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F4A2666-8D37-448F-8DE8-7D714BC3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23" y="3983355"/>
            <a:ext cx="227603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Eval scenario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41A18D5-59CC-4FF2-867A-DDA0FD71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561" y="3916680"/>
            <a:ext cx="7845039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AE62C9A-56F6-4EFC-A4E8-DE18C576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84" y="3983355"/>
            <a:ext cx="7602908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agentski ток поштује контекст, ограничења и доказе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417715B9-5924-449D-928F-5715AA7F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26280"/>
            <a:ext cx="2518161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10D9697-15C4-41C5-952C-63BC331C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23" y="4592955"/>
            <a:ext cx="227603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Human review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0B173A46-CF29-4314-835A-FB8D305E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561" y="4526280"/>
            <a:ext cx="7845039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5B97885C-55B2-4CDB-9F49-2F8A65F7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84" y="4592955"/>
            <a:ext cx="7602908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тим прихвата или одбија резултат према критеријумима</a:t>
            </a:r>
          </a:p>
        </p:txBody>
      </p:sp>
    </p:spTree>
    <p:extLst>
      <p:ext uri="{BB962C8B-B14F-4D97-AF65-F5344CB8AC3E}">
        <p14:creationId xmlns:p14="http://schemas.microsoft.com/office/powerpoint/2010/main" val="76145979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3AB134B-092F-4B73-8CC7-AB44DB96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6593CE7-6C73-4051-9653-C2EFB02E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9367512-C388-4AB5-B839-E651BC5F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4009D26-B3A6-4E07-A6D0-53229B36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Сигнали завршног QA прегледа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90EB59D-7E35-4774-BFC2-A97A89BC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Завршни преглед повезује архитектуру, тестове, AI траг и diff.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D97CD86-66F8-47DF-881D-F0F2A61F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796DB2D-3118-43FA-AF98-A4331171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33625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C504A00-6C0E-40A9-85C5-59C4BF98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Архитектура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75462A6-20CC-491F-B468-26529EEE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52750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границе и dependency rule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659379B7-5F33-4C84-9009-E70D1D80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09800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DD57461-D570-4D8F-A1DA-A96384D8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D84D81F-606A-41CA-B51B-B2CA9EC6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908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Тестови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1D06674-2B7B-4B38-8D28-204130CE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пословни и guardrail сценарији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8F6EFFA6-C8B1-48D6-9E10-865B7BC9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1925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457157A-5F89-44B9-A7B9-3A008CC3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95750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95AE59B-16DC-4EB0-8DB3-CB58A420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52925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AI trag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06AB2D6-6153-4969-8EA2-9278652D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14875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AI_USAGE и одлуке тима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AA976FE6-2C9A-4526-8519-6E9FF2FC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71925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5D7BF892-6F40-4F15-96F6-F2CCFE97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3596C6F5-EB60-4199-BB3E-AA318F21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52925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Diff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6335949-08C0-4F6C-981A-2DB498CC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14875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мали, објашњив и релевантан</a:t>
            </a:r>
          </a:p>
        </p:txBody>
      </p:sp>
    </p:spTree>
    <p:extLst>
      <p:ext uri="{BB962C8B-B14F-4D97-AF65-F5344CB8AC3E}">
        <p14:creationId xmlns:p14="http://schemas.microsoft.com/office/powerpoint/2010/main" val="170096860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D29BA10-EAD5-4F67-B68A-895CBAB0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974F168-293E-4077-958E-E9285A94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06D9841-58FD-4ACC-8DC5-6CD2EF02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0D529A5-03AB-46BA-82AA-9A4FF474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Неприхватљиви поступци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DC8DA09-6AD2-481F-9CD1-14CA3A20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Guardrails не могу надокнадити неразумевање архитектуре, тестова и пословних правила.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E5474D5-6210-4F11-BA3D-D6D5D214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1720"/>
            <a:ext cx="47625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ЛОШЕ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E6F5AB1-014E-417B-994C-5F14757F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7480"/>
            <a:ext cx="4762500" cy="1379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model </a:t>
            </a: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тврди</a:t>
            </a: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да</a:t>
            </a: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је</a:t>
            </a: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тестирао</a:t>
            </a: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без</a:t>
            </a: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команде</a:t>
            </a:r>
            <a:endParaRPr sz="1520" b="0">
              <a:solidFill>
                <a:srgbClr val="1B202B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читa</a:t>
            </a: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.env </a:t>
            </a: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или</a:t>
            </a: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secrets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force push </a:t>
            </a: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у</a:t>
            </a: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дељеном</a:t>
            </a: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току</a:t>
            </a:r>
            <a:endParaRPr sz="1520" b="0">
              <a:solidFill>
                <a:srgbClr val="1B202B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ме</a:t>
            </a: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њ</a:t>
            </a: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a тест </a:t>
            </a: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да</a:t>
            </a: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сакрије</a:t>
            </a: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грешку</a:t>
            </a:r>
            <a:endParaRPr sz="1520" b="0">
              <a:solidFill>
                <a:srgbClr val="1B202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4494773D-ADF2-4B10-89DD-D22867EB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1720"/>
            <a:ext cx="0" cy="32004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05215F1-9D85-4447-A813-A356EE7E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1720"/>
            <a:ext cx="47625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ДОБРО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8B21B38-F744-4B6F-8FA7-3629346B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97480"/>
            <a:ext cx="476250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реална build/test провера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блокирани ризични алати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јасан AI_USAGE запис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review пре прихватања</a:t>
            </a:r>
          </a:p>
        </p:txBody>
      </p:sp>
    </p:spTree>
    <p:extLst>
      <p:ext uri="{BB962C8B-B14F-4D97-AF65-F5344CB8AC3E}">
        <p14:creationId xmlns:p14="http://schemas.microsoft.com/office/powerpoint/2010/main" val="143351276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2398C17-5C58-432C-A7E0-28173EAC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41F061E-4D34-428D-8A5A-92E371CA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D8B9F63-54D4-4D1E-8F10-9598800D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F6A2AB5-AD1A-4580-9D07-88833C4A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Задатак на вежби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A54DC0D-E892-475E-9798-B00247F5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Једно правило из инструкција претвара се у извршиву и тестирану guardrail политику.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B72A241-9616-49A3-9437-B5D64F5D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40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B750FB3-5B34-4A1C-88D1-A092761A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40280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Покренути guardrail тестове.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9188DE6-444D-494B-BD4D-92895F77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0720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7AFBC55-7689-4E5A-8CA1-FA505E53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0720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Проверити да .env приступ буде блокиран.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099AAAF-C889-474C-9360-6488BFC7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74136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BB5B2C8-CD6E-4AB2-A397-8E1560A5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74136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Проверити да деструктивне команде буду блокиране.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B202DEA-3317-4CF0-A254-C5072645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41064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8029F9A-C66D-43B9-956F-2E3A9DD0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41064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Објаснити разлику између hook адаптер-а и саме политике.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D769ABE-A51B-4604-A49F-9B5DD9B7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07992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036D2DC7-2FEE-4836-9CBF-C765F2C7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07992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Осмислити један eval сценарио за agentski ток.</a:t>
            </a:r>
          </a:p>
        </p:txBody>
      </p:sp>
    </p:spTree>
    <p:extLst>
      <p:ext uri="{BB962C8B-B14F-4D97-AF65-F5344CB8AC3E}">
        <p14:creationId xmlns:p14="http://schemas.microsoft.com/office/powerpoint/2010/main" val="24631820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2CF3058-78C4-41AD-ACCF-C145F16B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28C1F6E-6772-4224-8DD7-2A7350E7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BA2B2D9-7958-46D7-8DD8-3AC9A748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ED9CD37-17AC-43FB-9663-36CEE4A0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Резиме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C7153D1-544B-43E9-BD14-043535D8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Обавезно правило се имплементира, тестира и укључује у завршни QA поступак.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9FEF75C-3089-44D6-97BC-3F9564B6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23160"/>
            <a:ext cx="8229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Када је правило важно, треба га претворити у код, тестирати као сваки други део система и укључити у завршни QA ток.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C94D74B-753B-409A-BFC7-5A5FE44B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41031"/>
            <a:ext cx="694944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30015C9D-18E9-4CA6-81DA-2D6134B5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03632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A6D3BB6-E02D-47BB-9D32-C955E1DE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A9838CF-DD55-42E7-82A8-1AE364CA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81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НАПОМЕНА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E6131D8-0C5C-4EEA-A166-8D502EC7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960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Завршни QA повезује правила, тестове, евалуације и одбрану.</a:t>
            </a:r>
          </a:p>
        </p:txBody>
      </p:sp>
    </p:spTree>
    <p:extLst>
      <p:ext uri="{BB962C8B-B14F-4D97-AF65-F5344CB8AC3E}">
        <p14:creationId xmlns:p14="http://schemas.microsoft.com/office/powerpoint/2010/main" val="69672675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1D93A35-15AD-4469-94FD-21CAD3C1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F941DB8-555C-4026-BFE2-23B789D0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48E920A-2C59-4F20-9A84-6B66D9C6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0AF0971-8F11-4D3C-BC66-B03DF63E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Захтеви за завршну одбрану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487F140-DE6E-40B9-817C-731EDE60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Студент повезује захтеве, архитектуру, тестове, AI радни ток, MCP и guardrails.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CAB324C-B437-4181-8B16-3E4E8ED1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40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2AEEF0D-8C5F-43D8-8A16-E20F580F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40280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Показати захтев, backlog ставку и критеријуме.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ABB9313-D7DA-4338-9590-B98B320A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0720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6102222-B8D9-4BAB-A99C-5DD92D6B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0720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Објаснити архитектонске границе и use-case ток.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847BBCA-06CE-445D-BBF9-C0B3BBE0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74136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708370B-435A-400D-9361-DEB06457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74136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Показати тестове и резултат покретања.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496AE06-85F9-45E6-9784-1A2AE3F9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41064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78E9862-610A-4AF6-A3EE-4AFC18CF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41064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Показати AI_USAGE и контролисан AI workflow.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89C2DA7-4329-4304-959A-10B79FB1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07992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B7C9764-22ED-4E97-8246-4038382A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07992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Објаснити MCP/guardrail део без мешања са пословним језгром.</a:t>
            </a:r>
          </a:p>
        </p:txBody>
      </p:sp>
    </p:spTree>
    <p:extLst>
      <p:ext uri="{BB962C8B-B14F-4D97-AF65-F5344CB8AC3E}">
        <p14:creationId xmlns:p14="http://schemas.microsoft.com/office/powerpoint/2010/main" val="111395578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2026-09-29T18:47:15.7650000Z</dcterms:created>
  <dcterms:modified xsi:type="dcterms:W3CDTF">2026-09-29T18:47:15.7650000Z</dcterms:modified>
</coreProperties>
</file>