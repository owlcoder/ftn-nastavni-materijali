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30e3cad2d74488" /><Relationship Type="http://schemas.openxmlformats.org/officeDocument/2006/relationships/extended-properties" Target="/docProps/app.xml" Id="Rd48aa1e3b81f4056" /><Relationship Type="http://schemas.openxmlformats.org/officeDocument/2006/relationships/officeDocument" Target="/ppt/presentation.xml" Id="Rff2536fe44a243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007293d78f4388"/>
  </p:sldMasterIdLst>
  <p:notesMasterIdLst>
    <p:notesMasterId xmlns:r="http://schemas.openxmlformats.org/officeDocument/2006/relationships" r:id="R26cbb671ecaa4479"/>
  </p:notesMasterIdLst>
  <p:sldIdLst>
    <p:sldId xmlns:r="http://schemas.openxmlformats.org/officeDocument/2006/relationships" id="256" r:id="R712660c3f39e4af8"/>
    <p:sldId xmlns:r="http://schemas.openxmlformats.org/officeDocument/2006/relationships" id="257" r:id="Rcff6a5945e69494c"/>
    <p:sldId xmlns:r="http://schemas.openxmlformats.org/officeDocument/2006/relationships" id="258" r:id="Rce42dabce8ec44fb"/>
    <p:sldId xmlns:r="http://schemas.openxmlformats.org/officeDocument/2006/relationships" id="259" r:id="Rb612b40060b74320"/>
    <p:sldId xmlns:r="http://schemas.openxmlformats.org/officeDocument/2006/relationships" id="260" r:id="R6e9b6481f9a44660"/>
    <p:sldId xmlns:r="http://schemas.openxmlformats.org/officeDocument/2006/relationships" id="261" r:id="R72dd2e9d863e47cf"/>
    <p:sldId xmlns:r="http://schemas.openxmlformats.org/officeDocument/2006/relationships" id="262" r:id="Rf3f394ec540a464a"/>
    <p:sldId xmlns:r="http://schemas.openxmlformats.org/officeDocument/2006/relationships" id="263" r:id="Rf93a634c7b284834"/>
    <p:sldId xmlns:r="http://schemas.openxmlformats.org/officeDocument/2006/relationships" id="264" r:id="R13ab9d79b1454cd3"/>
    <p:sldId xmlns:r="http://schemas.openxmlformats.org/officeDocument/2006/relationships" id="265" r:id="R7bff158d17cd4995"/>
    <p:sldId xmlns:r="http://schemas.openxmlformats.org/officeDocument/2006/relationships" id="266" r:id="Re29a9edffb0044e3"/>
    <p:sldId xmlns:r="http://schemas.openxmlformats.org/officeDocument/2006/relationships" id="267" r:id="R6485ad1f28d74044"/>
    <p:sldId xmlns:r="http://schemas.openxmlformats.org/officeDocument/2006/relationships" id="268" r:id="R9554b54b50f64a56"/>
    <p:sldId xmlns:r="http://schemas.openxmlformats.org/officeDocument/2006/relationships" id="269" r:id="R33c958f9ee3c4162"/>
    <p:sldId xmlns:r="http://schemas.openxmlformats.org/officeDocument/2006/relationships" id="270" r:id="R409d11180e404cf0"/>
    <p:sldId xmlns:r="http://schemas.openxmlformats.org/officeDocument/2006/relationships" id="271" r:id="R72203f82aab44173"/>
    <p:sldId xmlns:r="http://schemas.openxmlformats.org/officeDocument/2006/relationships" id="272" r:id="R3e2ccff8fed14847"/>
    <p:sldId xmlns:r="http://schemas.openxmlformats.org/officeDocument/2006/relationships" id="273" r:id="R3fd8c3ce2ff946cd"/>
    <p:sldId xmlns:r="http://schemas.openxmlformats.org/officeDocument/2006/relationships" id="274" r:id="Rdbb4449a27be4ac2"/>
    <p:sldId xmlns:r="http://schemas.openxmlformats.org/officeDocument/2006/relationships" id="275" r:id="R01aee4d2ec0649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69f3de03904a01" /><Relationship Type="http://schemas.openxmlformats.org/officeDocument/2006/relationships/slideMaster" Target="/ppt/slideMasters/slideMaster1.xml" Id="Ra0007293d78f4388" /><Relationship Type="http://schemas.openxmlformats.org/officeDocument/2006/relationships/notesMaster" Target="/ppt/notesMasters/notesMaster1.xml" Id="R26cbb671ecaa4479" /><Relationship Type="http://schemas.openxmlformats.org/officeDocument/2006/relationships/presProps" Target="/ppt/presProps.xml" Id="R11d52ccb55a14fb6" /><Relationship Type="http://schemas.openxmlformats.org/officeDocument/2006/relationships/viewProps" Target="/ppt/viewProps.xml" Id="R1bebaeade1de4017" /><Relationship Type="http://schemas.openxmlformats.org/officeDocument/2006/relationships/tableStyles" Target="/ppt/tableStyles.xml" Id="R3cb09542ac914ee1" /><Relationship Type="http://schemas.openxmlformats.org/officeDocument/2006/relationships/slide" Target="/ppt/slides/slide1.xml" Id="R712660c3f39e4af8" /><Relationship Type="http://schemas.openxmlformats.org/officeDocument/2006/relationships/slide" Target="/ppt/slides/slide2.xml" Id="Rcff6a5945e69494c" /><Relationship Type="http://schemas.openxmlformats.org/officeDocument/2006/relationships/slide" Target="/ppt/slides/slide3.xml" Id="Rce42dabce8ec44fb" /><Relationship Type="http://schemas.openxmlformats.org/officeDocument/2006/relationships/slide" Target="/ppt/slides/slide4.xml" Id="Rb612b40060b74320" /><Relationship Type="http://schemas.openxmlformats.org/officeDocument/2006/relationships/slide" Target="/ppt/slides/slide5.xml" Id="R6e9b6481f9a44660" /><Relationship Type="http://schemas.openxmlformats.org/officeDocument/2006/relationships/slide" Target="/ppt/slides/slide6.xml" Id="R72dd2e9d863e47cf" /><Relationship Type="http://schemas.openxmlformats.org/officeDocument/2006/relationships/slide" Target="/ppt/slides/slide7.xml" Id="Rf3f394ec540a464a" /><Relationship Type="http://schemas.openxmlformats.org/officeDocument/2006/relationships/slide" Target="/ppt/slides/slide8.xml" Id="Rf93a634c7b284834" /><Relationship Type="http://schemas.openxmlformats.org/officeDocument/2006/relationships/slide" Target="/ppt/slides/slide9.xml" Id="R13ab9d79b1454cd3" /><Relationship Type="http://schemas.openxmlformats.org/officeDocument/2006/relationships/slide" Target="/ppt/slides/slide10.xml" Id="R7bff158d17cd4995" /><Relationship Type="http://schemas.openxmlformats.org/officeDocument/2006/relationships/slide" Target="/ppt/slides/slide11.xml" Id="Re29a9edffb0044e3" /><Relationship Type="http://schemas.openxmlformats.org/officeDocument/2006/relationships/slide" Target="/ppt/slides/slide12.xml" Id="R6485ad1f28d74044" /><Relationship Type="http://schemas.openxmlformats.org/officeDocument/2006/relationships/slide" Target="/ppt/slides/slide13.xml" Id="R9554b54b50f64a56" /><Relationship Type="http://schemas.openxmlformats.org/officeDocument/2006/relationships/slide" Target="/ppt/slides/slide14.xml" Id="R33c958f9ee3c4162" /><Relationship Type="http://schemas.openxmlformats.org/officeDocument/2006/relationships/slide" Target="/ppt/slides/slide15.xml" Id="R409d11180e404cf0" /><Relationship Type="http://schemas.openxmlformats.org/officeDocument/2006/relationships/slide" Target="/ppt/slides/slide16.xml" Id="R72203f82aab44173" /><Relationship Type="http://schemas.openxmlformats.org/officeDocument/2006/relationships/slide" Target="/ppt/slides/slide17.xml" Id="R3e2ccff8fed14847" /><Relationship Type="http://schemas.openxmlformats.org/officeDocument/2006/relationships/slide" Target="/ppt/slides/slide18.xml" Id="R3fd8c3ce2ff946cd" /><Relationship Type="http://schemas.openxmlformats.org/officeDocument/2006/relationships/slide" Target="/ppt/slides/slide19.xml" Id="Rdbb4449a27be4ac2" /><Relationship Type="http://schemas.openxmlformats.org/officeDocument/2006/relationships/slide" Target="/ppt/slides/slide20.xml" Id="R01aee4d2ec0649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cd1e98ce24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ba0f3ebd224d29" /><Relationship Type="http://schemas.openxmlformats.org/officeDocument/2006/relationships/notesMaster" Target="/ppt/notesMasters/notesMaster1.xml" Id="Re05a1682ae3744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beab7770c74e1d" /><Relationship Type="http://schemas.openxmlformats.org/officeDocument/2006/relationships/notesMaster" Target="/ppt/notesMasters/notesMaster1.xml" Id="Re6e5c4d0640048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6d42e5c1b34fd3" /><Relationship Type="http://schemas.openxmlformats.org/officeDocument/2006/relationships/notesMaster" Target="/ppt/notesMasters/notesMaster1.xml" Id="Rc1b4c8dcd83347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f4e50a4d884716" /><Relationship Type="http://schemas.openxmlformats.org/officeDocument/2006/relationships/notesMaster" Target="/ppt/notesMasters/notesMaster1.xml" Id="R028a4c9dd9e643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70c4c5a65d4898" /><Relationship Type="http://schemas.openxmlformats.org/officeDocument/2006/relationships/notesMaster" Target="/ppt/notesMasters/notesMaster1.xml" Id="R521aabc062394a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1c46cbdcdd483d" /><Relationship Type="http://schemas.openxmlformats.org/officeDocument/2006/relationships/notesMaster" Target="/ppt/notesMasters/notesMaster1.xml" Id="R168d140375f14d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0d9b242c71476f" /><Relationship Type="http://schemas.openxmlformats.org/officeDocument/2006/relationships/notesMaster" Target="/ppt/notesMasters/notesMaster1.xml" Id="R90a5f54a2c0446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d9367bc05b4c3c" /><Relationship Type="http://schemas.openxmlformats.org/officeDocument/2006/relationships/notesMaster" Target="/ppt/notesMasters/notesMaster1.xml" Id="R91fd02aedecb4e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78b630bf3945b0" /><Relationship Type="http://schemas.openxmlformats.org/officeDocument/2006/relationships/notesMaster" Target="/ppt/notesMasters/notesMaster1.xml" Id="R6053c601073f47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6e798974634269" /><Relationship Type="http://schemas.openxmlformats.org/officeDocument/2006/relationships/notesMaster" Target="/ppt/notesMasters/notesMaster1.xml" Id="Recc6078a648d47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6109d13f02491f" /><Relationship Type="http://schemas.openxmlformats.org/officeDocument/2006/relationships/notesMaster" Target="/ppt/notesMasters/notesMaster1.xml" Id="R9c5c59d5a8b141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c026495c4449cc" /><Relationship Type="http://schemas.openxmlformats.org/officeDocument/2006/relationships/notesMaster" Target="/ppt/notesMasters/notesMaster1.xml" Id="R486e18d0825446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89af38f29e4de6" /><Relationship Type="http://schemas.openxmlformats.org/officeDocument/2006/relationships/notesMaster" Target="/ppt/notesMasters/notesMaster1.xml" Id="R48de456ac1a94d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10157e84754f4d" /><Relationship Type="http://schemas.openxmlformats.org/officeDocument/2006/relationships/notesMaster" Target="/ppt/notesMasters/notesMaster1.xml" Id="R105ea6f424724a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048d3d5cc44c7f" /><Relationship Type="http://schemas.openxmlformats.org/officeDocument/2006/relationships/notesMaster" Target="/ppt/notesMasters/notesMaster1.xml" Id="R758b3cb280bd46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47896eda4f43ca" /><Relationship Type="http://schemas.openxmlformats.org/officeDocument/2006/relationships/notesMaster" Target="/ppt/notesMasters/notesMaster1.xml" Id="R3b7c5694efab45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757411213f4221" /><Relationship Type="http://schemas.openxmlformats.org/officeDocument/2006/relationships/notesMaster" Target="/ppt/notesMasters/notesMaster1.xml" Id="R391ab3c59f5b456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58ab68779846be" /><Relationship Type="http://schemas.openxmlformats.org/officeDocument/2006/relationships/notesMaster" Target="/ppt/notesMasters/notesMaster1.xml" Id="R6500e134af7b40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b8da4f6f5f48f6" /><Relationship Type="http://schemas.openxmlformats.org/officeDocument/2006/relationships/notesMaster" Target="/ppt/notesMasters/notesMaster1.xml" Id="R41dbdb1ed31749f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f0f73f8fbb34b14" /><Relationship Type="http://schemas.openxmlformats.org/officeDocument/2006/relationships/notesMaster" Target="/ppt/notesMasters/notesMaster1.xml" Id="R85d0e0aeb6454c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dae691ec949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1805ca0ac40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b7882a5bc4f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280ac65704e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22698c1494a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3fcbec7754a3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3353ec00d4e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495813c77476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d2cdca764463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50cc76cf2a4f6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f0e68f22a471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B51CC-3409-4350-BD50-A64985A5C7D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4391F51-611F-4CA0-BCCA-DC0ED19149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A2F667-3947-42D5-AB0A-01DA2271E1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22497C-0D94-4467-8BBA-BAB1A29C34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26060E-C680-4BD6-994A-BFE3E1E362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EFADE9-E421-446B-819B-140F5C164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146735-4864-4AAF-A25B-4E363C5CFD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59EC74-9FCB-491F-B21C-FFE5741274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829EFA1-0E9E-4ED5-A017-0607DB791B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E6120A-3E19-453F-B6C8-E406E16C64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5A17D1-6271-4121-A6D2-D51A83725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E96819-4924-4DA1-B5C7-74ADC123E2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49253E-C4FD-4D8D-ADF4-915C2CD25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0639A6-0F86-4F67-ABF0-19A272DEE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BA0E04-8AB8-4DF9-9EA9-1B98A6CB2F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655665-CBB2-4B1E-A232-F967016F0D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46E488-9F58-4124-B75B-751BE796B9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677CEF2-F8D7-4EA5-BB29-46A3E51A6B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3889AC3-9114-44A3-893A-188338A47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AD6E266-723B-4A04-8D5E-259DB7D6C0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D3BE10F-218C-42E9-8DAD-2AA9F6F141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EB32C3-002D-4DB0-B51C-28EC73C966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89162FB-9889-4DB8-BD68-EAB5E8CE6B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959AA1D-5522-450C-91DC-A4605ED031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0460FCF-5FB8-4951-9B5E-79CC61FCC9F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F2695AB-71D5-43D1-812A-395E184DB9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E8F4920-25F6-4193-A1D9-89070B96E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5AFAE95-A49A-4DFA-A16E-C588FC64B1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A600E80-9603-467F-A23E-8DD3F745EE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E9A1AF-FB49-4C67-86C6-BDC4B13140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3BD49C1-51D7-4A00-9897-6BEFE662DD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0639A2F-518B-4089-ADF8-76140BA6B1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F1E6D93-BFB3-490B-AD3D-1D4DA2FA1D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B89CA64-8D0D-4179-A4CB-85C757E201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4BD49B1-3593-4D51-A9F5-BE11F359CF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7B9502D-58B4-4D56-B38B-CE20E24BB3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1285C9-CB3F-481B-841B-7AFF093F4F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9E0370A-5764-4521-9283-156575157F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EB8B4F6-41E4-4A05-A7C3-B0E536F233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6C465E5-72BA-436D-859E-6111FCFA38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25C27F0-680A-4FD5-93AF-53F44731E7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5B97E74-B555-4814-BED6-C83EADC915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BBAD4A-CE5C-4855-A430-3D51601AD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D1941DC-EB63-4EE1-885E-7ED96D73D2A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160DBAE-8F83-48E0-8106-4035B7EC3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94FDA73-01FF-474B-AD8A-BE02F74C7A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0B05B5-1BCC-490D-9CCE-40222C5C4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465E330-AC96-4032-903F-CBD7379F80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9F92B9-E3C0-42D5-B340-F5092716E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63EC8E-1722-4F4A-AFDC-F6FAB4E675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2BCC8F-B717-4B54-AEB2-54AC9CD382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747C6B-BAC5-4951-9B9F-5525424A63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8F40BE-FA2D-47A8-A1ED-3E2A664CEF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099B98A-9D3F-4D72-B8A0-9527D31E8F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87C55DB-046F-4E02-A372-51A05BDC88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B489D87-CCB0-4826-9F92-46C199CD5B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7E2E07-3835-4965-85B9-6AED962C37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A006D2-FF55-4316-9975-F787463EEF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f2f8c2d87844d0" /><Relationship Type="http://schemas.openxmlformats.org/officeDocument/2006/relationships/slideLayout" Target="/ppt/slideLayouts/slideLayout1.xml" Id="R2935eac5faf14631" /><Relationship Type="http://schemas.openxmlformats.org/officeDocument/2006/relationships/slideLayout" Target="/ppt/slideLayouts/slideLayout2.xml" Id="R67e029c7b1c54d88" /><Relationship Type="http://schemas.openxmlformats.org/officeDocument/2006/relationships/slideLayout" Target="/ppt/slideLayouts/slideLayout3.xml" Id="R2a7da528f3e14947" /><Relationship Type="http://schemas.openxmlformats.org/officeDocument/2006/relationships/slideLayout" Target="/ppt/slideLayouts/slideLayout4.xml" Id="Rfaaca6ce4ec1424f" /><Relationship Type="http://schemas.openxmlformats.org/officeDocument/2006/relationships/slideLayout" Target="/ppt/slideLayouts/slideLayout5.xml" Id="Rb0814ee78cd84171" /><Relationship Type="http://schemas.openxmlformats.org/officeDocument/2006/relationships/slideLayout" Target="/ppt/slideLayouts/slideLayout6.xml" Id="R998244268356454d" /><Relationship Type="http://schemas.openxmlformats.org/officeDocument/2006/relationships/slideLayout" Target="/ppt/slideLayouts/slideLayout7.xml" Id="R85858ebdae554034" /><Relationship Type="http://schemas.openxmlformats.org/officeDocument/2006/relationships/slideLayout" Target="/ppt/slideLayouts/slideLayout8.xml" Id="R353a51bc9ade49fc" /><Relationship Type="http://schemas.openxmlformats.org/officeDocument/2006/relationships/slideLayout" Target="/ppt/slideLayouts/slideLayout9.xml" Id="R57595cbdf3d84d39" /><Relationship Type="http://schemas.openxmlformats.org/officeDocument/2006/relationships/slideLayout" Target="/ppt/slideLayouts/slideLayout10.xml" Id="R2b452c170d9b4193" /><Relationship Type="http://schemas.openxmlformats.org/officeDocument/2006/relationships/slideLayout" Target="/ppt/slideLayouts/slideLayout11.xml" Id="Rbf6eb44667c74fb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EFC03D6-AF92-419A-A650-878DC50BA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0BDA6D-8DD1-48E9-BFF4-B8A5E4DEAD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C496EBB-6509-4945-9986-D574159E439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8576BD-79C6-4A00-82DC-F8653597411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0F0D4F-D92B-4834-85A1-41DF43E2CE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35eac5faf14631"/>
    <p:sldLayoutId xmlns:r="http://schemas.openxmlformats.org/officeDocument/2006/relationships" id="2147483650" r:id="R67e029c7b1c54d88"/>
    <p:sldLayoutId xmlns:r="http://schemas.openxmlformats.org/officeDocument/2006/relationships" id="2147483651" r:id="R2a7da528f3e14947"/>
    <p:sldLayoutId xmlns:r="http://schemas.openxmlformats.org/officeDocument/2006/relationships" id="2147483652" r:id="Rfaaca6ce4ec1424f"/>
    <p:sldLayoutId xmlns:r="http://schemas.openxmlformats.org/officeDocument/2006/relationships" id="2147483653" r:id="Rb0814ee78cd84171"/>
    <p:sldLayoutId xmlns:r="http://schemas.openxmlformats.org/officeDocument/2006/relationships" id="2147483654" r:id="R998244268356454d"/>
    <p:sldLayoutId xmlns:r="http://schemas.openxmlformats.org/officeDocument/2006/relationships" id="2147483655" r:id="R85858ebdae554034"/>
    <p:sldLayoutId xmlns:r="http://schemas.openxmlformats.org/officeDocument/2006/relationships" id="2147483656" r:id="R353a51bc9ade49fc"/>
    <p:sldLayoutId xmlns:r="http://schemas.openxmlformats.org/officeDocument/2006/relationships" id="2147483657" r:id="R57595cbdf3d84d39"/>
    <p:sldLayoutId xmlns:r="http://schemas.openxmlformats.org/officeDocument/2006/relationships" id="2147483658" r:id="R2b452c170d9b4193"/>
    <p:sldLayoutId xmlns:r="http://schemas.openxmlformats.org/officeDocument/2006/relationships" id="2147483659" r:id="Rbf6eb44667c74fb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7a586ed54b4358" /><Relationship Type="http://schemas.openxmlformats.org/officeDocument/2006/relationships/notesSlide" Target="/ppt/notesSlides/notesSlide1.xml" Id="Rb658b54703364d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ef158822a34d32" /><Relationship Type="http://schemas.openxmlformats.org/officeDocument/2006/relationships/notesSlide" Target="/ppt/notesSlides/notesSlide2.xml" Id="Rf3c416ace9484e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f6f86be98546bd" /><Relationship Type="http://schemas.openxmlformats.org/officeDocument/2006/relationships/notesSlide" Target="/ppt/notesSlides/notesSlide3.xml" Id="R17ed17f4a4c04d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7a5853caa54cb1" /><Relationship Type="http://schemas.openxmlformats.org/officeDocument/2006/relationships/notesSlide" Target="/ppt/notesSlides/notesSlide4.xml" Id="R02b211cb8df04e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731625daec4564" /><Relationship Type="http://schemas.openxmlformats.org/officeDocument/2006/relationships/notesSlide" Target="/ppt/notesSlides/notesSlide5.xml" Id="R51719cb534364b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6afa1017954333" /><Relationship Type="http://schemas.openxmlformats.org/officeDocument/2006/relationships/notesSlide" Target="/ppt/notesSlides/notesSlide6.xml" Id="R551e17172e0143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7f6b2d695e40c0" /><Relationship Type="http://schemas.openxmlformats.org/officeDocument/2006/relationships/notesSlide" Target="/ppt/notesSlides/notesSlide7.xml" Id="R32d54b570ea046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c4a7ee9ed247fe" /><Relationship Type="http://schemas.openxmlformats.org/officeDocument/2006/relationships/notesSlide" Target="/ppt/notesSlides/notesSlide8.xml" Id="R7d84f87efdeb43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178b24ae8d4eb6" /><Relationship Type="http://schemas.openxmlformats.org/officeDocument/2006/relationships/notesSlide" Target="/ppt/notesSlides/notesSlide9.xml" Id="R722d8912b9f84b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e9b48ce9764c4f" /><Relationship Type="http://schemas.openxmlformats.org/officeDocument/2006/relationships/notesSlide" Target="/ppt/notesSlides/notesSlide10.xml" Id="R8d0373388aff46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ed446f0cef450a" /><Relationship Type="http://schemas.openxmlformats.org/officeDocument/2006/relationships/notesSlide" Target="/ppt/notesSlides/notesSlide11.xml" Id="Rc0156a59f67d45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ad9de3e9cf4596" /><Relationship Type="http://schemas.openxmlformats.org/officeDocument/2006/relationships/notesSlide" Target="/ppt/notesSlides/notesSlide12.xml" Id="Raf9b2646ce8149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ec1444dbd84782" /><Relationship Type="http://schemas.openxmlformats.org/officeDocument/2006/relationships/notesSlide" Target="/ppt/notesSlides/notesSlide13.xml" Id="R1133a118757f40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015926d5c647f9" /><Relationship Type="http://schemas.openxmlformats.org/officeDocument/2006/relationships/notesSlide" Target="/ppt/notesSlides/notesSlide14.xml" Id="R84848dc100cf4d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57f8016e224df1" /><Relationship Type="http://schemas.openxmlformats.org/officeDocument/2006/relationships/notesSlide" Target="/ppt/notesSlides/notesSlide15.xml" Id="R2b824f7978f241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8da1a8625e4b3e" /><Relationship Type="http://schemas.openxmlformats.org/officeDocument/2006/relationships/notesSlide" Target="/ppt/notesSlides/notesSlide16.xml" Id="R3d2de9989d514e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bd89c59ff540b6" /><Relationship Type="http://schemas.openxmlformats.org/officeDocument/2006/relationships/notesSlide" Target="/ppt/notesSlides/notesSlide17.xml" Id="R407fef50981c49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db8ddd25384cb6" /><Relationship Type="http://schemas.openxmlformats.org/officeDocument/2006/relationships/notesSlide" Target="/ppt/notesSlides/notesSlide18.xml" Id="R95e189a6903a42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5365f71cda4337" /><Relationship Type="http://schemas.openxmlformats.org/officeDocument/2006/relationships/notesSlide" Target="/ppt/notesSlides/notesSlide19.xml" Id="R7325697e55cc4c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a2f2d5b668461c" /><Relationship Type="http://schemas.openxmlformats.org/officeDocument/2006/relationships/notesSlide" Target="/ppt/notesSlides/notesSlide20.xml" Id="R35c24b3cfb8445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55978C7-FDB4-4C7C-A215-AAA5FA14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2A7A9301-6B86-4FBD-8733-FB3EFDA0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2564FEB-4006-440A-8250-5EF865D3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D736626-4EA3-4B38-A99D-0594EFA6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SOLID принципи и Clean Architecture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646C99B-0878-4BD1-870E-0C1C71A5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Примена SOLID принципа и Clean Architecture на границе и зависности система.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B2541282-F4E9-44E0-A875-28BFA9A7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F4CCFBF-4593-46EB-94DB-BDEC93A8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EBFE28B-4C81-47D6-A641-03A696B4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2009807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CAE2BEC-6D22-47F8-98F5-6D68F704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47664E-F491-4AAF-A56E-C270255A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8386C59-3F1B-436E-AC42-0762B51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8D73896-0F47-4C5A-8F95-DCE59ED5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Улога SOLID принципа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F50D760-B4AA-44C7-B5B8-E9F6DF0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Принципи локализују измене, омогућавају замену зависности и олакшавају проверу понашања.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B260FE9-531D-4B6A-9F83-AD31F61A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9A1394-2BAD-413D-92AF-ADA86059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0907835-34E6-4826-A7CE-10B8197E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Single Responsibility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2BFA39-1012-403A-A117-27E97D33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један кохерентан разлог за промену</a:t>
            </a:r>
            <a:endParaRPr sz="1425" b="0">
              <a:solidFill>
                <a:srgbClr val="5D68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2666BD8-C0EC-40C0-9E77-6CBC7D33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FDA4889-B6E3-49A0-9BB2-E8693E45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63BF197-F007-4777-8C1D-BA26416E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Open/Closed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EE98BD3-A4D5-4D1D-877D-69848E9A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проширење без измене стабилног тока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E72C721-4A0F-40A4-B357-8C1CEE8A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C6263A5-A9B5-4DFA-896B-85B52A5A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F50592E-F3D8-4742-A78B-B6CC75E3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Liskov Substitution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02BFB94-EF8A-4067-B52F-4E7D42E4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заменљивост без нарушавања очекивања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16AFFCA-7F25-4B18-B849-E02DA759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8204363-2AAF-44D9-9A76-42C3E309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I/D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7F57B45-750F-4E2E-9E2A-0175990A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ISP и DIP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8E44C2B-F5C6-40B9-B1BC-26711E5D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мали уговори и зависност од апстракција</a:t>
            </a:r>
          </a:p>
        </p:txBody>
      </p:sp>
    </p:spTree>
    <p:extLst>
      <p:ext uri="{BB962C8B-B14F-4D97-AF65-F5344CB8AC3E}">
        <p14:creationId xmlns:p14="http://schemas.microsoft.com/office/powerpoint/2010/main" val="14793832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54A1AE-E0E1-4626-9FA3-D4F1DAC6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7BFA41-FE24-4DA8-A6B4-3395CF93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0ABFF5B-858A-44A5-88E1-2BDDEFC3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01FFE4-9766-4509-9A49-34162C09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Предуслови за примену SOLID принципа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3062DDB-5120-496B-8B39-CACC2986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Уговори, енкапсулација, полиморфизам и одговорност чине основу примене принципа.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D4239F9-8E55-4DEE-BDE6-E07BA819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ПОЈМОВИ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9A7A88D-7F21-49E4-9AC3-BDE52387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Interface дефинише очекивано понашање.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Енкапсулација чува инваријанте.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Полиморфизам омогућава заменљиве имплементације.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Апстрактна класа има смисла када постоји стварна заједничка основа.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8DE68B42-259B-4F0B-BB1F-B87B3563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6BC0E42-67F0-410F-A868-C173D345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ПРАКТИЧАН ЕФЕКАТ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6DC5B56-5E21-443E-BE76-640393E4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код описује намеру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одговорност је видљива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промене су локализоване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тестови лакше прате понашање</a:t>
            </a:r>
          </a:p>
        </p:txBody>
      </p:sp>
    </p:spTree>
    <p:extLst>
      <p:ext uri="{BB962C8B-B14F-4D97-AF65-F5344CB8AC3E}">
        <p14:creationId xmlns:p14="http://schemas.microsoft.com/office/powerpoint/2010/main" val="11568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285B08-A9D5-4922-ADEC-9B9E5B7A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9C1A43-6823-4035-8403-21DC36F4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1B641BB-3A74-4D19-BA89-9768A6E0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9CB6E1A-6583-461C-8F26-9AEE90D7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Уговори пословног језгра у примеру Logger–Blogger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3FA008C-E18C-43AD-96D5-B45209D3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Доменски слој описује способности система без зависности од складишта и корисничког интерфејса.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F97F793-E1EA-4F99-858F-1D34E0E0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5257"/>
            <a:ext cx="5715000" cy="2602231"/>
          </a:xfrm>
          <a:prstGeom xmlns:a="http://schemas.openxmlformats.org/drawingml/2006/main" prst="roundRect">
            <a:avLst>
              <a:gd name="adj" fmla="val 3660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F7F1643-E9F3-4124-807D-CA47C930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2729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B3686C4-DD63-4789-B3AE-256A56B1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5643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69C8F5FB-05F0-40FE-AC12-43843A0F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5643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A42A9C4-FD95-4D7A-B666-1035F180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5643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3EE8BFD-4D73-4FEF-865D-470C2FD7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1507"/>
            <a:ext cx="5448300" cy="25083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interface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IZapisiServis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ZapisNaSajtu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Objavi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ZapisNaSajtu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zapis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IReadOnlyList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ZapisNaSajtu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&gt;&gt;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PregledZapisa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interface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IBazaPodataka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TabeleBazaPodataka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Tabele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SacuvajPromene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5CF61D4-8BA2-41D3-A82C-17BB6EEE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CECF07-FF5A-421D-A841-E0F7A3E8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Уговор описује стабилну потребу пословног језгра.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Domain не зависи од Database или Presentation пројекта.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Заменљивост долази из јасних уговора, не из назива слојева.</a:t>
            </a:r>
          </a:p>
        </p:txBody>
      </p:sp>
    </p:spTree>
    <p:extLst>
      <p:ext uri="{BB962C8B-B14F-4D97-AF65-F5344CB8AC3E}">
        <p14:creationId xmlns:p14="http://schemas.microsoft.com/office/powerpoint/2010/main" val="9147913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F369399-1EA8-4B25-8F0B-69D2FFCA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3B13D3-C87B-4859-8C26-52359003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214288-5B7B-4D31-BEC3-AEC65C5E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D527E04-7ABC-4141-B965-87BBA14A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Single Responsibility Principle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B59A9EB-C971-424E-BB99-2B84956A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Класа може имати више метода када све припадају истој одговорности.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0F9E44-9093-4615-B8BC-00C1AC3B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Проблем није број линија кода, већ чињеница да се иста класа мења из више међусобно независних разлога.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6677788-BDDC-4B71-BF92-CA957341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51541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83F284A-B471-4F1F-9F15-42535A4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8464079-B72D-4F75-B253-20000BA4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BE23B1-0517-4364-B0B9-937BE440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2ADB5D6-E666-402C-80D5-21130CEF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SRP подстиче кохерентне компоненте са јасном одговорношћу.</a:t>
            </a:r>
          </a:p>
        </p:txBody>
      </p:sp>
    </p:spTree>
    <p:extLst>
      <p:ext uri="{BB962C8B-B14F-4D97-AF65-F5344CB8AC3E}">
        <p14:creationId xmlns:p14="http://schemas.microsoft.com/office/powerpoint/2010/main" val="1454378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F79624-6C04-4EE3-9E1F-99B1669B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7F8AA4-75CF-43A5-9C8F-7B5FDD35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E6CFA84-52E4-4FB7-A00C-D5E32358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769AF7A-B2C9-4C85-B8C3-349E12EC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SRP у сервису Logger–Blogger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A231626-91E1-4BF8-A30F-F13E119C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78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Сервис оркестрира објаву преко уговора, без преузимања одговорности корисничког интерфејса, базе и логовања.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EA61FFE-7263-47AB-AB71-3EB210A9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2819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512A899-6076-4B2B-94A1-2BE402A7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4EEEFA5-48C1-4F98-8065-67FE850A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32B1FA02-1142-41BA-8725-8C9C71C2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F7A194F5-BBA3-4678-80DA-34516B1E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7D1A04-A4E5-4318-9A2C-7484FCAD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29643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ZapisiServis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IZapisiServis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private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readonly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IBazaPodataka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_baza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private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readonly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ILogger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_logger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ZapisNaSajtu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Objavi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ZapisNaSajtu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zapis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_baza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Tabele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Zapisi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Add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zapis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_baza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SacuvajPromene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_logger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Info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"Objavljen zapis"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049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ZapisNaSajtu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&gt;.</a:t>
            </a:r>
            <a:r>
              <a:rPr sz="1049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Ok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zapis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049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9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049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F796F5E-11C7-4F7B-A462-A730D737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55365D5-85D5-489F-BF00-24B047DC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Сервис оркестрира сараднике кроз уговоре.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Начин чувања и логовања остаје спољни детаљ.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Ако се промени logger, пословни ток не мора да се мења.</a:t>
            </a:r>
          </a:p>
        </p:txBody>
      </p:sp>
    </p:spTree>
    <p:extLst>
      <p:ext uri="{BB962C8B-B14F-4D97-AF65-F5344CB8AC3E}">
        <p14:creationId xmlns:p14="http://schemas.microsoft.com/office/powerpoint/2010/main" val="11146120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FA1D485-6F0A-4152-99AD-B575BD16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CBCC41-AAB7-4227-999B-5D3EAF4F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78A823D-F68E-4F56-98FC-A0B06C55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1F2C870-FF51-44F9-BA8B-4EAB110B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Open/Closed Principle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EC4A9C-8C52-41F1-8664-8185844E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Апстракције се уводе за познате и оправдане варијације понашања.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DA60C9F-AE0A-4FE9-98B5-A4DA5E3E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Ако стабилан део система стално добија нови switch по типу понашања, променљиво понашање треба сместити иза уговора.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A1CB4B7-D233-4F1B-AB0B-B05BACB1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5F8EE00-9F18-43D7-B59E-227E4697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E789109-E470-4526-963C-A61D7AC3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F3AB3A3-BAC6-4794-A471-5C848753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16444C6-1BE2-46B8-8E89-F991A579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OCP омогућава проширење понашања без измене стабилног тока.</a:t>
            </a:r>
          </a:p>
        </p:txBody>
      </p:sp>
    </p:spTree>
    <p:extLst>
      <p:ext uri="{BB962C8B-B14F-4D97-AF65-F5344CB8AC3E}">
        <p14:creationId xmlns:p14="http://schemas.microsoft.com/office/powerpoint/2010/main" val="573546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1C13011-E5AE-4E9D-8831-BB008E8F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14AF3D6-EC07-4BDD-A196-6B54B4C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F3A25E-FBE8-498A-B119-8C60EC6D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14490EC-2769-4871-BFA6-BDC0A595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OCP и заменљиво складиште</a:t>
            </a:r>
            <a:endParaRPr sz="2550" b="1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D12BCF3-BD11-48C0-8F8E-D3608744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Нова имплементација складишта додаје се без измене пословног кода.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03A6697-B5EC-4577-A7BD-18E4DE8F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2602231"/>
          </a:xfrm>
          <a:prstGeom xmlns:a="http://schemas.openxmlformats.org/drawingml/2006/main" prst="roundRect">
            <a:avLst>
              <a:gd name="adj" fmla="val 3660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094042-7701-44A6-99ED-F156B990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FB245B2C-A579-4BE2-9CEC-A7874797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80DEE454-D5C8-49E7-8B0D-74CD3FD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858F67AB-3518-4755-BEB1-C6AA2669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3852630-2F17-45AB-96A8-B6D86058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25083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interface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IBazaPodataka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TabeleBazaPodataka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Tabele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SacuvajPromene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InMemoryBazaPodataka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: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IBazaPodataka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TabeleBazaPodataka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Tabele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get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;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SacuvajPromene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083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83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3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083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A232F66-2F81-4CCA-99B1-997BCD26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38235D-782E-45F3-81A9-973DCA0D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Стабилан сервис користи IBazaPodataka.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JSON, in-memory или други provider су технички детаљи.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Проширење се дешава додавањем имплементације.</a:t>
            </a:r>
          </a:p>
        </p:txBody>
      </p:sp>
    </p:spTree>
    <p:extLst>
      <p:ext uri="{BB962C8B-B14F-4D97-AF65-F5344CB8AC3E}">
        <p14:creationId xmlns:p14="http://schemas.microsoft.com/office/powerpoint/2010/main" val="7793225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FCB7B94-7549-45D7-9BF3-CD177E4A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1E196B-FCF9-4A73-918A-7D49A96A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C9DAC4E-8D38-4C6F-B8A3-A075FF3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BB1E79-0F41-429B-BC4B-B4EAAF8C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LSP, ISP и DIP у дефинисању граница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B56D532-1583-4DA7-9064-2D105CDD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Принципи откривају неодговарајуће уговоре и погрешан смер зависности.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C8CF46-CE61-4E6A-984B-446B3FFB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190150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CBCAFB-5D53-4915-B4D9-C755C925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90" y="2306955"/>
            <a:ext cx="171135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Принцип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256B4C6-2984-4D5F-AD67-5C55E6CB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905" y="2240280"/>
            <a:ext cx="399316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668149-1211-419C-94A1-F4F63D9D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95" y="2306955"/>
            <a:ext cx="3803009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Проблем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0DBAB1C-99CA-467B-B11F-B2C310C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064" y="2240280"/>
            <a:ext cx="4468536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1EA1602-4401-472D-AD57-0A58F222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154" y="2306955"/>
            <a:ext cx="4278385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Смер корекције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7702242-85DC-4BF7-B8AB-C9C474B5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190150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640D670-FAFA-43E1-BC15-35615EEF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90" y="2764155"/>
            <a:ext cx="1663817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83B5B"/>
                </a:solidFill>
                <a:latin typeface="Aptos"/>
                <a:ea typeface="Aptos"/>
                <a:cs typeface="Aptos"/>
              </a:rPr>
              <a:t>LSP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3DBC814-2DA2-4BEC-9A1E-B08A3990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905" y="2697480"/>
            <a:ext cx="399316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9CB1AA7-85B0-44C7-9B9D-92CA8C40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95" y="2764155"/>
            <a:ext cx="3755472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подтип мења очекивање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3826BA-52B6-43B9-A351-8CF01339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064" y="2697480"/>
            <a:ext cx="4468536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7394AD3-4E75-4C19-AB55-9A4DFFC3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154" y="2764155"/>
            <a:ext cx="423084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редизајнирати уговор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6BFF36A-CB5E-4412-86B3-CB11DD8F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7080"/>
            <a:ext cx="190150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5DD0AD7-79CC-4D8E-9022-FCEFE907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90" y="3373755"/>
            <a:ext cx="1663817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83B5B"/>
                </a:solidFill>
                <a:latin typeface="Aptos"/>
                <a:ea typeface="Aptos"/>
                <a:cs typeface="Aptos"/>
              </a:rPr>
              <a:t>ISP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E58CC5F-E29B-4060-B456-F933C51B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905" y="3307080"/>
            <a:ext cx="399316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8CC4962-9881-4395-AD7D-EF76ED24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95" y="3373755"/>
            <a:ext cx="3755472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клијент зависи од вишка операција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03AD0EE-2651-4E55-AEAC-DAA8274E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064" y="3307080"/>
            <a:ext cx="4468536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C287951-8800-4E3A-ABA6-8329CCA4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154" y="3373755"/>
            <a:ext cx="423084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поделити улоге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5019AF9-3EB0-477A-B739-A8E3D91B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6680"/>
            <a:ext cx="1901505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988C791-C90D-46DD-863C-6526E912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90" y="3983355"/>
            <a:ext cx="1663817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83B5B"/>
                </a:solidFill>
                <a:latin typeface="Aptos"/>
                <a:ea typeface="Aptos"/>
                <a:cs typeface="Aptos"/>
              </a:rPr>
              <a:t>DIP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0B02311-D512-4F58-9624-40A58652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905" y="3916680"/>
            <a:ext cx="399316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FF2AB21-88D7-481E-87CE-466723DB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995" y="3983355"/>
            <a:ext cx="3755472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use-case креира SQL или HTTP детаљ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3472DE3-6F89-408E-8DF8-7C2E008C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9064" y="3916680"/>
            <a:ext cx="4468536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11BEAA5-28FF-411A-AC41-95879CF8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3154" y="3983355"/>
            <a:ext cx="423084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зависити од уговора</a:t>
            </a:r>
          </a:p>
        </p:txBody>
      </p:sp>
    </p:spTree>
    <p:extLst>
      <p:ext uri="{BB962C8B-B14F-4D97-AF65-F5344CB8AC3E}">
        <p14:creationId xmlns:p14="http://schemas.microsoft.com/office/powerpoint/2010/main" val="7305191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F6E4B0A-E7B8-44BA-B540-BD01A98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EB15833-AEAC-4862-986D-79976A2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97D37E3-4531-414E-927E-ACBE0B35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3AD0DD3-7617-4A72-B8E3-2C6D887D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Смер зависности у Clean Architecture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5735889-EC3D-4615-86BA-C1042DCE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Називи пројеката могу да се разликују. Смер зависности остаје јасан и проверљив.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5C048FF-52B2-4BBA-979E-7C610D0A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637F204-8198-4C6B-91FB-4D51EEB5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3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3C4EB3D-F417-4652-A491-5C14BBDA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183B5B"/>
                </a:solidFill>
                <a:latin typeface="Aptos"/>
                <a:ea typeface="Aptos"/>
                <a:cs typeface="Aptos"/>
              </a:rPr>
              <a:t>UI/API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C366E40-637C-4B9E-84E2-7381926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0ABB540-27B6-49C2-8136-E9D10E6A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BDB5D36-1451-4D5F-9B18-C8301DD7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65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21C2C1D-708C-4179-A660-3611224F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6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use-case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3DF91B8-FE21-4948-ABFC-703469FB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EFB318-5EEB-47FC-96A7-04121E6A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2208B51-15A8-45BB-82C9-E2DF8C0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7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AFA172D-4F4D-4932-ACE7-4A431A21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правила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FAE9972-DD5F-4E19-8952-B7F92AC5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2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9B4519F-A679-412C-B0F6-44133D9F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5B69DBC-948E-4F68-848E-10672E6D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892" y="2999232"/>
            <a:ext cx="1353312" cy="5431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DC70655-2DE2-4E5B-9C26-B3E9872E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адаптери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99185A2-9CCE-4636-919F-274195BE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FF37BB4-2EBF-4D08-8C1A-C392BDEA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DBE28AB-CACA-43AC-A430-7EAD70A7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01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56E9576-EB2F-405F-B577-DD07CB6E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провера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E428B80-B7F0-493D-8FC9-B0541527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5CB614DB-B173-4CC0-96FA-38185E60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BF6E980-B1C6-49E5-8BF5-C851B1D9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2AA38F1-5E07-4937-8531-DD9061D7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Пословно језгро остаје независно од радног оквира, базе података, HTTP-а и корисничког интерфејса.</a:t>
            </a:r>
          </a:p>
        </p:txBody>
      </p:sp>
    </p:spTree>
    <p:extLst>
      <p:ext uri="{BB962C8B-B14F-4D97-AF65-F5344CB8AC3E}">
        <p14:creationId xmlns:p14="http://schemas.microsoft.com/office/powerpoint/2010/main" val="10868250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988DAA2-4BFB-402B-9C4E-A48C086D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096246-08CB-4BEC-80B8-A26A7CD2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632406D-F9AE-4779-BAF6-84D36A7F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2FC7B8-47BC-46C1-8AEB-4899468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Одговорности архитектонских слојева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125740-39A4-4C09-827D-43E38650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Квалитет архитектуре процењује се по јасноћи одговорности и смеру зависности.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B94C32E-579D-4A1B-83CE-B15384D3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8DF2C4D-E7D8-496E-B68F-4FE2B8BD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6B982C-934F-4538-A6A7-2FBC5153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08C666A-DC07-49EE-B6B1-1D506618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ентитети, инваријанте и стабилна правила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0FD6EFA-D21F-413D-BDEB-D0F3A39F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9EDE11-6A29-455D-A5B8-D867FC4D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048B151-B4AF-479A-AA42-C58CB570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F187CCC-6C37-44B5-B1D5-02BA5EEF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случајеви употребе и портови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AAA78E9-F140-4CB1-B8CB-0432F9E9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82A2A81-3194-491B-BE29-9283A6D7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FF78CD3-DB11-4D4D-AE92-A57A0C09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F782741-A1EF-42CF-A8EA-EF5EA3B1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база, датотеке и спољни сервиси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E87112E-5332-48A5-A97D-62B0D330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5679D80-1E28-4B7F-9EC0-D28D461D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F828347-F606-4BD4-9B65-867C3FBF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Presentation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ED9EA9F-F6D2-4E4D-AD36-6E375464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превод захтева у позив use-case-а</a:t>
            </a:r>
          </a:p>
        </p:txBody>
      </p:sp>
    </p:spTree>
    <p:extLst>
      <p:ext uri="{BB962C8B-B14F-4D97-AF65-F5344CB8AC3E}">
        <p14:creationId xmlns:p14="http://schemas.microsoft.com/office/powerpoint/2010/main" val="1392595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A03F2-956B-42B1-9F63-51F177D5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578B18-08A0-4A5B-B2CE-AEFD0725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C0A7A3-C9DC-412A-AFE1-5E0B1FBE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B553B11-C04C-4DAA-94AA-73F3CCE4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Composition root у примеру Logger–Blogger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121151E-DA5C-4B23-9D43-41ED0D38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Једно место бира конкретне имплементације, а пословни код зависи од уговора.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0F0FBF0-8BF4-49B4-A726-B568663B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8667"/>
            <a:ext cx="5715000" cy="2228850"/>
          </a:xfrm>
          <a:prstGeom xmlns:a="http://schemas.openxmlformats.org/drawingml/2006/main" prst="roundRect">
            <a:avLst>
              <a:gd name="adj" fmla="val 427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2DCB03-3B83-4008-9844-804216C3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6139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D6359A8C-4C1C-419B-AC74-EEE1E568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62773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DD3BF0F-5749-4B6C-BAB5-19C81F0A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62773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DD374266-FC89-4A22-B73A-A8C17AA3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62773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4F2A0F8-3AFA-44C0-8C6B-80AAA593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4917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IBazaPodataka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baza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JsonBazaPodataka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1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"data.json"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ILogger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logger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FileLogger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1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"app.log"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IZapisiServis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zapisi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ZapisiServis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baza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logger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IConsoleIO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io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ConsoleIO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var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app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AppContainer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zapisi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io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app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A126228-0EC3-4B15-86E7-279C488C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E46ED06-320F-4BB7-A5B0-A2984769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Presentation саставља граф зависности.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Domain и сервиси не креирају JSON базу или FileLogger.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DIP омогућава замену детаља без промене језгра.</a:t>
            </a:r>
          </a:p>
        </p:txBody>
      </p:sp>
    </p:spTree>
    <p:extLst>
      <p:ext uri="{BB962C8B-B14F-4D97-AF65-F5344CB8AC3E}">
        <p14:creationId xmlns:p14="http://schemas.microsoft.com/office/powerpoint/2010/main" val="14664935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ED72514-8B68-4697-ABDC-A29014A1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9FFACA-AA19-476B-85FC-5E1D5170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62871D2-018F-44A6-B3EB-9C36D102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E9893-9536-4F13-8C4E-FFFF2310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Logger–Blogger као студија случаја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A3CC2C3-668C-4B1B-B131-90D3B48E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Пример служи за анализу одговорности, уговора и зависности.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B3F614B-C719-4EE9-A2A4-D955D131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1458EFC-8F54-4CF6-BE45-2225D72B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5FCF72E-5AAE-4993-9A90-71669544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Пословно језгро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342D8B0-37F5-4B69-B542-7197624C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37033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правила без инфраструктурних детаља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9A7E92C-C2EA-4818-90FE-0509F9C5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0B3EE32-4B26-4F11-B578-8946B80E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44A9BAC-8B44-49B2-B159-945D1250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Adapter-и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ED06F82-A807-40F7-8FD5-B0BA91DC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37033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конкретна база, датотеке, логовање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9C9233B-1B60-4E16-B3D0-F6391937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0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C908E04-FE7C-4DB9-8E24-D4746E6F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5B7254E-A03A-4284-A51F-844A206D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Composition root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8A50CE-6F6C-452C-9202-59215807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37033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место где се саставља граф зависности</a:t>
            </a:r>
          </a:p>
        </p:txBody>
      </p:sp>
    </p:spTree>
    <p:extLst>
      <p:ext uri="{BB962C8B-B14F-4D97-AF65-F5344CB8AC3E}">
        <p14:creationId xmlns:p14="http://schemas.microsoft.com/office/powerpoint/2010/main" val="11078298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48EC0A5-ECAA-4F84-A5F5-42250E77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B55D90-3DBB-44B8-8A38-0F268263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728637-64F0-4D34-8750-B2426E5E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CFB4C07-1E7D-4564-A2FD-F4412996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Разлози за рефакторисање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D72D886-74E2-48F6-9A9E-5534F6C2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Декомпозиција се спроводи када смањује спрегу и локализује измене.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4A01461-B88C-42C3-A271-A6D4E04D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ЛОШ СИГНАЛ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054049A-ECA1-47C0-80B9-5A0958BF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1379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класа мења податке, шаље email и логује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метода има више неповезаних праваца</a:t>
            </a:r>
            <a:endParaRPr sz="1520" b="0">
              <a:solidFill>
                <a:srgbClr val="1B202B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 мора да зна приватне детаље</a:t>
            </a:r>
            <a:endParaRPr sz="1520" b="0">
              <a:solidFill>
                <a:srgbClr val="1B202B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ново понашање тражи измену стабилног центра</a:t>
            </a:r>
            <a:endParaRPr sz="1520" b="0">
              <a:solidFill>
                <a:srgbClr val="1B20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B71626C0-AD81-4B45-B53B-F3EEBBA1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66AF25A-AF05-4B9E-B732-2DEB7FC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ДОБАР СИГНАЛ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CDBF914-E890-44E3-A6AE-0C6C2684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једна реченица описује одговорност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сарадници су уговори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промена погађа очекивано место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тестови проверавају понашање</a:t>
            </a:r>
          </a:p>
        </p:txBody>
      </p:sp>
    </p:spTree>
    <p:extLst>
      <p:ext uri="{BB962C8B-B14F-4D97-AF65-F5344CB8AC3E}">
        <p14:creationId xmlns:p14="http://schemas.microsoft.com/office/powerpoint/2010/main" val="3305891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639F75E-8860-4CBA-86B1-98070771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7C729C5-B7ED-4124-9359-7D6A5B24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7D1CD52-63F3-4681-9778-C6B83846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EC99DAA-4CDA-4B1D-BC7D-C88D7028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Питања за преглед кода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A3977C-3D20-4A6A-8957-2FFF35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Питања усмеравају анализу последица дизајнерских одлука.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13ED892-ADD6-42F3-829E-A7E5A6EB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25181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6E448D5-625A-4C1F-A22C-52AFD291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306955"/>
            <a:ext cx="2324456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Питање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5BA38E6-2200-4F12-A3EB-41D4A8C6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240280"/>
            <a:ext cx="784503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E900EDF-C226-494B-9CEE-5653565B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306955"/>
            <a:ext cx="765133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Шта открива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AD6E4F5-CC2E-4686-B9F9-96DCB343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518161" cy="584454"/>
          </a:xfrm>
          <a:prstGeom xmlns:a="http://schemas.openxmlformats.org/drawingml/2006/main" prst="roundRect">
            <a:avLst>
              <a:gd name="adj" fmla="val 162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C583980-927D-40E3-84BA-7562B007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764155"/>
            <a:ext cx="2276030" cy="4796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модул има један разлог за промену?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318D242-EC71-4511-B244-C64B176A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697480"/>
            <a:ext cx="7845039" cy="584454"/>
          </a:xfrm>
          <a:prstGeom xmlns:a="http://schemas.openxmlformats.org/drawingml/2006/main" prst="roundRect">
            <a:avLst>
              <a:gd name="adj" fmla="val 162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7F7A034-6D40-4EE8-BDFB-F76D3AF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764155"/>
            <a:ext cx="7602908" cy="4796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83B5B"/>
                </a:solidFill>
                <a:latin typeface="Aptos"/>
                <a:ea typeface="Aptos"/>
                <a:cs typeface="Aptos"/>
              </a:rPr>
              <a:t>SRP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693AC34-99DD-43DA-9CF8-626CE36C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1934"/>
            <a:ext cx="2518161" cy="584454"/>
          </a:xfrm>
          <a:prstGeom xmlns:a="http://schemas.openxmlformats.org/drawingml/2006/main" prst="roundRect">
            <a:avLst>
              <a:gd name="adj" fmla="val 162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D4C66D9-C134-4A00-8F5D-97ABBEB4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348609"/>
            <a:ext cx="2276030" cy="4796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нова варијанта мења стабилан ток?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6FAF6DD-90B7-49B9-B168-2B4BF548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281934"/>
            <a:ext cx="7845039" cy="584454"/>
          </a:xfrm>
          <a:prstGeom xmlns:a="http://schemas.openxmlformats.org/drawingml/2006/main" prst="roundRect">
            <a:avLst>
              <a:gd name="adj" fmla="val 162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FAB2981-586A-4E54-9AC3-D9868191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348609"/>
            <a:ext cx="7602908" cy="4796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83B5B"/>
                </a:solidFill>
                <a:latin typeface="Aptos"/>
                <a:ea typeface="Aptos"/>
                <a:cs typeface="Aptos"/>
              </a:rPr>
              <a:t>OCP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3DC0604-BEB5-4537-9434-7EA12FEB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6388"/>
            <a:ext cx="2518161" cy="584454"/>
          </a:xfrm>
          <a:prstGeom xmlns:a="http://schemas.openxmlformats.org/drawingml/2006/main" prst="roundRect">
            <a:avLst>
              <a:gd name="adj" fmla="val 162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5D0D2A5-021B-44C3-BB5B-420CB57B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933063"/>
            <a:ext cx="2276030" cy="4796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имплементација поштује уговор?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E12058D-8D6A-49E5-8CCB-A1423DEF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866388"/>
            <a:ext cx="7845039" cy="584454"/>
          </a:xfrm>
          <a:prstGeom xmlns:a="http://schemas.openxmlformats.org/drawingml/2006/main" prst="roundRect">
            <a:avLst>
              <a:gd name="adj" fmla="val 162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D7A1852-F08B-456E-BE4F-744F3682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933063"/>
            <a:ext cx="7602908" cy="4796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83B5B"/>
                </a:solidFill>
                <a:latin typeface="Aptos"/>
                <a:ea typeface="Aptos"/>
                <a:cs typeface="Aptos"/>
              </a:rPr>
              <a:t>LSP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3EEAA23-75B2-4149-BD25-1958CDC5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0842"/>
            <a:ext cx="2518161" cy="584454"/>
          </a:xfrm>
          <a:prstGeom xmlns:a="http://schemas.openxmlformats.org/drawingml/2006/main" prst="roundRect">
            <a:avLst>
              <a:gd name="adj" fmla="val 162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B2C6233-0E87-4F95-8305-C9073512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4517517"/>
            <a:ext cx="2276030" cy="4796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је интерфејс шири него што клијенту треба?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0911896-CE9C-4434-91FD-869C2152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4450842"/>
            <a:ext cx="7845039" cy="584454"/>
          </a:xfrm>
          <a:prstGeom xmlns:a="http://schemas.openxmlformats.org/drawingml/2006/main" prst="roundRect">
            <a:avLst>
              <a:gd name="adj" fmla="val 162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299922F-7173-4A79-BDC8-A960C72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4517517"/>
            <a:ext cx="7602908" cy="4796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83B5B"/>
                </a:solidFill>
                <a:latin typeface="Aptos"/>
                <a:ea typeface="Aptos"/>
                <a:cs typeface="Aptos"/>
              </a:rPr>
              <a:t>ISP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FCC8719-4F7E-4F24-A3A7-C9E175C9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5296"/>
            <a:ext cx="2518161" cy="584454"/>
          </a:xfrm>
          <a:prstGeom xmlns:a="http://schemas.openxmlformats.org/drawingml/2006/main" prst="roundRect">
            <a:avLst>
              <a:gd name="adj" fmla="val 162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CD26756-6608-415E-813D-F297DA33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5101971"/>
            <a:ext cx="2276030" cy="4796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Да ли политика зависи од техничког детаља?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46EC92A-6785-4951-8D26-EFEB642D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5035296"/>
            <a:ext cx="7845039" cy="584454"/>
          </a:xfrm>
          <a:prstGeom xmlns:a="http://schemas.openxmlformats.org/drawingml/2006/main" prst="roundRect">
            <a:avLst>
              <a:gd name="adj" fmla="val 16297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0F60710-C9E5-4D2D-A5DB-5D136241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5101971"/>
            <a:ext cx="7602908" cy="4796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183B5B"/>
                </a:solidFill>
                <a:latin typeface="Aptos"/>
                <a:ea typeface="Aptos"/>
                <a:cs typeface="Aptos"/>
              </a:rPr>
              <a:t>DIP</a:t>
            </a:r>
          </a:p>
        </p:txBody>
      </p:sp>
    </p:spTree>
    <p:extLst>
      <p:ext uri="{BB962C8B-B14F-4D97-AF65-F5344CB8AC3E}">
        <p14:creationId xmlns:p14="http://schemas.microsoft.com/office/powerpoint/2010/main" val="8843470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11B2BCF-1EB8-40AD-946A-07D6F5E7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A1B7020-DE0D-4492-BA02-9D7DDF2F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6482F5-1FBD-4A4C-8D8B-B097BBD1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6A0A0A5-A093-42CF-8E5A-D0F77885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Задатак на вежби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3468432-9254-47C4-81C3-2762815A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SOLID принципи примењују се на конкретан код и образлажу кроз последице измене.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82F2FC9-7FCD-46A4-B4BC-F03B0242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1338FB-669D-4BEF-94DC-FE5EEEAC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Пронаћи класу са најмање две неповезане одговорности.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54829F3-BDBB-4D8A-9425-564499B8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31DA783-CA75-4F75-8B78-2E523B51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Описати њену тренутну улогу једном реченицом.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90B2A2D-A436-4380-AC83-35D7C2BB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0BFAED-3882-457E-94EA-C71915FD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Предложити раздвајање и нове границе.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55F2443-26E9-455F-8CBB-6E400CD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8116DED-48C3-4FD2-98BF-80B5E6AA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Образложити које будуће промене постају локализоване.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B224586-D519-4463-9EF5-335E4715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703F464-8061-45D5-9CAA-68A85930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Проверити да ли је смер зависности остао исправан.</a:t>
            </a:r>
          </a:p>
        </p:txBody>
      </p:sp>
    </p:spTree>
    <p:extLst>
      <p:ext uri="{BB962C8B-B14F-4D97-AF65-F5344CB8AC3E}">
        <p14:creationId xmlns:p14="http://schemas.microsoft.com/office/powerpoint/2010/main" val="10408009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8C9073B-C2C7-407B-BAEB-2B378FF0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59C3F83-F50F-473A-9C45-01B795F4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B82F9FC-971B-4A9E-BB0D-642BB620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4B02DF0-71D0-4CBF-839A-95528AC6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Критеријум примене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25192BF-572E-46E6-878B-12417DF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Последица промене треба да остане локализована и предвидљива.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F499ABD-931B-4B57-B820-6131A7CA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2331720"/>
            <a:ext cx="2560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7822A43-905D-4911-AC6C-CEAB249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2514600"/>
            <a:ext cx="5303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једна јасна промена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53EC5DF-F4ED-467D-8B6D-8376ECDC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3246120"/>
            <a:ext cx="5943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Када се промени једно пословно правило или технички детаљ, треба да се мења мали и очекиван део система.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EA2CF15-30C2-408E-9B83-60DCC800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389120"/>
            <a:ext cx="49377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9686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2FA16EF-6F31-4AB5-BD55-DBCB0A63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FC962C-CCC5-4870-938D-2047000E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3D3D0E8-459C-4F12-BF52-02C5620E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10A2E5D-E387-484D-87E7-DDB4EFBD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Типичне грешке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B42F6AC-4818-4B09-9364-54AED43B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Механичка примена принципа ствара непотребне апстракције и сложеност.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4632FE9-9711-4E76-91B0-DC953226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DDFBB42-7171-4638-99B6-14EEA294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800B3A2-D026-49D8-B4E3-E94FCF0C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Превише интерфејса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84F96B-917D-4CAA-AFD3-EF9136AB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апстракције без реалне варијабилности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C271C33-C63F-459B-9C54-223D47EA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3CA4B60-81E4-4BF4-9F74-50B3D726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F3C77A5-296C-42F7-8718-F93B9B5D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Погрешно наслеђивање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2C2A921-8A29-437A-A7F5-85A46DD5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подтип не поштује уговор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D1C8496-FF6A-480B-8B84-82F7F650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D2AF336-0B57-4B7C-B0A9-53B6AEA7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2DE1C12-1E0E-4B1D-B6C4-68EAA3B8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Anemic domain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658832A-7924-437C-9666-ADA9C8DB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сва правила су у сервисима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3CEAFB6-58A5-41A4-98A2-4D984220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A699888-5F87-4732-B57B-03849ED9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77EB691-D779-4EA6-91E7-3F959B09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Framework у језгру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6B39A50-4B80-4820-991F-2BD4C543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Domain зависи од инфраструктуре</a:t>
            </a:r>
          </a:p>
        </p:txBody>
      </p:sp>
    </p:spTree>
    <p:extLst>
      <p:ext uri="{BB962C8B-B14F-4D97-AF65-F5344CB8AC3E}">
        <p14:creationId xmlns:p14="http://schemas.microsoft.com/office/powerpoint/2010/main" val="5277260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EFA7089-4DF6-44EB-AA5B-D241FD91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471890-B889-4517-A6B2-DD049AAE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923784-6E93-4EDF-BEF5-41B37D29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1EC51A1-6E0F-499C-BC67-2B733356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98EC32F-7A9B-4C44-BDDB-569A0F40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SOLID и Clean Architecture штите разумљивост, заменљивост и проверљивост система.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1FE3116-54C0-4073-B014-0B798911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Добар дизајн није онај који има највише слојева, већ онај у коме се одговорност, смер зависности и последица промене могу јасно објаснити.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7C3CF5C-94D0-4083-A5FF-51A364C9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47924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8188FDE-D934-4253-96D3-34C0CE6C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CCCF9B4-3DD0-4A0C-8B37-7A91BB20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6BF6F41-B24C-4038-BD00-30B26F13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5661ECF-41EE-4191-966D-04359511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Наредна вежба разматра положај пословне логике у доменском и апликационом слоју.</a:t>
            </a:r>
          </a:p>
        </p:txBody>
      </p:sp>
    </p:spTree>
    <p:extLst>
      <p:ext uri="{BB962C8B-B14F-4D97-AF65-F5344CB8AC3E}">
        <p14:creationId xmlns:p14="http://schemas.microsoft.com/office/powerpoint/2010/main" val="3547795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9785B33-F9B2-45C2-977F-FC59F5E9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0C43696-78D8-4751-8A2C-E97BD3E5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87F6CEA-B318-4438-A6D2-864046CF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6F393B4-E23B-42E5-8E10-9176E4E7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396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Припрема за наредну вежбу</a:t>
            </a:r>
            <a:endParaRPr sz="2550" b="1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7ED38B-A7D2-4446-B7F5-0EF69DC6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Наредна вежба разматра положај пословне логике и случајева употребе.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E8EFA37-9A1E-4F44-9BD9-21D974C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5432BA8-02D3-4697-8B35-312D38F1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Изабрати један use-case у свом домену.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80F4075-CD1A-4ECC-AB85-BE5D65D5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BC5B44B-9EDA-4886-94BA-C6EC648B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Означити Domain, Application и Infrastructure одговорности.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E496C88-BB1E-4315-82F4-FF6DE458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68BBC12-2715-45BC-B20F-9C2A8299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Пронаћи једну класу са нејасном одговорношћу.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ACB2D4C-0182-420E-8105-72B5E1A4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916577E-2F37-491D-84BD-5E5EC0C5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Предложити refactoring са образложењем.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05F2483-693D-4A3A-8519-1EAE2F9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3BEF9B-DF96-4BE4-822D-31A32A2F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Припремити пример за code review.</a:t>
            </a:r>
          </a:p>
        </p:txBody>
      </p:sp>
    </p:spTree>
    <p:extLst>
      <p:ext uri="{BB962C8B-B14F-4D97-AF65-F5344CB8AC3E}">
        <p14:creationId xmlns:p14="http://schemas.microsoft.com/office/powerpoint/2010/main" val="56303266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2026-09-29T18:47:03.2100000Z</dcterms:created>
  <dcterms:modified xsi:type="dcterms:W3CDTF">2026-09-29T18:47:03.2100000Z</dcterms:modified>
</coreProperties>
</file>