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 података и read модели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 мрежне поруке до поуздане информације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Тема и проблем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Раздвојити пријем, валидацију, дистрибуцију и читање података са јасним границама одговорности.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Податак који је стигао са мреже још нема потврђено порекло, квалитет ни облик погодан за сваког корисника система.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Раздвојени слојеви чувају порекло информације и допуштају различите погледе на податке, уз отворено приказану цену кашњења.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Четири појма теме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Податак који стигне преко мреже још није поуздана пословна информација.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Пријем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извор и основна валидација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Нормализација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интерни облик и квалитет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Дистрибуција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независни конзументи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Read модел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поглед за коришћење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Пријем поруке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Пријем проверава извор, основну исправност и идентитет поруке пре него што податак постане део унутрашњег тока. Невалидна порука мора имати видљив исход.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 извор и исправност пре уласка у систем.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Невалидна порука има видљив, не тих исход.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Прва линија одбране од лошег податка.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Нормализација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Нормализација претвара спољашњи формат у стабилан унутрашњи облик уз очувано порекло и време. Тако остатак система не зависи од детаља сваког извора.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Претвара спољашњи формат у стабилан унутрашњи облик.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Чува порекло и време настанка поруке.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Остатак система не зависи од детаља извора.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Усмеравање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Усмеравање шаље обрађену поруку само компонентама које заиста имају разлог да је тумаче. Оно одваја одговорности и ограничава непотребне зависности.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Шаље поруку само онима којима је заиста потребна.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Одваја одговорности између компоненти.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Ограничава непотребне зависности.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Read модел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 модел је приказ прилагођен читању, а не нужно ауторитативно стање. Зато треба јасно показати када је последњи пут освежен и колико може каснити.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Приказ за читање, не ауторитативно стање.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Мора показати када је последњи пут освежен.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Застарелост је видљива, не скривена од корисника.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Пример: порука стиже два пута и касно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Телеметријска порука може стићи два пута, а њено време настанка може бити старије од времена пријема.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Пријем проверава извор и минимални облик поруке.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Нормализација чува квалитет и разлику између времена настанка и пријема.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 модел отворено приказује свежину информације и не претвара дупликат у нови пословни догађај.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Шема тока података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Податак постаје поуздан тек када су познати његово порекло, квалитет и границе приказа.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Елемент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 у току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Пријем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извор и идентитет поруке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Нормализација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квалитет и унутрашњи облик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Дистрибуција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независна обрада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 модел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поглед са границом свежине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Пример раздваја запис од приказа.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120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5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examples/odp-dotnet/vezba-05-tok-podataka-read-model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run --project src/Odp.Vezba05.ConsoleUi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Odp.Vezba05.sln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Правило у коду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Запис чува сва прихваћена мерења; приказ чува само последње.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3456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28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StationView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View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Changed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Apply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StationView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? current,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TelemetryReading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reading)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ArgumentNullException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ThrowIfNull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(reading);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(current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&amp;&amp; reading.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Sequence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&lt;= current.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LastSequence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(current,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StationView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    reading.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StationId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    reading.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Sequence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    reading.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MeasuredAt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    reading.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SignalStrengthDbm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који задаје квар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Мерење које закасни остаје у запису, али не мења приказ.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29476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2311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Ingest_WhenOlderReadingArrivesLate_KeepsItInTheLogButNotInTheView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_handler.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Ingest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Reading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(3, -88));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outcome = _handler.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Ingest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Reading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(2, -97));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using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EnterMultipleScope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(outcome,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IngestOutcome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TelemetryCodes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Stored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ViewChanged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(_log.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ForStation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"GS-NOVI-SAD"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(2));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(_views.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Find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"GS-NOVI-SAD"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)!.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LastSequence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(3));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Испис демонстрације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Приказ који дуго није освежен остаје видљив, али је означен као застарео.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214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1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merenje #1 -&gt; reading_stored, prikaz promenjen: True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merenje #3 -&gt; reading_stored, prikaz promenjen: True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merenje #2 -&gt; reading_stored, prikaz promenjen: False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merenje #0 -&gt; sequence_must_be_positive, prikaz promenjen: False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[posle prijema] #3 -88 dBm, staro 5 s, zastarelo: False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[dva minuta bez novih merenja] #3 -88 dBm, staro 125 s, zastarelo: True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Zapis sadrži 3 merenja, prikaz samo poslednje.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Принципи и замке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важи тек када је препозната и замка која га тихо поништава.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ПРИНЦИПИ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Стабилан идентитет поруке омогућава да се препозна њено понављање.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Време настанка и време пријема имају различито значење.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 модел показује корисну слику, али мора знати границу своје свежине.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ЗАМКЕ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Тихо одбацивање поруке без разлога и трага.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Мешање времена извора и пријема.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 модел који дуплира пословни ефекат при поновљеној поруци.</a:t>
            </a: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Типичне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Ове грешке се најчешће понављају када се принцип површно примени.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Тихо одбацивање проблематичне поруке.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Мешање времена настанка и пријема.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Дупли пословни ефекат при поновљеној поруци.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Како се принцип примењује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Кораци показују како се принцип препознаје и доследно спроводи у развоју.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Задржати идентитет и квалитет поруке кроз ток.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Одредити где се порука одбија.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Приказати границу свежине read модела.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за дискусију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 се образлаже failure сценаријем и тестом, а не описом срећног пута.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Који податак код вас сме да касни и како би корисник требало да види да није потпуно свеж?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 ВЕЖБУ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Који податак у вашем систему може каснити, а ипак остати користан? Како корисник треба да види ту ограду?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уз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Проширење примера уз вежбу; правило иде у домен, а доказ у тест.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use-case RebuildStationView који брише приказ станице и поново га изводи из записа.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9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9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Тестом показати да је резултат исти без обзира на редослед којим су мерења првобитно стигла.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Примена на пројекат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са вежбе примењује се на додељену пројектну целину.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конкретну дистрибуирану одлуку у својој целини.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Имплементирати је са стабилним кодом исхода.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поновљив failure сценарио и тест који га доказује.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описује који слој сме да одбије поруку, који јој додељује квалитет и који је чува за касније читање.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5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Податак постаје поуздан тек када су познати његово порекло, квалитет и границе приказа.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4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4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1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5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вежба: Команде, послови и идемпотентност.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