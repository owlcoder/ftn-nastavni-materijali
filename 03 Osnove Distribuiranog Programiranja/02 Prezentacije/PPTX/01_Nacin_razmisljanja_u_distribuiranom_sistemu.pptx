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  <Override PartName="/ppt/slides/slide20.xml" ContentType="application/vnd.openxmlformats-officedocument.presentationml.slide+xml"/>
  <Override PartName="/ppt/notesSlides/notesSlide20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a460cfab57bf4f77" /><Relationship Type="http://schemas.openxmlformats.org/officeDocument/2006/relationships/extended-properties" Target="/docProps/app.xml" Id="R49c9529fcc4c420c" /><Relationship Type="http://schemas.openxmlformats.org/officeDocument/2006/relationships/officeDocument" Target="/ppt/presentation.xml" Id="R828be973178f4a38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6caa963ba27479a"/>
  </p:sldMasterIdLst>
  <p:notesMasterIdLst>
    <p:notesMasterId xmlns:r="http://schemas.openxmlformats.org/officeDocument/2006/relationships" r:id="R2489cc994d704656"/>
  </p:notesMasterIdLst>
  <p:sldIdLst>
    <p:sldId xmlns:r="http://schemas.openxmlformats.org/officeDocument/2006/relationships" id="256" r:id="R0e7a00b497744ffa"/>
    <p:sldId xmlns:r="http://schemas.openxmlformats.org/officeDocument/2006/relationships" id="257" r:id="Rc76555c1b0794c64"/>
    <p:sldId xmlns:r="http://schemas.openxmlformats.org/officeDocument/2006/relationships" id="258" r:id="R73f65e7ee9a04fe6"/>
    <p:sldId xmlns:r="http://schemas.openxmlformats.org/officeDocument/2006/relationships" id="259" r:id="Rc6607f6cc0e5475b"/>
    <p:sldId xmlns:r="http://schemas.openxmlformats.org/officeDocument/2006/relationships" id="260" r:id="Rd7a02c98daed4468"/>
    <p:sldId xmlns:r="http://schemas.openxmlformats.org/officeDocument/2006/relationships" id="261" r:id="Rcc19537e30504283"/>
    <p:sldId xmlns:r="http://schemas.openxmlformats.org/officeDocument/2006/relationships" id="262" r:id="R654bccc091fa4793"/>
    <p:sldId xmlns:r="http://schemas.openxmlformats.org/officeDocument/2006/relationships" id="263" r:id="Rd16bb96fe5b84872"/>
    <p:sldId xmlns:r="http://schemas.openxmlformats.org/officeDocument/2006/relationships" id="264" r:id="Rf1e9571ee0534d41"/>
    <p:sldId xmlns:r="http://schemas.openxmlformats.org/officeDocument/2006/relationships" id="265" r:id="R148696f04c2b49a3"/>
    <p:sldId xmlns:r="http://schemas.openxmlformats.org/officeDocument/2006/relationships" id="266" r:id="R39397aa93f544599"/>
    <p:sldId xmlns:r="http://schemas.openxmlformats.org/officeDocument/2006/relationships" id="267" r:id="R2423930af8604567"/>
    <p:sldId xmlns:r="http://schemas.openxmlformats.org/officeDocument/2006/relationships" id="268" r:id="Rb58dac61b973452c"/>
    <p:sldId xmlns:r="http://schemas.openxmlformats.org/officeDocument/2006/relationships" id="269" r:id="R42da0de10d924b2f"/>
    <p:sldId xmlns:r="http://schemas.openxmlformats.org/officeDocument/2006/relationships" id="270" r:id="R5a849799408b44c7"/>
    <p:sldId xmlns:r="http://schemas.openxmlformats.org/officeDocument/2006/relationships" id="271" r:id="R97059eb9fdf74f5a"/>
    <p:sldId xmlns:r="http://schemas.openxmlformats.org/officeDocument/2006/relationships" id="272" r:id="R701d2ecd64034039"/>
    <p:sldId xmlns:r="http://schemas.openxmlformats.org/officeDocument/2006/relationships" id="273" r:id="R5bb7112efbbd4c55"/>
    <p:sldId xmlns:r="http://schemas.openxmlformats.org/officeDocument/2006/relationships" id="274" r:id="R7c37bbe219cb4627"/>
    <p:sldId xmlns:r="http://schemas.openxmlformats.org/officeDocument/2006/relationships" id="275" r:id="Rc7292fd419e54e57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>
  <p:slideViewPr>
    <p:cSldViewPr snapToGrid="0" snapToObjects="1">
      <p:cViewPr>
        <p:scale>
          <a:sx xmlns:a="http://schemas.openxmlformats.org/drawingml/2006/main" n="1" d="1"/>
          <a:sy xmlns:a="http://schemas.openxmlformats.org/drawingml/2006/main" n="1" d="1"/>
        </p:scale>
        <p:origin x="0" y="0"/>
      </p:cViewPr>
      <p:guideLst/>
    </p:cSldViewPr>
  </p:slideViewPr>
  <p:gridSpacing cx="76200" cy="76200"/>
</p:viewPr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39835eb11af64655" /><Relationship Type="http://schemas.openxmlformats.org/officeDocument/2006/relationships/slideMaster" Target="/ppt/slideMasters/slideMaster1.xml" Id="R96caa963ba27479a" /><Relationship Type="http://schemas.openxmlformats.org/officeDocument/2006/relationships/notesMaster" Target="/ppt/notesMasters/notesMaster1.xml" Id="R2489cc994d704656" /><Relationship Type="http://schemas.openxmlformats.org/officeDocument/2006/relationships/presProps" Target="/ppt/presProps.xml" Id="Rfda48b9c7ab743ae" /><Relationship Type="http://schemas.openxmlformats.org/officeDocument/2006/relationships/viewProps" Target="/ppt/viewProps.xml" Id="R374ccc5731504551" /><Relationship Type="http://schemas.openxmlformats.org/officeDocument/2006/relationships/tableStyles" Target="/ppt/tableStyles.xml" Id="R520d0772ce644fe4" /><Relationship Type="http://schemas.openxmlformats.org/officeDocument/2006/relationships/slide" Target="/ppt/slides/slide1.xml" Id="R0e7a00b497744ffa" /><Relationship Type="http://schemas.openxmlformats.org/officeDocument/2006/relationships/slide" Target="/ppt/slides/slide2.xml" Id="Rc76555c1b0794c64" /><Relationship Type="http://schemas.openxmlformats.org/officeDocument/2006/relationships/slide" Target="/ppt/slides/slide3.xml" Id="R73f65e7ee9a04fe6" /><Relationship Type="http://schemas.openxmlformats.org/officeDocument/2006/relationships/slide" Target="/ppt/slides/slide4.xml" Id="Rc6607f6cc0e5475b" /><Relationship Type="http://schemas.openxmlformats.org/officeDocument/2006/relationships/slide" Target="/ppt/slides/slide5.xml" Id="Rd7a02c98daed4468" /><Relationship Type="http://schemas.openxmlformats.org/officeDocument/2006/relationships/slide" Target="/ppt/slides/slide6.xml" Id="Rcc19537e30504283" /><Relationship Type="http://schemas.openxmlformats.org/officeDocument/2006/relationships/slide" Target="/ppt/slides/slide7.xml" Id="R654bccc091fa4793" /><Relationship Type="http://schemas.openxmlformats.org/officeDocument/2006/relationships/slide" Target="/ppt/slides/slide8.xml" Id="Rd16bb96fe5b84872" /><Relationship Type="http://schemas.openxmlformats.org/officeDocument/2006/relationships/slide" Target="/ppt/slides/slide9.xml" Id="Rf1e9571ee0534d41" /><Relationship Type="http://schemas.openxmlformats.org/officeDocument/2006/relationships/slide" Target="/ppt/slides/slide10.xml" Id="R148696f04c2b49a3" /><Relationship Type="http://schemas.openxmlformats.org/officeDocument/2006/relationships/slide" Target="/ppt/slides/slide11.xml" Id="R39397aa93f544599" /><Relationship Type="http://schemas.openxmlformats.org/officeDocument/2006/relationships/slide" Target="/ppt/slides/slide12.xml" Id="R2423930af8604567" /><Relationship Type="http://schemas.openxmlformats.org/officeDocument/2006/relationships/slide" Target="/ppt/slides/slide13.xml" Id="Rb58dac61b973452c" /><Relationship Type="http://schemas.openxmlformats.org/officeDocument/2006/relationships/slide" Target="/ppt/slides/slide14.xml" Id="R42da0de10d924b2f" /><Relationship Type="http://schemas.openxmlformats.org/officeDocument/2006/relationships/slide" Target="/ppt/slides/slide15.xml" Id="R5a849799408b44c7" /><Relationship Type="http://schemas.openxmlformats.org/officeDocument/2006/relationships/slide" Target="/ppt/slides/slide16.xml" Id="R97059eb9fdf74f5a" /><Relationship Type="http://schemas.openxmlformats.org/officeDocument/2006/relationships/slide" Target="/ppt/slides/slide17.xml" Id="R701d2ecd64034039" /><Relationship Type="http://schemas.openxmlformats.org/officeDocument/2006/relationships/slide" Target="/ppt/slides/slide18.xml" Id="R5bb7112efbbd4c55" /><Relationship Type="http://schemas.openxmlformats.org/officeDocument/2006/relationships/slide" Target="/ppt/slides/slide19.xml" Id="R7c37bbe219cb4627" /><Relationship Type="http://schemas.openxmlformats.org/officeDocument/2006/relationships/slide" Target="/ppt/slides/slide20.xml" Id="Rc7292fd419e54e57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08abd3b6bab040d0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ad18fe44aea4315" /><Relationship Type="http://schemas.openxmlformats.org/officeDocument/2006/relationships/notesMaster" Target="/ppt/notesMasters/notesMaster1.xml" Id="R63639ec1829d403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22085ee73b74e32" /><Relationship Type="http://schemas.openxmlformats.org/officeDocument/2006/relationships/notesMaster" Target="/ppt/notesMasters/notesMaster1.xml" Id="R48ae5278fe9e41d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1fb99c2da9d54fc4" /><Relationship Type="http://schemas.openxmlformats.org/officeDocument/2006/relationships/notesMaster" Target="/ppt/notesMasters/notesMaster1.xml" Id="R2260ae7d6f3f444b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3eb977b70bc44771" /><Relationship Type="http://schemas.openxmlformats.org/officeDocument/2006/relationships/notesMaster" Target="/ppt/notesMasters/notesMaster1.xml" Id="R4d4202ddbd014021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38d5aae568884fd1" /><Relationship Type="http://schemas.openxmlformats.org/officeDocument/2006/relationships/notesMaster" Target="/ppt/notesMasters/notesMaster1.xml" Id="R6c46cd8b2caa4319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67d1bddd147048f7" /><Relationship Type="http://schemas.openxmlformats.org/officeDocument/2006/relationships/notesMaster" Target="/ppt/notesMasters/notesMaster1.xml" Id="R0011875fe85f47e6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260388ad5a374f8b" /><Relationship Type="http://schemas.openxmlformats.org/officeDocument/2006/relationships/notesMaster" Target="/ppt/notesMasters/notesMaster1.xml" Id="Rcdb4fae888d94cb4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4f894e4357224449" /><Relationship Type="http://schemas.openxmlformats.org/officeDocument/2006/relationships/notesMaster" Target="/ppt/notesMasters/notesMaster1.xml" Id="R7875852d5cac42aa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b7e147c477574184" /><Relationship Type="http://schemas.openxmlformats.org/officeDocument/2006/relationships/notesMaster" Target="/ppt/notesMasters/notesMaster1.xml" Id="R57966bd6083b460c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5048d9f8db3b4303" /><Relationship Type="http://schemas.openxmlformats.org/officeDocument/2006/relationships/notesMaster" Target="/ppt/notesMasters/notesMaster1.xml" Id="R0e427112380b41c3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95480e57ae944f5e" /><Relationship Type="http://schemas.openxmlformats.org/officeDocument/2006/relationships/notesMaster" Target="/ppt/notesMasters/notesMaster1.xml" Id="R3aa5838a9bac4707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3ba72fd6b5d340bd" /><Relationship Type="http://schemas.openxmlformats.org/officeDocument/2006/relationships/notesMaster" Target="/ppt/notesMasters/notesMaster1.xml" Id="Ra7b401a2395c40a2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60531045a7784b7e" /><Relationship Type="http://schemas.openxmlformats.org/officeDocument/2006/relationships/notesMaster" Target="/ppt/notesMasters/notesMaster1.xml" Id="R172b5c4c680244e9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51219b5c378a498b" /><Relationship Type="http://schemas.openxmlformats.org/officeDocument/2006/relationships/notesMaster" Target="/ppt/notesMasters/notesMaster1.xml" Id="R8534807fa4454db0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6acc79bb6c8840ab" /><Relationship Type="http://schemas.openxmlformats.org/officeDocument/2006/relationships/notesMaster" Target="/ppt/notesMasters/notesMaster1.xml" Id="Rc8b9de2a25144a95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5eabab904bc44757" /><Relationship Type="http://schemas.openxmlformats.org/officeDocument/2006/relationships/notesMaster" Target="/ppt/notesMasters/notesMaster1.xml" Id="R6ee3ffe6095c4518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32d5f67e80684df5" /><Relationship Type="http://schemas.openxmlformats.org/officeDocument/2006/relationships/notesMaster" Target="/ppt/notesMasters/notesMaster1.xml" Id="R7e4b3e2064e24d2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ea8df404dde64dae" /><Relationship Type="http://schemas.openxmlformats.org/officeDocument/2006/relationships/notesMaster" Target="/ppt/notesMasters/notesMaster1.xml" Id="R4bf40db9bfb94452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4c6fd767eb894450" /><Relationship Type="http://schemas.openxmlformats.org/officeDocument/2006/relationships/notesMaster" Target="/ppt/notesMasters/notesMaster1.xml" Id="R050c20555dac4ae1" /></Relationships>
</file>

<file path=ppt/notesSlides/_rels/notesSlide20.xml.rels>&#65279;<?xml version="1.0" encoding="utf-8"?><Relationships xmlns="http://schemas.openxmlformats.org/package/2006/relationships"><Relationship Type="http://schemas.openxmlformats.org/officeDocument/2006/relationships/slide" Target="/ppt/slides/slide20.xml" Id="R6bb972a99e574f8a" /><Relationship Type="http://schemas.openxmlformats.org/officeDocument/2006/relationships/notesMaster" Target="/ppt/notesMasters/notesMaster1.xml" Id="Rafacb34dac904cc0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01b8e0c8455647a2" /></Relationships>
</file>

<file path=ppt/slideLayouts/_rels/slideLayout2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44e7934eadc42ae" /></Relationships>
</file>

<file path=ppt/slideLayouts/_rels/slideLayout3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9a9503817a474c" /></Relationships>
</file>

<file path=ppt/slideLayouts/_rels/slideLayout4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32fb56b8ee954ba3" /></Relationships>
</file>

<file path=ppt/slideLayouts/_rels/slideLayout5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fcb2ebc47bdd4474" /></Relationships>
</file>

<file path=ppt/slideLayouts/_rels/slideLayout6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5e746ade87fe4a31" /></Relationships>
</file>

<file path=ppt/slideLayouts/_rels/slideLayout7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4245e66f564e4db6" /></Relationships>
</file>

<file path=ppt/slideLayouts/_rels/slideLayout8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83b8344d0bf465a" /></Relationships>
</file>

<file path=ppt/slideLayouts/_rels/slideLayout9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95dd80af5ac64d9f" /></Relationships>
</file>

<file path=ppt/slideLayouts/_rels/slideLayout10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b715cb7a2d9b4a4c" /></Relationships>
</file>

<file path=ppt/slideLayouts/_rels/slideLayout1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6ac3185d95ec45c3" /></Relationships>
</file>

<file path=ppt/slideLayouts/slideLayout1.xml><?xml version="1.0" encoding="utf-8"?>
<p:sldLayout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1572677-C035-4CAE-BCE6-05BEC692841C}"/>
              </a:ext>
            </a:extLst>
          </p:cNvPr>
          <p:cNvSpPr>
            <a:spLocks xmlns:a="http://schemas.openxmlformats.org/drawingml/2006/main" noGrp="1"/>
          </p:cNvSpPr>
          <p:nvPr>
            <p:ph type="ctrTitle" idx="0"/>
          </p:nvPr>
        </p:nvSpPr>
        <p:spPr>
          <a:xfrm xmlns:a="http://schemas.openxmlformats.org/drawingml/2006/main">
            <a:off x="685800" y="2130425"/>
            <a:ext cx="7772400" cy="1470025"/>
          </a:xfr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Subtitle 2">
            <a:extLst xmlns:a="http://schemas.openxmlformats.org/drawingml/2006/main">
              <a:ext uri="{FF2B5EF4-FFF2-40B4-BE49-F238E27FC236}">
                <a16:creationId xmlns:a16="http://schemas.microsoft.com/office/drawing/2014/main" id="{FFEF4AA4-0737-4A3B-B9ED-8F552F0399F1}"/>
              </a:ext>
            </a:extLst>
          </p:cNvPr>
          <p:cNvSpPr>
            <a:spLocks xmlns:a="http://schemas.openxmlformats.org/drawingml/2006/main" noGrp="1"/>
          </p:cNvSpPr>
          <p:nvPr>
            <p:ph type="subTitle" idx="1"/>
          </p:nvPr>
        </p:nvSpPr>
        <p:spPr>
          <a:xfrm xmlns:a="http://schemas.openxmlformats.org/drawingml/2006/main">
            <a:off x="1371600" y="3886200"/>
            <a:ext cx="6400800" cy="1752600"/>
          </a:xfrm>
        </p:spPr>
        <p:txBody>
          <a:bodyPr xmlns:a="http://schemas.openxmlformats.org/drawingml/2006/main"/>
          <a:lstStyle xmlns:a="http://schemas.openxmlformats.org/drawingml/2006/main"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r>
              <a:t>Click to edit Master subtitle style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99B63479-5FF1-48D0-AA46-AD275705B67F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D30F68F-847A-452B-B9C6-842D494BDD51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06B6E841-4093-474A-ACB0-00024105877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2.xml><?xml version="1.0" encoding="utf-8"?>
<p:sldLayout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F440B092-86DD-4B58-82EB-F9DB0943B35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1F310BE2-A936-4016-BCED-65D59931F118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20D5F6FC-C168-4831-9622-F2005E5A1B44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BA09C8A0-9454-42FB-A467-45DFA0E37D54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D02DF1C-7845-49DA-8EE5-1E0709A1500A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3.xml><?xml version="1.0" encoding="utf-8"?>
<p:sldLayout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0E49759-98EC-4EBA-9D28-FA6128D8D93D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722313" y="4406900"/>
            <a:ext cx="7772400" cy="1362075"/>
          </a:xfrm>
        </p:spPr>
        <p:txBody>
          <a:bodyPr xmlns:a="http://schemas.openxmlformats.org/drawingml/2006/main" anchor="t"/>
          <a:lstStyle xmlns:a="http://schemas.openxmlformats.org/drawingml/2006/main">
            <a:lvl1pPr algn="l">
              <a:buNone/>
              <a:defRPr sz="4000" b="1" cap="all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43464175-ECFA-4E8D-B031-1D1BCB18F4B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722313" y="2906713"/>
            <a:ext cx="7772400" cy="1500187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711F00B-33A1-4CF1-8295-20CC5D29E0D7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DBD4EBB9-28FE-4968-AE72-4A304E71F7E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F68E472F-2947-48E1-B6BC-9D16C356A59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4.xml><?xml version="1.0" encoding="utf-8"?>
<p:sldLayout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B4B3748C-3D23-450E-8890-78226C66C6C7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4B6ADCAA-ECA3-4791-9B5B-2D60BC447597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457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618706C7-35E1-4F6D-84E0-FAEA018A89CC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648200" y="1600200"/>
            <a:ext cx="4038600" cy="452596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800"/>
            </a:lvl1pPr>
            <a:lvl2pPr>
              <a:buNone/>
              <a:defRPr sz="2400"/>
            </a:lvl2pPr>
            <a:lvl3pPr>
              <a:buNone/>
              <a:defRPr sz="2000"/>
            </a:lvl3pPr>
            <a:lvl4pPr>
              <a:buNone/>
              <a:defRPr sz="1800"/>
            </a:lvl4pPr>
            <a:lvl5pPr>
              <a:buNone/>
              <a:defRPr sz="1800"/>
            </a:lvl5pPr>
            <a:lvl6pPr>
              <a:buNone/>
              <a:defRPr sz="1800"/>
            </a:lvl6pPr>
            <a:lvl7pPr>
              <a:buNone/>
              <a:defRPr sz="1800"/>
            </a:lvl7pPr>
            <a:lvl8pPr>
              <a:buNone/>
              <a:defRPr sz="1800"/>
            </a:lvl8pPr>
            <a:lvl9pPr>
              <a:buNone/>
              <a:defRPr sz="18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BE985691-82DC-42F2-9CD4-F548231D69BC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9D4E74DB-6930-408E-96C9-4E7F5B96B457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2064AECF-17A3-4777-BD94-5DBEF359D500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5.xml><?xml version="1.0" encoding="utf-8"?>
<p:sldLayout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9EE8EFD5-196C-4004-8672-CDDE20FB77C5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>
            <a:lvl1pPr>
              <a:buNone/>
              <a:defRPr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F0DE6C90-7CEE-48CC-B2EB-7C60CA2F9671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535113"/>
            <a:ext cx="4040188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4" name="Content Placeholder 3">
            <a:extLst xmlns:a="http://schemas.openxmlformats.org/drawingml/2006/main">
              <a:ext uri="{FF2B5EF4-FFF2-40B4-BE49-F238E27FC236}">
                <a16:creationId xmlns:a16="http://schemas.microsoft.com/office/drawing/2014/main" id="{0A4B5FA0-1158-4211-BBF1-60AF85CB5307}"/>
              </a:ext>
            </a:extLst>
          </p:cNvPr>
          <p:cNvSpPr>
            <a:spLocks xmlns:a="http://schemas.openxmlformats.org/drawingml/2006/main" noGrp="1"/>
          </p:cNvSpPr>
          <p:nvPr>
            <p:ph idx="2"/>
          </p:nvPr>
        </p:nvSpPr>
        <p:spPr>
          <a:xfrm xmlns:a="http://schemas.openxmlformats.org/drawingml/2006/main">
            <a:off x="457200" y="2174875"/>
            <a:ext cx="4040188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5" name="Text Placeholder 4">
            <a:extLst xmlns:a="http://schemas.openxmlformats.org/drawingml/2006/main">
              <a:ext uri="{FF2B5EF4-FFF2-40B4-BE49-F238E27FC236}">
                <a16:creationId xmlns:a16="http://schemas.microsoft.com/office/drawing/2014/main" id="{74B951F9-66A8-4673-A40B-5E3E71F5D0D8}"/>
              </a:ext>
            </a:extLst>
          </p:cNvPr>
          <p:cNvSpPr>
            <a:spLocks xmlns:a="http://schemas.openxmlformats.org/drawingml/2006/main" noGrp="1"/>
          </p:cNvSpPr>
          <p:nvPr>
            <p:ph type="body" idx="3"/>
          </p:nvPr>
        </p:nvSpPr>
        <p:spPr>
          <a:xfrm xmlns:a="http://schemas.openxmlformats.org/drawingml/2006/main">
            <a:off x="4645025" y="1535113"/>
            <a:ext cx="4041775" cy="639762"/>
          </a:xfrm>
        </p:spPr>
        <p:txBody>
          <a:bodyPr xmlns:a="http://schemas.openxmlformats.org/drawingml/2006/main" anchor="b"/>
          <a:lstStyle xmlns:a="http://schemas.openxmlformats.org/drawingml/2006/main"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6" name="Content Placeholder 5">
            <a:extLst xmlns:a="http://schemas.openxmlformats.org/drawingml/2006/main">
              <a:ext uri="{FF2B5EF4-FFF2-40B4-BE49-F238E27FC236}">
                <a16:creationId xmlns:a16="http://schemas.microsoft.com/office/drawing/2014/main" id="{88D58514-8EC7-4041-BC7D-0AD1DB69D677}"/>
              </a:ext>
            </a:extLst>
          </p:cNvPr>
          <p:cNvSpPr>
            <a:spLocks xmlns:a="http://schemas.openxmlformats.org/drawingml/2006/main" noGrp="1"/>
          </p:cNvSpPr>
          <p:nvPr>
            <p:ph idx="4"/>
          </p:nvPr>
        </p:nvSpPr>
        <p:spPr>
          <a:xfrm xmlns:a="http://schemas.openxmlformats.org/drawingml/2006/main">
            <a:off x="4645025" y="2174875"/>
            <a:ext cx="4041775" cy="3951288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2400"/>
            </a:lvl1pPr>
            <a:lvl2pPr>
              <a:buNone/>
              <a:defRPr sz="2000"/>
            </a:lvl2pPr>
            <a:lvl3pPr>
              <a:buNone/>
              <a:defRPr sz="1800"/>
            </a:lvl3pPr>
            <a:lvl4pPr>
              <a:buNone/>
              <a:defRPr sz="1600"/>
            </a:lvl4pPr>
            <a:lvl5pPr>
              <a:buNone/>
              <a:defRPr sz="1600"/>
            </a:lvl5pPr>
            <a:lvl6pPr>
              <a:buNone/>
              <a:defRPr sz="1600"/>
            </a:lvl6pPr>
            <a:lvl7pPr>
              <a:buNone/>
              <a:defRPr sz="1600"/>
            </a:lvl7pPr>
            <a:lvl8pPr>
              <a:buNone/>
              <a:defRPr sz="1600"/>
            </a:lvl8pPr>
            <a:lvl9pPr>
              <a:buNone/>
              <a:defRPr sz="16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7" name="Date Placeholder 6">
            <a:extLst xmlns:a="http://schemas.openxmlformats.org/drawingml/2006/main">
              <a:ext uri="{FF2B5EF4-FFF2-40B4-BE49-F238E27FC236}">
                <a16:creationId xmlns:a16="http://schemas.microsoft.com/office/drawing/2014/main" id="{C2D07FD4-7D2D-433D-B3E3-8964FDA8998B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8" name="Footer Placeholder 7">
            <a:extLst xmlns:a="http://schemas.openxmlformats.org/drawingml/2006/main">
              <a:ext uri="{FF2B5EF4-FFF2-40B4-BE49-F238E27FC236}">
                <a16:creationId xmlns:a16="http://schemas.microsoft.com/office/drawing/2014/main" id="{7A1F6C7F-84CE-4F23-BC33-1C87F455C085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9" name="Slide Number Placeholder 8">
            <a:extLst xmlns:a="http://schemas.openxmlformats.org/drawingml/2006/main">
              <a:ext uri="{FF2B5EF4-FFF2-40B4-BE49-F238E27FC236}">
                <a16:creationId xmlns:a16="http://schemas.microsoft.com/office/drawing/2014/main" id="{4CDA99C0-7BEA-42B7-975A-4A4B76B071DD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6.xml><?xml version="1.0" encoding="utf-8"?>
<p:sldLayout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B98FD4C-A81D-4EC3-8281-52C982DF6DE6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Date Placeholder 2">
            <a:extLst xmlns:a="http://schemas.openxmlformats.org/drawingml/2006/main">
              <a:ext uri="{FF2B5EF4-FFF2-40B4-BE49-F238E27FC236}">
                <a16:creationId xmlns:a16="http://schemas.microsoft.com/office/drawing/2014/main" id="{A5CBC1C2-2D8F-4DD3-A8C7-A11FD365DC89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4" name="Footer Placeholder 3">
            <a:extLst xmlns:a="http://schemas.openxmlformats.org/drawingml/2006/main">
              <a:ext uri="{FF2B5EF4-FFF2-40B4-BE49-F238E27FC236}">
                <a16:creationId xmlns:a16="http://schemas.microsoft.com/office/drawing/2014/main" id="{F13533BC-E170-47F0-88F4-1CE03D69104A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5" name="Slide Number Placeholder 4">
            <a:extLst xmlns:a="http://schemas.openxmlformats.org/drawingml/2006/main">
              <a:ext uri="{FF2B5EF4-FFF2-40B4-BE49-F238E27FC236}">
                <a16:creationId xmlns:a16="http://schemas.microsoft.com/office/drawing/2014/main" id="{9C04F9A3-5CE3-4943-BB5F-C214C9B3D74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7.xml><?xml version="1.0" encoding="utf-8"?>
<p:sldLayout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Date Placeholder 1">
            <a:extLst xmlns:a="http://schemas.openxmlformats.org/drawingml/2006/main">
              <a:ext uri="{FF2B5EF4-FFF2-40B4-BE49-F238E27FC236}">
                <a16:creationId xmlns:a16="http://schemas.microsoft.com/office/drawing/2014/main" id="{89AA55B0-F069-48BF-8647-993835B8BC6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3" name="Footer Placeholder 2">
            <a:extLst xmlns:a="http://schemas.openxmlformats.org/drawingml/2006/main">
              <a:ext uri="{FF2B5EF4-FFF2-40B4-BE49-F238E27FC236}">
                <a16:creationId xmlns:a16="http://schemas.microsoft.com/office/drawing/2014/main" id="{8983DDC2-D8BB-4D43-8481-DCBCADC1821F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4" name="Slide Number Placeholder 3">
            <a:extLst xmlns:a="http://schemas.openxmlformats.org/drawingml/2006/main">
              <a:ext uri="{FF2B5EF4-FFF2-40B4-BE49-F238E27FC236}">
                <a16:creationId xmlns:a16="http://schemas.microsoft.com/office/drawing/2014/main" id="{44AE18AF-45AE-4C2A-9A8E-95FFD0CEAB14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8.xml><?xml version="1.0" encoding="utf-8"?>
<p:sldLayout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D1D4AAB0-A3FD-4942-959C-260F0EC61AC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3050"/>
            <a:ext cx="3008313" cy="1162050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Content Placeholder 2">
            <a:extLst xmlns:a="http://schemas.openxmlformats.org/drawingml/2006/main">
              <a:ext uri="{FF2B5EF4-FFF2-40B4-BE49-F238E27FC236}">
                <a16:creationId xmlns:a16="http://schemas.microsoft.com/office/drawing/2014/main" id="{CE93A4AB-4A1A-40FE-8353-F94E002500F2}"/>
              </a:ext>
            </a:extLst>
          </p:cNvPr>
          <p:cNvSpPr>
            <a:spLocks xmlns:a="http://schemas.openxmlformats.org/drawingml/2006/main" noGrp="1"/>
          </p:cNvSpPr>
          <p:nvPr>
            <p:ph idx="1"/>
          </p:nvPr>
        </p:nvSpPr>
        <p:spPr>
          <a:xfrm xmlns:a="http://schemas.openxmlformats.org/drawingml/2006/main">
            <a:off x="3575050" y="273050"/>
            <a:ext cx="5111750" cy="5853113"/>
          </a:xfrm>
        </p:spPr>
        <p:txBody>
          <a:bodyPr xmlns:a="http://schemas.openxmlformats.org/drawingml/2006/main"/>
          <a:lstStyle xmlns:a="http://schemas.openxmlformats.org/drawingml/2006/main"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E139CDD4-DC7A-4FC1-9C64-B102D6CA86AD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457200" y="1435100"/>
            <a:ext cx="3008313" cy="4691063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02713030-B818-4346-8C62-3F1F51515FB8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FA7206FA-C872-4592-A122-BE5420CE1C6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0213FD85-0CEC-4161-9D94-3F44C355D7A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9.xml><?xml version="1.0" encoding="utf-8"?>
<p:sldLayout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EB649222-4E54-41AF-9CD9-9862C5528881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1792288" y="4800600"/>
            <a:ext cx="5486400" cy="566738"/>
          </a:xfrm>
        </p:spPr>
        <p:txBody>
          <a:bodyPr xmlns:a="http://schemas.openxmlformats.org/drawingml/2006/main" anchor="b"/>
          <a:lstStyle xmlns:a="http://schemas.openxmlformats.org/drawingml/2006/main">
            <a:lvl1pPr algn="l">
              <a:buNone/>
              <a:defRPr sz="2000" b="1"/>
            </a:lvl1pPr>
          </a:lstStyle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Picture Placeholder 2">
            <a:extLst xmlns:a="http://schemas.openxmlformats.org/drawingml/2006/main">
              <a:ext uri="{FF2B5EF4-FFF2-40B4-BE49-F238E27FC236}">
                <a16:creationId xmlns:a16="http://schemas.microsoft.com/office/drawing/2014/main" id="{3508D99C-9B6A-4712-80A1-AE49DA15B3DE}"/>
              </a:ext>
            </a:extLst>
          </p:cNvPr>
          <p:cNvSpPr>
            <a:spLocks xmlns:a="http://schemas.openxmlformats.org/drawingml/2006/main" noGrp="1"/>
          </p:cNvSpPr>
          <p:nvPr>
            <p:ph type="pic" idx="1"/>
          </p:nvPr>
        </p:nvSpPr>
        <p:spPr>
          <a:xfrm xmlns:a="http://schemas.openxmlformats.org/drawingml/2006/main">
            <a:off x="1792288" y="612775"/>
            <a:ext cx="5486400" cy="4114800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 xmlns:a="http://schemas.openxmlformats.org/drawingml/2006/main">
            <a:endParaRPr/>
          </a:p>
        </p:txBody>
      </p:sp>
      <p:sp>
        <p:nvSpPr>
          <p:cNvPr id="4" name="Text Placeholder 3">
            <a:extLst xmlns:a="http://schemas.openxmlformats.org/drawingml/2006/main">
              <a:ext uri="{FF2B5EF4-FFF2-40B4-BE49-F238E27FC236}">
                <a16:creationId xmlns:a16="http://schemas.microsoft.com/office/drawing/2014/main" id="{15CD0793-AFC3-428A-A8FF-774FACECDBB3}"/>
              </a:ext>
            </a:extLst>
          </p:cNvPr>
          <p:cNvSpPr>
            <a:spLocks xmlns:a="http://schemas.openxmlformats.org/drawingml/2006/main" noGrp="1"/>
          </p:cNvSpPr>
          <p:nvPr>
            <p:ph type="body" idx="2"/>
          </p:nvPr>
        </p:nvSpPr>
        <p:spPr>
          <a:xfrm xmlns:a="http://schemas.openxmlformats.org/drawingml/2006/main">
            <a:off x="1792288" y="5367338"/>
            <a:ext cx="5486400" cy="804862"/>
          </a:xfrm>
        </p:spPr>
        <p:txBody>
          <a:bodyPr xmlns:a="http://schemas.openxmlformats.org/drawingml/2006/main"/>
          <a:lstStyle xmlns:a="http://schemas.openxmlformats.org/drawingml/2006/main"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 xmlns:a="http://schemas.openxmlformats.org/drawingml/2006/main">
            <a:pPr lvl="0">
              <a:buNone/>
            </a:pPr>
            <a:r>
              <a:t>Click to edit Master text styles</a:t>
            </a:r>
          </a:p>
        </p:txBody>
      </p:sp>
      <p:sp>
        <p:nvSpPr>
          <p:cNvPr id="5" name="Date Placeholder 4">
            <a:extLst xmlns:a="http://schemas.openxmlformats.org/drawingml/2006/main">
              <a:ext uri="{FF2B5EF4-FFF2-40B4-BE49-F238E27FC236}">
                <a16:creationId xmlns:a16="http://schemas.microsoft.com/office/drawing/2014/main" id="{7E4C21C8-E71F-4B72-ACC2-18B48D83CC82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6" name="Footer Placeholder 5">
            <a:extLst xmlns:a="http://schemas.openxmlformats.org/drawingml/2006/main">
              <a:ext uri="{FF2B5EF4-FFF2-40B4-BE49-F238E27FC236}">
                <a16:creationId xmlns:a16="http://schemas.microsoft.com/office/drawing/2014/main" id="{C41C55E4-BC79-4D91-9714-2DD57799AAFD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7" name="Slide Number Placeholder 6">
            <a:extLst xmlns:a="http://schemas.openxmlformats.org/drawingml/2006/main">
              <a:ext uri="{FF2B5EF4-FFF2-40B4-BE49-F238E27FC236}">
                <a16:creationId xmlns:a16="http://schemas.microsoft.com/office/drawing/2014/main" id="{A2CEE5B3-68A1-438F-A1DC-4439D4ACD092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0.xml><?xml version="1.0" encoding="utf-8"?>
<p:sldLayout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1">
            <a:extLst xmlns:a="http://schemas.openxmlformats.org/drawingml/2006/main">
              <a:ext uri="{FF2B5EF4-FFF2-40B4-BE49-F238E27FC236}">
                <a16:creationId xmlns:a16="http://schemas.microsoft.com/office/drawing/2014/main" id="{7C088E65-8B72-4122-8C89-B422197264D8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24839409-5569-4DC8-8818-62B6FE93AB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B9581C0C-31F3-4846-8483-10293ED1BCD0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2A11D516-5051-4648-963A-BB728DAD9F1E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E4914DF4-ECA6-4D7B-A52D-503BC310AFDB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Layouts/slideLayout11.xml><?xml version="1.0" encoding="utf-8"?>
<p:sldLayout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Vertical Title 1">
            <a:extLst xmlns:a="http://schemas.openxmlformats.org/drawingml/2006/main">
              <a:ext uri="{FF2B5EF4-FFF2-40B4-BE49-F238E27FC236}">
                <a16:creationId xmlns:a16="http://schemas.microsoft.com/office/drawing/2014/main" id="{923E32C4-1153-470A-8936-AAEB26A3DA70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6629400" y="274638"/>
            <a:ext cx="20574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Vertical Text Placeholder 2">
            <a:extLst xmlns:a="http://schemas.openxmlformats.org/drawingml/2006/main">
              <a:ext uri="{FF2B5EF4-FFF2-40B4-BE49-F238E27FC236}">
                <a16:creationId xmlns:a16="http://schemas.microsoft.com/office/drawing/2014/main" id="{D05780C3-3BA5-45EE-81BD-D82A840552D0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274638"/>
            <a:ext cx="6019800" cy="5851525"/>
          </a:xfrm>
        </p:spPr>
        <p:txBody>
          <a:bodyPr xmlns:a="http://schemas.openxmlformats.org/drawingml/2006/main" vert="eaVert"/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F1CC6E19-D446-4965-9A94-F1A028726FCE}"/>
              </a:ext>
            </a:extLst>
          </p:cNvPr>
          <p:cNvSpPr>
            <a:spLocks xmlns:a="http://schemas.openxmlformats.org/drawingml/2006/main" noGrp="1"/>
          </p:cNvSpPr>
          <p:nvPr>
            <p:ph type="dt" idx="10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35AC6035-7940-4737-AD61-18A2DDF7F866}"/>
              </a:ext>
            </a:extLst>
          </p:cNvPr>
          <p:cNvSpPr>
            <a:spLocks xmlns:a="http://schemas.openxmlformats.org/drawingml/2006/main" noGrp="1"/>
          </p:cNvSpPr>
          <p:nvPr>
            <p:ph type="ftr" idx="1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299755CA-9BE2-412D-A79E-53560F0FCA7E}"/>
              </a:ext>
            </a:extLst>
          </p:cNvPr>
          <p:cNvSpPr>
            <a:spLocks xmlns:a="http://schemas.openxmlformats.org/drawingml/2006/main" noGrp="1"/>
          </p:cNvSpPr>
          <p:nvPr>
            <p:ph type="sldNum" idx="12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fab5dfcc99d04216" /><Relationship Type="http://schemas.openxmlformats.org/officeDocument/2006/relationships/slideLayout" Target="/ppt/slideLayouts/slideLayout1.xml" Id="R5882b2bc4c8d4799" /><Relationship Type="http://schemas.openxmlformats.org/officeDocument/2006/relationships/slideLayout" Target="/ppt/slideLayouts/slideLayout2.xml" Id="R729683ec78934852" /><Relationship Type="http://schemas.openxmlformats.org/officeDocument/2006/relationships/slideLayout" Target="/ppt/slideLayouts/slideLayout3.xml" Id="R1b832a388f7a40d4" /><Relationship Type="http://schemas.openxmlformats.org/officeDocument/2006/relationships/slideLayout" Target="/ppt/slideLayouts/slideLayout4.xml" Id="Ra091e3b4fa24482c" /><Relationship Type="http://schemas.openxmlformats.org/officeDocument/2006/relationships/slideLayout" Target="/ppt/slideLayouts/slideLayout5.xml" Id="R870f2b16b0044062" /><Relationship Type="http://schemas.openxmlformats.org/officeDocument/2006/relationships/slideLayout" Target="/ppt/slideLayouts/slideLayout6.xml" Id="R87baf5510f214ad2" /><Relationship Type="http://schemas.openxmlformats.org/officeDocument/2006/relationships/slideLayout" Target="/ppt/slideLayouts/slideLayout7.xml" Id="Rdf5155ad44bf47f6" /><Relationship Type="http://schemas.openxmlformats.org/officeDocument/2006/relationships/slideLayout" Target="/ppt/slideLayouts/slideLayout8.xml" Id="R9d12880ce3954ba2" /><Relationship Type="http://schemas.openxmlformats.org/officeDocument/2006/relationships/slideLayout" Target="/ppt/slideLayouts/slideLayout9.xml" Id="R07208f6988e34740" /><Relationship Type="http://schemas.openxmlformats.org/officeDocument/2006/relationships/slideLayout" Target="/ppt/slideLayouts/slideLayout10.xml" Id="R62da69551eb140ce" /><Relationship Type="http://schemas.openxmlformats.org/officeDocument/2006/relationships/slideLayout" Target="/ppt/slideLayouts/slideLayout11.xml" Id="Refde3e61afac47b1" /></Relationships>
</file>

<file path=ppt/slideMasters/slideMaster1.xml><?xml version="1.0" encoding="utf-8"?>
<p:sld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itle Placeholder 1">
            <a:extLst xmlns:a="http://schemas.openxmlformats.org/drawingml/2006/main">
              <a:ext uri="{FF2B5EF4-FFF2-40B4-BE49-F238E27FC236}">
                <a16:creationId xmlns:a16="http://schemas.microsoft.com/office/drawing/2014/main" id="{8B25E6FA-F10D-4180-A707-1E332B874003}"/>
              </a:ext>
            </a:extLst>
          </p:cNvPr>
          <p:cNvSpPr>
            <a:spLocks xmlns:a="http://schemas.openxmlformats.org/drawingml/2006/main" noGrp="1"/>
          </p:cNvSpPr>
          <p:nvPr>
            <p:ph type="title" idx="0"/>
          </p:nvPr>
        </p:nvSpPr>
        <p:spPr>
          <a:xfrm xmlns:a="http://schemas.openxmlformats.org/drawingml/2006/main">
            <a:off x="457200" y="274638"/>
            <a:ext cx="8229600" cy="1143000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>
            <a:normAutofit/>
          </a:bodyPr>
          <a:lstStyle xmlns:a="http://schemas.openxmlformats.org/drawingml/2006/main"/>
          <a:p xmlns:a="http://schemas.openxmlformats.org/drawingml/2006/main">
            <a:r>
              <a:t>Click to edit Master title style</a:t>
            </a:r>
          </a:p>
        </p:txBody>
      </p:sp>
      <p:sp>
        <p:nvSpPr>
          <p:cNvPr id="3" name="Text Placeholder 2">
            <a:extLst xmlns:a="http://schemas.openxmlformats.org/drawingml/2006/main">
              <a:ext uri="{FF2B5EF4-FFF2-40B4-BE49-F238E27FC236}">
                <a16:creationId xmlns:a16="http://schemas.microsoft.com/office/drawing/2014/main" id="{8C80AAC9-0BEE-43A1-9CC6-65E5BCA72DB7}"/>
              </a:ext>
            </a:extLst>
          </p:cNvPr>
          <p:cNvSpPr>
            <a:spLocks xmlns:a="http://schemas.openxmlformats.org/drawingml/2006/main" noGrp="1"/>
          </p:cNvSpPr>
          <p:nvPr>
            <p:ph type="body" idx="1"/>
          </p:nvPr>
        </p:nvSpPr>
        <p:spPr>
          <a:xfrm xmlns:a="http://schemas.openxmlformats.org/drawingml/2006/main">
            <a:off x="457200" y="1600200"/>
            <a:ext cx="8229600" cy="4525963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>
            <a:normAutofit/>
          </a:bodyPr>
          <a:lstStyle xmlns:a="http://schemas.openxmlformats.org/drawingml/2006/main"/>
          <a:p xmlns:a="http://schemas.openxmlformats.org/drawingml/2006/main">
            <a:pPr lvl="0">
              <a:buNone/>
            </a:pPr>
            <a:r>
              <a:t>Click to edit Master text styles</a:t>
            </a:r>
          </a:p>
          <a:p xmlns:a="http://schemas.openxmlformats.org/drawingml/2006/main">
            <a:pPr lvl="1">
              <a:buNone/>
            </a:pPr>
            <a:r>
              <a:t>Second level</a:t>
            </a:r>
          </a:p>
          <a:p xmlns:a="http://schemas.openxmlformats.org/drawingml/2006/main">
            <a:pPr lvl="2">
              <a:buNone/>
            </a:pPr>
            <a:r>
              <a:t>Third level</a:t>
            </a:r>
          </a:p>
          <a:p xmlns:a="http://schemas.openxmlformats.org/drawingml/2006/main">
            <a:pPr lvl="3">
              <a:buNone/>
            </a:pPr>
            <a:r>
              <a:t>Fourth level</a:t>
            </a:r>
          </a:p>
          <a:p xmlns:a="http://schemas.openxmlformats.org/drawingml/2006/main">
            <a:pPr lvl="4">
              <a:buNone/>
            </a:pPr>
            <a:r>
              <a:t>Fifth level</a:t>
            </a:r>
          </a:p>
        </p:txBody>
      </p:sp>
      <p:sp>
        <p:nvSpPr>
          <p:cNvPr id="4" name="Date Placeholder 3">
            <a:extLst xmlns:a="http://schemas.openxmlformats.org/drawingml/2006/main">
              <a:ext uri="{FF2B5EF4-FFF2-40B4-BE49-F238E27FC236}">
                <a16:creationId xmlns:a16="http://schemas.microsoft.com/office/drawing/2014/main" id="{E89EEF19-40E9-4C23-A5F0-A11394C302A8}"/>
              </a:ext>
            </a:extLst>
          </p:cNvPr>
          <p:cNvSpPr>
            <a:spLocks xmlns:a="http://schemas.openxmlformats.org/drawingml/2006/main" noGrp="1"/>
          </p:cNvSpPr>
          <p:nvPr>
            <p:ph type="dt" idx="2"/>
          </p:nvPr>
        </p:nvSpPr>
        <p:spPr>
          <a:xfrm xmlns:a="http://schemas.openxmlformats.org/drawingml/2006/main">
            <a:off x="457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l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5BCAD085-E8A6-8845-BD4E-CB4CCA059FC4}" type="datetimeFigureOut">
              <a:t>9/28/26</a:t>
            </a:fld>
            <a:endParaRPr/>
          </a:p>
        </p:txBody>
      </p:sp>
      <p:sp>
        <p:nvSpPr>
          <p:cNvPr id="5" name="Footer Placeholder 4">
            <a:extLst xmlns:a="http://schemas.openxmlformats.org/drawingml/2006/main">
              <a:ext uri="{FF2B5EF4-FFF2-40B4-BE49-F238E27FC236}">
                <a16:creationId xmlns:a16="http://schemas.microsoft.com/office/drawing/2014/main" id="{F6B121B7-6560-4CB5-AC08-7C9934D6804B}"/>
              </a:ext>
            </a:extLst>
          </p:cNvPr>
          <p:cNvSpPr>
            <a:spLocks xmlns:a="http://schemas.openxmlformats.org/drawingml/2006/main" noGrp="1"/>
          </p:cNvSpPr>
          <p:nvPr>
            <p:ph type="ftr" idx="3"/>
          </p:nvPr>
        </p:nvSpPr>
        <p:spPr>
          <a:xfrm xmlns:a="http://schemas.openxmlformats.org/drawingml/2006/main">
            <a:off x="3124200" y="6356350"/>
            <a:ext cx="2895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ct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endParaRPr/>
          </a:p>
        </p:txBody>
      </p:sp>
      <p:sp>
        <p:nvSpPr>
          <p:cNvPr id="6" name="Slide Number Placeholder 5">
            <a:extLst xmlns:a="http://schemas.openxmlformats.org/drawingml/2006/main">
              <a:ext uri="{FF2B5EF4-FFF2-40B4-BE49-F238E27FC236}">
                <a16:creationId xmlns:a16="http://schemas.microsoft.com/office/drawing/2014/main" id="{3C94C1EC-102B-4857-B4B1-861414E18592}"/>
              </a:ext>
            </a:extLst>
          </p:cNvPr>
          <p:cNvSpPr>
            <a:spLocks xmlns:a="http://schemas.openxmlformats.org/drawingml/2006/main" noGrp="1"/>
          </p:cNvSpPr>
          <p:nvPr>
            <p:ph type="sldNum" idx="4"/>
          </p:nvPr>
        </p:nvSpPr>
        <p:spPr>
          <a:xfrm xmlns:a="http://schemas.openxmlformats.org/drawingml/2006/main">
            <a:off x="6553200" y="6356350"/>
            <a:ext cx="2133600" cy="365125"/>
          </a:xfrm>
          <a:prstGeom xmlns:a="http://schemas.openxmlformats.org/drawingml/2006/main" prst="rect">
            <a:avLst/>
          </a:prstGeom>
        </p:spPr>
        <p:txBody>
          <a:bodyPr xmlns:a="http://schemas.openxmlformats.org/drawingml/2006/main" vert="horz" lIns="91440" tIns="45720" rIns="91440" bIns="45720" anchor="ctr"/>
          <a:lstStyle xmlns:a="http://schemas.openxmlformats.org/drawingml/2006/main">
            <a:lvl1pPr algn="r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 xmlns:a="http://schemas.openxmlformats.org/drawingml/2006/main">
            <a:fld id="{C1FF6DA9-008F-8B48-92A6-B652298478B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5882b2bc4c8d4799"/>
    <p:sldLayoutId xmlns:r="http://schemas.openxmlformats.org/officeDocument/2006/relationships" id="2147483650" r:id="R729683ec78934852"/>
    <p:sldLayoutId xmlns:r="http://schemas.openxmlformats.org/officeDocument/2006/relationships" id="2147483651" r:id="R1b832a388f7a40d4"/>
    <p:sldLayoutId xmlns:r="http://schemas.openxmlformats.org/officeDocument/2006/relationships" id="2147483652" r:id="Ra091e3b4fa24482c"/>
    <p:sldLayoutId xmlns:r="http://schemas.openxmlformats.org/officeDocument/2006/relationships" id="2147483653" r:id="R870f2b16b0044062"/>
    <p:sldLayoutId xmlns:r="http://schemas.openxmlformats.org/officeDocument/2006/relationships" id="2147483654" r:id="R87baf5510f214ad2"/>
    <p:sldLayoutId xmlns:r="http://schemas.openxmlformats.org/officeDocument/2006/relationships" id="2147483655" r:id="Rdf5155ad44bf47f6"/>
    <p:sldLayoutId xmlns:r="http://schemas.openxmlformats.org/officeDocument/2006/relationships" id="2147483656" r:id="R9d12880ce3954ba2"/>
    <p:sldLayoutId xmlns:r="http://schemas.openxmlformats.org/officeDocument/2006/relationships" id="2147483657" r:id="R07208f6988e34740"/>
    <p:sldLayoutId xmlns:r="http://schemas.openxmlformats.org/officeDocument/2006/relationships" id="2147483658" r:id="R62da69551eb140ce"/>
    <p:sldLayoutId xmlns:r="http://schemas.openxmlformats.org/officeDocument/2006/relationships" id="2147483659" r:id="Refde3e61afac47b1"/>
  </p:sldLayoutIdLst>
  <p:txStyles>
    <p:titleStyle>
      <a:lvl1pPr xmlns:a="http://schemas.openxmlformats.org/drawingml/2006/main" algn="ctr" defTabSz="457200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342900" indent="-342900" algn="l" defTabSz="457200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742950" indent="-285750" algn="l" defTabSz="457200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 defTabSz="457200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 defTabSz="457200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 defTabSz="457200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 defTabSz="457200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 defTabSz="4572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7f4ee6e1aa1455e" /><Relationship Type="http://schemas.openxmlformats.org/officeDocument/2006/relationships/notesSlide" Target="/ppt/notesSlides/notesSlide1.xml" Id="Rf8fab6ec708f4bd9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e64927e6b9d4c9f" /><Relationship Type="http://schemas.openxmlformats.org/officeDocument/2006/relationships/notesSlide" Target="/ppt/notesSlides/notesSlide2.xml" Id="R5cb65aa9041b41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e88748140404adf" /><Relationship Type="http://schemas.openxmlformats.org/officeDocument/2006/relationships/notesSlide" Target="/ppt/notesSlides/notesSlide3.xml" Id="R996482ecf2814a49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42ccbac30614a5d" /><Relationship Type="http://schemas.openxmlformats.org/officeDocument/2006/relationships/notesSlide" Target="/ppt/notesSlides/notesSlide4.xml" Id="Rb9c892e1bf4b4ae3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59b0d94fc702467e" /><Relationship Type="http://schemas.openxmlformats.org/officeDocument/2006/relationships/notesSlide" Target="/ppt/notesSlides/notesSlide5.xml" Id="R5861a9560da64fa6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d3b1e436fe404555" /><Relationship Type="http://schemas.openxmlformats.org/officeDocument/2006/relationships/notesSlide" Target="/ppt/notesSlides/notesSlide6.xml" Id="R9d5f35717d4d4fdf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1a198505750e4520" /><Relationship Type="http://schemas.openxmlformats.org/officeDocument/2006/relationships/notesSlide" Target="/ppt/notesSlides/notesSlide7.xml" Id="R5b0ac7aee0fb491e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243aec3ea72435c" /><Relationship Type="http://schemas.openxmlformats.org/officeDocument/2006/relationships/notesSlide" Target="/ppt/notesSlides/notesSlide8.xml" Id="R56d796657eeb40af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969900268f554ac4" /><Relationship Type="http://schemas.openxmlformats.org/officeDocument/2006/relationships/notesSlide" Target="/ppt/notesSlides/notesSlide9.xml" Id="Rf92d68cbd2bf4c5a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7b36922cea3d43f0" /><Relationship Type="http://schemas.openxmlformats.org/officeDocument/2006/relationships/notesSlide" Target="/ppt/notesSlides/notesSlide10.xml" Id="Rcaf7edbace6f4895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0c4a0ca12b94656" /><Relationship Type="http://schemas.openxmlformats.org/officeDocument/2006/relationships/notesSlide" Target="/ppt/notesSlides/notesSlide11.xml" Id="R88b5b5635117474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f6aa5716efa64bb6" /><Relationship Type="http://schemas.openxmlformats.org/officeDocument/2006/relationships/notesSlide" Target="/ppt/notesSlides/notesSlide12.xml" Id="R8769944118b441df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2c919de9b76048b4" /><Relationship Type="http://schemas.openxmlformats.org/officeDocument/2006/relationships/notesSlide" Target="/ppt/notesSlides/notesSlide13.xml" Id="Re3c61abbb29b42a0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a7cbb74efb343f4" /><Relationship Type="http://schemas.openxmlformats.org/officeDocument/2006/relationships/notesSlide" Target="/ppt/notesSlides/notesSlide14.xml" Id="Rf868a31540054580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3b660d6f26f54e5b" /><Relationship Type="http://schemas.openxmlformats.org/officeDocument/2006/relationships/notesSlide" Target="/ppt/notesSlides/notesSlide15.xml" Id="Rfe16e18b1b4a4aec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eab8ea73a32b4a73" /><Relationship Type="http://schemas.openxmlformats.org/officeDocument/2006/relationships/notesSlide" Target="/ppt/notesSlides/notesSlide16.xml" Id="R15f00caffd8e4173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6e95645e06324883" /><Relationship Type="http://schemas.openxmlformats.org/officeDocument/2006/relationships/notesSlide" Target="/ppt/notesSlides/notesSlide17.xml" Id="Rc29d0acf50514ee5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871060e907084252" /><Relationship Type="http://schemas.openxmlformats.org/officeDocument/2006/relationships/notesSlide" Target="/ppt/notesSlides/notesSlide18.xml" Id="R4ec1f29db05849ca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b8aafd43aa7b4b40" /><Relationship Type="http://schemas.openxmlformats.org/officeDocument/2006/relationships/notesSlide" Target="/ppt/notesSlides/notesSlide19.xml" Id="R82846399367c4069" /></Relationships>
</file>

<file path=ppt/slides/_rels/slide20.xml.rels>&#65279;<?xml version="1.0" encoding="utf-8"?><Relationships xmlns="http://schemas.openxmlformats.org/package/2006/relationships"><Relationship Type="http://schemas.openxmlformats.org/officeDocument/2006/relationships/slideLayout" Target="/ppt/slideLayouts/slideLayout7.xml" Id="R07fb19ed692947aa" /><Relationship Type="http://schemas.openxmlformats.org/officeDocument/2006/relationships/notesSlide" Target="/ppt/notesSlides/notesSlide20.xml" Id="R0b9c91b1d5a34812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F483A25F-37BD-4231-9D6E-2A9ABE2C3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90550"/>
            <a:ext cx="78105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050" b="1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05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2" name="Straight Connector 1">
            <a:extLst xmlns:a="http://schemas.openxmlformats.org/drawingml/2006/main">
              <a:ext uri="{FF2B5EF4-FFF2-40B4-BE49-F238E27FC236}">
                <a16:creationId xmlns:a16="http://schemas.microsoft.com/office/drawing/2014/main" id="{5D513671-EA34-46B6-88F6-931A777173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009650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3" name="Rounded Rectangle 2">
            <a:extLst xmlns:a="http://schemas.openxmlformats.org/drawingml/2006/main">
              <a:ext uri="{FF2B5EF4-FFF2-40B4-BE49-F238E27FC236}">
                <a16:creationId xmlns:a16="http://schemas.microsoft.com/office/drawing/2014/main" id="{676A6B50-C194-495A-9AA5-7AA431F33D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438275"/>
            <a:ext cx="647700" cy="66675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4" name="Rectangle 3">
            <a:extLst xmlns:a="http://schemas.openxmlformats.org/drawingml/2006/main">
              <a:ext uri="{FF2B5EF4-FFF2-40B4-BE49-F238E27FC236}">
                <a16:creationId xmlns:a16="http://schemas.microsoft.com/office/drawing/2014/main" id="{8C79CF6D-B7E7-4FFA-A3A6-2F572AB93E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790700"/>
            <a:ext cx="10096500" cy="1485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94000"/>
              </a:lnSpc>
              <a:buNone/>
              <a:defRPr sz="3600" b="1">
                <a:solidFill>
                  <a:srgbClr val="1A202C"/>
                </a:solidFill>
                <a:latin typeface="Aptos Display"/>
                <a:ea typeface="Aptos Display"/>
                <a:cs typeface="Aptos Display"/>
              </a:defRPr>
            </a:pPr>
            <a:r>
              <a:rPr sz="36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Начин размишљања у дистрибуираном систему</a:t>
            </a:r>
          </a:p>
        </p:txBody>
      </p:sp>
      <p:sp>
        <p:nvSpPr>
          <p:cNvPr id="5" name="Rectangle 4">
            <a:extLst xmlns:a="http://schemas.openxmlformats.org/drawingml/2006/main">
              <a:ext uri="{FF2B5EF4-FFF2-40B4-BE49-F238E27FC236}">
                <a16:creationId xmlns:a16="http://schemas.microsoft.com/office/drawing/2014/main" id="{2646C55B-EEAA-4E8F-AF83-7013FDBB49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3450" y="3562350"/>
            <a:ext cx="9334500" cy="742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4000"/>
              </a:lnSpc>
              <a:buNone/>
              <a:defRPr sz="1725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7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Власништво и неизвесност пре мрежне комуникације</a:t>
            </a:r>
          </a:p>
        </p:txBody>
      </p:sp>
      <p:sp>
        <p:nvSpPr>
          <p:cNvPr id="6" name="Straight Connector 5">
            <a:extLst xmlns:a="http://schemas.openxmlformats.org/drawingml/2006/main">
              <a:ext uri="{FF2B5EF4-FFF2-40B4-BE49-F238E27FC236}">
                <a16:creationId xmlns:a16="http://schemas.microsoft.com/office/drawing/2014/main" id="{4EDF6DDF-0136-4784-8F77-9E5F089FF7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286375"/>
            <a:ext cx="10363200" cy="9525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685F43A1-D28A-4CC8-9F27-1AA57AA5D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5581650"/>
            <a:ext cx="68580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200" b="1">
                <a:solidFill>
                  <a:srgbClr val="047857"/>
                </a:solidFill>
                <a:latin typeface="Aptos"/>
                <a:ea typeface="Aptos"/>
                <a:cs typeface="Aptos"/>
              </a:rPr>
              <a:t>Факултет техничких наука · Универзитет у Новом Саду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956A31B7-07A9-4C44-BEB9-75718812E0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5581650"/>
            <a:ext cx="31813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t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0">
                <a:solidFill>
                  <a:srgbClr val="647084"/>
                </a:solidFill>
                <a:latin typeface="Aptos"/>
                <a:ea typeface="Aptos"/>
                <a:cs typeface="Aptos"/>
              </a:defRPr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Академска 2026/27</a:t>
            </a:r>
          </a:p>
        </p:txBody>
      </p:sp>
    </p:spTree>
    <p:extLst>
      <p:ext uri="{BB962C8B-B14F-4D97-AF65-F5344CB8AC3E}">
        <p14:creationId xmlns:p14="http://schemas.microsoft.com/office/powerpoint/2010/main" val="1594996673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Тема и проблем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Разумети како време, мрежа и више процеса мењају начин на који систем доноси одлуке.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Компоненте не виде исто стање у истом тренутку. Веза може нестати, одговор закаснити, а процес се може поново појавити.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Јасно власништво над стањем и операцијом спречава сукоб више инстанци и даје смисао статусима које систем приказује.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46FEBCE0-5D39-439A-B23B-AE6C99F26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736BFDF5-828F-46EA-B247-49C91A4695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E3E5487-F032-48BD-93E3-DAC013A125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3F60E696-45AD-4CB4-A49B-62D861AE42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Четири појма теме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C26049FC-B773-499C-9635-9B59070A28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Дистрибуирани систем није обична апликација распоређена на више процеса.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55C5E2BB-9CCD-4D7D-88BA-DF5F8B95AB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B6A5EA5-55E9-4716-8445-D68402C77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1AA27501-F896-40F0-94F6-3A9763939E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Пословни ентитет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996A85B2-153F-4046-837F-CC6F8350BB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стабилан кроз време</a:t>
            </a:r>
          </a:p>
        </p:txBody>
      </p:sp>
      <p:sp>
        <p:nvSpPr>
          <p:cNvPr id="11" name="Rounded Rectangle 10">
            <a:extLst xmlns:a="http://schemas.openxmlformats.org/drawingml/2006/main">
              <a:ext uri="{FF2B5EF4-FFF2-40B4-BE49-F238E27FC236}">
                <a16:creationId xmlns:a16="http://schemas.microsoft.com/office/drawing/2014/main" id="{58893865-B2DE-4BB4-BCF3-5549D1E32B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209800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1E70AD31-7291-430C-ADFE-34318EE371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333625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98FF44D6-C37A-49A9-B3E8-20580311F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590800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Чвор или процес</a:t>
            </a:r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C1C681DC-1253-46CA-836C-CA6E5C25AE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2952750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привремена извршна инстанца</a:t>
            </a:r>
          </a:p>
        </p:txBody>
      </p:sp>
      <p:sp>
        <p:nvSpPr>
          <p:cNvPr id="15" name="Rounded Rectangle 14">
            <a:extLst xmlns:a="http://schemas.openxmlformats.org/drawingml/2006/main">
              <a:ext uri="{FF2B5EF4-FFF2-40B4-BE49-F238E27FC236}">
                <a16:creationId xmlns:a16="http://schemas.microsoft.com/office/drawing/2014/main" id="{17143B27-0F84-4BC1-9697-6E862BA74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B6951419-E683-466E-B3F8-540FF66AE4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7" name="TextBox 16">
            <a:extLst xmlns:a="http://schemas.openxmlformats.org/drawingml/2006/main">
              <a:ext uri="{FF2B5EF4-FFF2-40B4-BE49-F238E27FC236}">
                <a16:creationId xmlns:a16="http://schemas.microsoft.com/office/drawing/2014/main" id="{BB8CCAEE-4E80-4A60-B1F6-F6E50A71E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Веза</a:t>
            </a:r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14FBBF91-6678-4721-8A5F-556A1EA00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може каснити или нестати</a:t>
            </a:r>
          </a:p>
        </p:txBody>
      </p:sp>
      <p:sp>
        <p:nvSpPr>
          <p:cNvPr id="19" name="Rounded Rectangle 18">
            <a:extLst xmlns:a="http://schemas.openxmlformats.org/drawingml/2006/main">
              <a:ext uri="{FF2B5EF4-FFF2-40B4-BE49-F238E27FC236}">
                <a16:creationId xmlns:a16="http://schemas.microsoft.com/office/drawing/2014/main" id="{7A057BC8-39A4-4515-AE9B-D9B972B8D7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3971925"/>
            <a:ext cx="5067300" cy="1571625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81AAE99-EC91-4B82-A344-F11034C60F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095750"/>
            <a:ext cx="4724400" cy="20985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04</a:t>
            </a:r>
          </a:p>
        </p:txBody>
      </p:sp>
      <p:sp>
        <p:nvSpPr>
          <p:cNvPr id="21" name="TextBox 20">
            <a:extLst xmlns:a="http://schemas.openxmlformats.org/drawingml/2006/main">
              <a:ext uri="{FF2B5EF4-FFF2-40B4-BE49-F238E27FC236}">
                <a16:creationId xmlns:a16="http://schemas.microsoft.com/office/drawing/2014/main" id="{94B51607-A57E-4C44-A724-354FE6A5AD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352925"/>
            <a:ext cx="4724400" cy="3238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725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Власништво</a:t>
            </a:r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1454BEF5-7073-45A7-B6E0-190B6CDCE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81750" y="4714875"/>
            <a:ext cx="4724400" cy="733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јасна надлежност</a:t>
            </a:r>
          </a:p>
        </p:txBody>
      </p:sp>
    </p:spTree>
    <p:extLst>
      <p:ext uri="{BB962C8B-B14F-4D97-AF65-F5344CB8AC3E}">
        <p14:creationId xmlns:p14="http://schemas.microsoft.com/office/powerpoint/2010/main" val="1517510921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Пословни ентитет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Пословни ентитет, попут налога или уређаја, остаје исти и када се процеси рестартују. Његов идентитет не сме зависити од једне извршне инстанце.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Идентитет не зависи од једне извршне инстанце.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Преживљава рестарт процеса који га обрађује.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Пример: мисија или станица, не worker који је тренутно опслужује.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Процес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Процес је привремени извршилац који може нестати и поново се појавити. Зато његово локално стање није аутоматски извор истине за цео систем.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Привремени извршилац, не извор истине.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Може нестати и поново се појавити.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Локално стање процеса није глобално стање система.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Мрежна веза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Мрежна веза може каснити, прекинути се или вратити без јасне границе када се то десило. Систем мора рачунати на ту неизвесност.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Кашњење и прекид су очекивано понашање, не изузетак.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Нема јасне границе када се прекид тачно десио.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Систем мора дизајнирати око те неизвесности.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Власништво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Власништво одређује која компонента има право да донесе важећу одлуку о стању. Без њега две инстанце лако направе сукобљене измене.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57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57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Одређује ко сме да донесе важећу одлуку о стању.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13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13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Спречава да две инстанце сукобљено мењају исто стање.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70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70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Мора бити експлицитно, не претпостављено.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Пример: прекид везе није нестанак стања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Централна компонента престаје да прима heartbeat од удаљеног чвора.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Статус треба да изрази последње поуздано сазнање система.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Поновно повезивање не сме аутоматски значити да је настала нова пословна инстанца.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Промена власништва над радом мора имати правило које спречава стари чвор да настави са радом.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EB290970-0192-4F2D-84DC-84CACE1D49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CC8E2C96-FFDC-47B6-9812-ECD627AC9A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220DED7F-6D6D-4C25-A790-BAA5AE7ADD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3EE5D36-C3EB-42E3-802E-35191AE7A9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Шема ауторитета и неизвесности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E4D4F1D-4B00-4296-91C7-CCCCDE53E2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Процес и веза могу нестати, али пословно стање захтева јасан и стабилан ауторитет.</a:t>
            </a:r>
          </a:p>
        </p:txBody>
      </p:sp>
      <p:sp>
        <p:nvSpPr>
          <p:cNvPr id="7" name="Rectangle 6">
            <a:extLst xmlns:a="http://schemas.openxmlformats.org/drawingml/2006/main">
              <a:ext uri="{FF2B5EF4-FFF2-40B4-BE49-F238E27FC236}">
                <a16:creationId xmlns:a16="http://schemas.microsoft.com/office/drawing/2014/main" id="{2B5829D0-FCDE-4387-BD97-2E68898D63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240280"/>
            <a:ext cx="2518161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5CCE4DDA-4696-4294-B77E-C29810B42D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306955"/>
            <a:ext cx="2324456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Елемент</a:t>
            </a:r>
          </a:p>
        </p:txBody>
      </p:sp>
      <p:sp>
        <p:nvSpPr>
          <p:cNvPr id="9" name="Rectangle 8">
            <a:extLst xmlns:a="http://schemas.openxmlformats.org/drawingml/2006/main">
              <a:ext uri="{FF2B5EF4-FFF2-40B4-BE49-F238E27FC236}">
                <a16:creationId xmlns:a16="http://schemas.microsoft.com/office/drawing/2014/main" id="{EF317C1C-E79F-4EA1-A9E2-9E4CC91738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240280"/>
            <a:ext cx="7845039" cy="457200"/>
          </a:xfrm>
          <a:prstGeom xmlns:a="http://schemas.openxmlformats.org/drawingml/2006/main" prst="roundRect">
            <a:avLst>
              <a:gd name="adj" fmla="val 20833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1F4125A9-381D-4201-9E61-BCF36EC5E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306955"/>
            <a:ext cx="7651334" cy="35242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Улога у току</a:t>
            </a:r>
          </a:p>
        </p:txBody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697B2D68-2365-4827-B5CA-5738AB867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4C0A51FC-304A-4110-8BC5-689E0E7D3F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27641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стање</a:t>
            </a:r>
          </a:p>
        </p:txBody>
      </p:sp>
      <p:sp>
        <p:nvSpPr>
          <p:cNvPr id="13" name="Rectangle 12">
            <a:extLst xmlns:a="http://schemas.openxmlformats.org/drawingml/2006/main">
              <a:ext uri="{FF2B5EF4-FFF2-40B4-BE49-F238E27FC236}">
                <a16:creationId xmlns:a16="http://schemas.microsoft.com/office/drawing/2014/main" id="{4503A131-3535-4ECE-8F53-BAEA6CC0B54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26974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4" name="TextBox 13">
            <a:extLst xmlns:a="http://schemas.openxmlformats.org/drawingml/2006/main">
              <a:ext uri="{FF2B5EF4-FFF2-40B4-BE49-F238E27FC236}">
                <a16:creationId xmlns:a16="http://schemas.microsoft.com/office/drawing/2014/main" id="{795035B3-7302-42D5-9ADD-3A51030AA0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27641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стабилна чињеница система</a:t>
            </a:r>
          </a:p>
        </p:txBody>
      </p:sp>
      <p:sp>
        <p:nvSpPr>
          <p:cNvPr id="15" name="Rectangle 14">
            <a:extLst xmlns:a="http://schemas.openxmlformats.org/drawingml/2006/main">
              <a:ext uri="{FF2B5EF4-FFF2-40B4-BE49-F238E27FC236}">
                <a16:creationId xmlns:a16="http://schemas.microsoft.com/office/drawing/2014/main" id="{53BACB54-4676-42EF-84A1-D542CFB706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2118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6" name="TextBox 15">
            <a:extLst xmlns:a="http://schemas.openxmlformats.org/drawingml/2006/main">
              <a:ext uri="{FF2B5EF4-FFF2-40B4-BE49-F238E27FC236}">
                <a16:creationId xmlns:a16="http://schemas.microsoft.com/office/drawing/2014/main" id="{1CA4E2A1-18CF-483A-B3E0-0D0749A56A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2785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Ауторитет</a:t>
            </a:r>
          </a:p>
        </p:txBody>
      </p:sp>
      <p:sp>
        <p:nvSpPr>
          <p:cNvPr id="17" name="Rectangle 16">
            <a:extLst xmlns:a="http://schemas.openxmlformats.org/drawingml/2006/main">
              <a:ext uri="{FF2B5EF4-FFF2-40B4-BE49-F238E27FC236}">
                <a16:creationId xmlns:a16="http://schemas.microsoft.com/office/drawing/2014/main" id="{4AA55C21-C234-435A-919F-9C4C779FF69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2118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8" name="TextBox 17">
            <a:extLst xmlns:a="http://schemas.openxmlformats.org/drawingml/2006/main">
              <a:ext uri="{FF2B5EF4-FFF2-40B4-BE49-F238E27FC236}">
                <a16:creationId xmlns:a16="http://schemas.microsoft.com/office/drawing/2014/main" id="{4EE3D286-0FE1-485D-B279-F63D0BD2A1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2785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компонента која одлучује</a:t>
            </a:r>
          </a:p>
        </p:txBody>
      </p:sp>
      <p:sp>
        <p:nvSpPr>
          <p:cNvPr id="19" name="Rectangle 18">
            <a:extLst xmlns:a="http://schemas.openxmlformats.org/drawingml/2006/main">
              <a:ext uri="{FF2B5EF4-FFF2-40B4-BE49-F238E27FC236}">
                <a16:creationId xmlns:a16="http://schemas.microsoft.com/office/drawing/2014/main" id="{A03AD6BA-BD6C-4C5E-AD61-278AF61F77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372618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0" name="TextBox 19">
            <a:extLst xmlns:a="http://schemas.openxmlformats.org/drawingml/2006/main">
              <a:ext uri="{FF2B5EF4-FFF2-40B4-BE49-F238E27FC236}">
                <a16:creationId xmlns:a16="http://schemas.microsoft.com/office/drawing/2014/main" id="{13CC129C-24AE-4889-878A-B2A5AB84F8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379285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Мрежа</a:t>
            </a:r>
          </a:p>
        </p:txBody>
      </p:sp>
      <p:sp>
        <p:nvSpPr>
          <p:cNvPr id="21" name="Rectangle 20">
            <a:extLst xmlns:a="http://schemas.openxmlformats.org/drawingml/2006/main">
              <a:ext uri="{FF2B5EF4-FFF2-40B4-BE49-F238E27FC236}">
                <a16:creationId xmlns:a16="http://schemas.microsoft.com/office/drawing/2014/main" id="{D7AE78BF-B18B-45AF-98E4-A0C3724E81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372618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2" name="TextBox 21">
            <a:extLst xmlns:a="http://schemas.openxmlformats.org/drawingml/2006/main">
              <a:ext uri="{FF2B5EF4-FFF2-40B4-BE49-F238E27FC236}">
                <a16:creationId xmlns:a16="http://schemas.microsoft.com/office/drawing/2014/main" id="{881986C2-ED57-4623-9261-72327BD7C3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379285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потврда може каснити</a:t>
            </a:r>
          </a:p>
        </p:txBody>
      </p:sp>
      <p:sp>
        <p:nvSpPr>
          <p:cNvPr id="23" name="Rectangle 22">
            <a:extLst xmlns:a="http://schemas.openxmlformats.org/drawingml/2006/main">
              <a:ext uri="{FF2B5EF4-FFF2-40B4-BE49-F238E27FC236}">
                <a16:creationId xmlns:a16="http://schemas.microsoft.com/office/drawing/2014/main" id="{BEF5166D-208A-4B25-B0E2-365246280F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40530"/>
            <a:ext cx="2518161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4" name="TextBox 23">
            <a:extLst xmlns:a="http://schemas.openxmlformats.org/drawingml/2006/main">
              <a:ext uri="{FF2B5EF4-FFF2-40B4-BE49-F238E27FC236}">
                <a16:creationId xmlns:a16="http://schemas.microsoft.com/office/drawing/2014/main" id="{6DBBAB4F-F0A3-4459-B92F-81F1B5DBFE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0623" y="4307205"/>
            <a:ext cx="2276030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3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Видљив статус</a:t>
            </a:r>
          </a:p>
        </p:txBody>
      </p:sp>
      <p:sp>
        <p:nvSpPr>
          <p:cNvPr id="25" name="Rectangle 24">
            <a:extLst xmlns:a="http://schemas.openxmlformats.org/drawingml/2006/main">
              <a:ext uri="{FF2B5EF4-FFF2-40B4-BE49-F238E27FC236}">
                <a16:creationId xmlns:a16="http://schemas.microsoft.com/office/drawing/2014/main" id="{C60BB47C-9F81-458B-9E9E-C302826401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32561" y="4240530"/>
            <a:ext cx="7845039" cy="514350"/>
          </a:xfrm>
          <a:prstGeom xmlns:a="http://schemas.openxmlformats.org/drawingml/2006/main" prst="roundRect">
            <a:avLst>
              <a:gd name="adj" fmla="val 18519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26" name="TextBox 25">
            <a:extLst xmlns:a="http://schemas.openxmlformats.org/drawingml/2006/main">
              <a:ext uri="{FF2B5EF4-FFF2-40B4-BE49-F238E27FC236}">
                <a16:creationId xmlns:a16="http://schemas.microsoft.com/office/drawing/2014/main" id="{ACE46418-8866-4CAF-B2B3-F00857A9E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8784" y="4307205"/>
            <a:ext cx="7602908" cy="409575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425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оно што систем поуздано зна</a:t>
            </a:r>
          </a:p>
        </p:txBody>
      </p:sp>
    </p:spTree>
    <p:extLst>
      <p:ext uri="{BB962C8B-B14F-4D97-AF65-F5344CB8AC3E}">
        <p14:creationId xmlns:p14="http://schemas.microsoft.com/office/powerpoint/2010/main" val="1050739806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Покретање примера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Пример раздваја пословни ентитет од процеса који га представља.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120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56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cd examples/odp-dotnet/vezba-01-vlasnistvo-neizvesnost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run --project src/Odp.Vezba01.ConsoleUi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dotnet test Odp.Vezba01.sln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11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Правило у коду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Статус зависи само од дужине тишине; разлог тишине систем не зна и не претпоставља.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268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263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NodeLivenessAssessment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Evaluate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StationNode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node,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DateTimeOffset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now)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ArgumentNullException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ThrowIfNull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(node);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silence =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SilenceOf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(node, now);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(silence &lt; _thresholds.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SuspectAfter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NodeStatus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Online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HeartbeatFresh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silence);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if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(silence &lt; _thresholds.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UnreachableAfter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NodeStatus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Suspected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HeartbeatLate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silence);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return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NodeStatus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Unreachable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NodeLivenessCodes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HeartbeatMissing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silence);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private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static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TimeSpan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SilenceOf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StationNode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node,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DateTimeOffset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now) =&gt;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now &gt; node.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LastHeartbeatAt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? now - node.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LastHeartbeatAt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: 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TimeSpan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20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Zero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;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12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Тест који задаје квар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Чвор који је Unreachable остаје у регистру: нестанак процеса није нестанак ентитета.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3938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3302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[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Test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]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public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void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Assess_WhenNodeStaysSilent_ReportsItUnreachableButKeepsItRegistered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clock =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ManualClock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registry =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InMemoryNodeRegistry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([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StationNode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"node-ns-1"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"GS-NOVI-SAD"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)]);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handler =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MonitorNodesHandler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registry,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NodeLivenessPolicy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new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LivenessThresholds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TimeSpan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FromSeconds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(30),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TimeSpan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FromSeconds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(90))),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clock);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clock.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Advance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TimeSpan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FromMinutes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(10));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var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view = handler.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Assess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Single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</a:t>
            </a:r>
            <a:r>
              <a:rPr sz="1050" b="1">
                <a:solidFill>
                  <a:srgbClr val="0563C1"/>
                </a:solidFill>
                <a:latin typeface="Consolas"/>
                <a:ea typeface="Consolas"/>
                <a:cs typeface="Consolas"/>
              </a:rPr>
              <a:t>using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EnterMultipleScope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())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{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(view.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Liveness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Status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NodeStatus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Unreachable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(view.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Liveness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Code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EqualTo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NodeLivenessCodes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HeartbeatMissing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   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Assert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That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(registry.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Find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(</a:t>
            </a:r>
            <a:r>
              <a:rPr sz="1050" b="0">
                <a:solidFill>
                  <a:srgbClr val="A95921"/>
                </a:solidFill>
                <a:latin typeface="Consolas"/>
                <a:ea typeface="Consolas"/>
                <a:cs typeface="Consolas"/>
              </a:rPr>
              <a:t>"node-ns-1"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), 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Is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Not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.</a:t>
            </a:r>
            <a:r>
              <a:rPr sz="1050" b="1">
                <a:solidFill>
                  <a:srgbClr val="7F3FBF"/>
                </a:solidFill>
                <a:latin typeface="Consolas"/>
                <a:ea typeface="Consolas"/>
                <a:cs typeface="Consolas"/>
              </a:rPr>
              <a:t>Null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);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19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  }</a:t>
            </a:r>
          </a:p>
          <a:p xmlns:a="http://schemas.openxmlformats.org/drawingml/2006/main">
            <a:pPr>
              <a:lnSpc>
                <a:spcPts val="130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05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20  </a:t>
            </a:r>
            <a:r>
              <a:rPr sz="105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109E8A2E-07D6-4403-A211-DFA2D4D4B2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97864A1-1CAB-4A86-BBF2-087303B0C7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5AD3EE8A-EED3-4ED5-809E-BE85DBBD591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13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8F3DE39C-812A-4460-A62B-B7D6C96EB6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Испис демонстрације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115FA77A-07B9-47F1-8F4B-34501496C9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Закаснели heartbeat добија код heartbeat_out_of_order и не враћа познато стање уназад.</a:t>
            </a:r>
          </a:p>
        </p:txBody>
      </p:sp>
      <p:sp>
        <p:nvSpPr>
          <p:cNvPr id="7" name="Rounded Rectangle 6">
            <a:extLst xmlns:a="http://schemas.openxmlformats.org/drawingml/2006/main">
              <a:ext uri="{FF2B5EF4-FFF2-40B4-BE49-F238E27FC236}">
                <a16:creationId xmlns:a16="http://schemas.microsoft.com/office/drawing/2014/main" id="{C4EFC557-592B-4A24-84C9-A9C5DF3B15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103120"/>
            <a:ext cx="10363200" cy="4020250"/>
          </a:xfrm>
          <a:prstGeom xmlns:a="http://schemas.openxmlformats.org/drawingml/2006/main" prst="roundRect">
            <a:avLst>
              <a:gd name="adj" fmla="val 3378"/>
            </a:avLst>
          </a:prstGeom>
          <a:solidFill xmlns:a="http://schemas.openxmlformats.org/drawingml/2006/main">
            <a:srgbClr val="F4F6F7"/>
          </a:solidFill>
          <a:ln xmlns:a="http://schemas.openxmlformats.org/drawingml/2006/main" w="9525">
            <a:solidFill>
              <a:srgbClr val="CCD6DE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762A615C-46CF-4FEF-8C61-3A1A875F5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450592"/>
            <a:ext cx="1036320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FBEC9"/>
          </a:solidFill>
          <a:ln xmlns:a="http://schemas.openxmlformats.org/drawingml/2006/main" w="9525">
            <a:solidFill>
              <a:srgbClr val="AFBEC9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0" name="Oval 9">
            <a:extLst xmlns:a="http://schemas.openxmlformats.org/drawingml/2006/main">
              <a:ext uri="{FF2B5EF4-FFF2-40B4-BE49-F238E27FC236}">
                <a16:creationId xmlns:a16="http://schemas.microsoft.com/office/drawing/2014/main" id="{2DF16556-3E9C-467D-A6C3-41DA4123D7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6286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EE6B61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1" name="Oval 10">
            <a:extLst xmlns:a="http://schemas.openxmlformats.org/drawingml/2006/main">
              <a:ext uri="{FF2B5EF4-FFF2-40B4-BE49-F238E27FC236}">
                <a16:creationId xmlns:a16="http://schemas.microsoft.com/office/drawing/2014/main" id="{CB673715-B221-4CCA-BE2B-B2A6BB343E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07459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F5BE4A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2" name="Oval 11">
            <a:extLst xmlns:a="http://schemas.openxmlformats.org/drawingml/2006/main">
              <a:ext uri="{FF2B5EF4-FFF2-40B4-BE49-F238E27FC236}">
                <a16:creationId xmlns:a16="http://schemas.microsoft.com/office/drawing/2014/main" id="{A97B4D53-B7C4-4D7D-916C-AB4A6AC16A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52048" y="2222183"/>
            <a:ext cx="73152" cy="73152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62C455"/>
          </a:solidFill>
          <a:ln xmlns:a="http://schemas.openxmlformats.org/drawingml/2006/main">
            <a:noFill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13" name="TextBox 12">
            <a:extLst xmlns:a="http://schemas.openxmlformats.org/drawingml/2006/main">
              <a:ext uri="{FF2B5EF4-FFF2-40B4-BE49-F238E27FC236}">
                <a16:creationId xmlns:a16="http://schemas.microsoft.com/office/drawing/2014/main" id="{3A4FE03B-3DCA-474E-9EA4-03C175EA1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47750" y="2579370"/>
            <a:ext cx="10096500" cy="33840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none" lIns="95250" tIns="76200" rIns="95250" bIns="57150" anchor="t">
            <a:noAutofit/>
          </a:bodyPr>
          <a:lstStyle xmlns:a="http://schemas.openxmlformats.org/drawingml/2006/main"/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POČETAK [09:00:00]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node-bg-1 (GS-BEOGRAD): Online | heartbeat_fresh | tišina 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node-ns-1 (GS-NOVI-SAD): Online | heartbeat_fresh | tišina 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heartbeat node-ns-1 poslat u 09:00:45 -&gt; heartbeat_accepted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POSLE 45 s (javio se samo node-ns-1) [09:00:45]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node-bg-1 (GS-BEOGRAD): Suspected | heartbeat_late | tišina 45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node-ns-1 (GS-NOVI-SAD): Online | heartbeat_fresh | tišina 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POSLE 105 s [09:01:45]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 9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node-bg-1 (GS-BEOGRAD): Unreachable | heartbeat_missing | tišina 105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10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node-ns-1 (GS-NOVI-SAD): Suspected | heartbeat_late | tišina 60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11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heartbeat node-ns-1 poslat u 09:00:20 -&gt; heartbeat_out_of_order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12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STIGAO ZAKASNELI HEARTBEAT ZA node-ns-1 [09:01:45]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13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node-bg-1 (GS-BEOGRAD): Unreachable | heartbeat_missing | tišina 105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14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node-ns-1 (GS-NOVI-SAD): Suspected | heartbeat_late | tišina 60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15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heartbeat node-bg-1 poslat u 09:01:45 -&gt; heartbeat_accepted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16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node-bg-1 SE PONOVO JAVIO [09:01:45]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17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node-bg-1 (GS-BEOGRAD): Online | heartbeat_fresh | tišina 0 s</a:t>
            </a:r>
          </a:p>
          <a:p xmlns:a="http://schemas.openxmlformats.org/drawingml/2006/main">
            <a:pPr>
              <a:lnSpc>
                <a:spcPts val="1480"/>
              </a:lnSpc>
              <a:buNone/>
              <a:defRPr sz="1120">
                <a:solidFill>
                  <a:srgbClr val="202632"/>
                </a:solidFill>
                <a:latin typeface="Consolas"/>
                <a:ea typeface="Consolas"/>
                <a:cs typeface="Consolas"/>
              </a:defRPr>
            </a:pPr>
            <a:r>
              <a:rPr sz="1200">
                <a:solidFill>
                  <a:srgbClr val="7A8699"/>
                </a:solidFill>
                <a:latin typeface="Consolas"/>
                <a:ea typeface="Consolas"/>
                <a:cs typeface="Consolas"/>
              </a:rPr>
              <a:t>18  </a:t>
            </a:r>
            <a:r>
              <a:rPr sz="1200" b="0">
                <a:solidFill>
                  <a:srgbClr val="202632"/>
                </a:solidFill>
                <a:latin typeface="Consolas"/>
                <a:ea typeface="Consolas"/>
                <a:cs typeface="Consolas"/>
              </a:rPr>
              <a:t>  node-ns-1 (GS-NOVI-SAD): Suspected | heartbeat_late | tišina 60 s</a:t>
            </a:r>
          </a:p>
        </p:txBody>
      </p:sp>
    </p:spTree>
    <p:extLst>
      <p:ext uri="{BB962C8B-B14F-4D97-AF65-F5344CB8AC3E}">
        <p14:creationId xmlns:p14="http://schemas.microsoft.com/office/powerpoint/2010/main" val="494373956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09115CD0-66BD-4F18-AEE2-AF3DF9D352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34AB80A3-532C-4A8B-9304-CCC4E154EF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FCD239E8-FCEF-43C1-A24E-72B8665276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14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CE7141D9-6F9D-4761-9718-8DAC80BD16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Принципи и замке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4B18757B-E3A5-4085-B709-A28549325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важи тек када је препозната и замка која га тихо поништава.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68FD8C37-AF9E-4822-B40B-0387FC0E52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ПРИНЦИПИ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3A01A62D-04DB-44D2-B568-303741432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2697480"/>
            <a:ext cx="4762500" cy="29260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Процес, мрежна веза и пословни ентитет нису иста ствар.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Timeout значи да одговор није стигао на време, не да се операција сигурно није десила.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Статус треба да изрази оно што систем зна, а не оно што претпоставља.</a:t>
            </a:r>
          </a:p>
        </p:txBody>
      </p:sp>
      <p:sp>
        <p:nvSpPr>
          <p:cNvPr id="9" name="Connector 8">
            <a:extLst xmlns:a="http://schemas.openxmlformats.org/drawingml/2006/main">
              <a:ext uri="{FF2B5EF4-FFF2-40B4-BE49-F238E27FC236}">
                <a16:creationId xmlns:a16="http://schemas.microsoft.com/office/drawing/2014/main" id="{4E12D301-9554-48B9-9C03-A4F3E550A6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331720"/>
            <a:ext cx="0" cy="3200400"/>
          </a:xfrm>
          <a:prstGeom xmlns:a="http://schemas.openxmlformats.org/drawingml/2006/main" prst="line">
            <a:avLst/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  <p:style>
          <a:lnRef xmlns:a="http://schemas.openxmlformats.org/drawingml/2006/main" idx="2">
            <a:schemeClr val="accent1"/>
          </a:lnRef>
          <a:fillRef xmlns:a="http://schemas.openxmlformats.org/drawingml/2006/main" idx="0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tx1"/>
          </a:fontRef>
        </p:style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29EB4991-68DA-4EBA-93B9-E4BA92C197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331720"/>
            <a:ext cx="4762500" cy="320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ЗАМКЕ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8AF6E6E0-B7CE-44A3-A05B-C4F27E42BE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15100" y="2697480"/>
            <a:ext cx="4762500" cy="1379647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Изједначавање прекида везе са трајним кваром.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Две инстанце које без правила мењају исто стање.</a:t>
            </a:r>
          </a:p>
          <a:p xmlns:a="http://schemas.openxmlformats.org/drawingml/2006/main">
            <a:pPr algn="l">
              <a:lnSpc>
                <a:spcPct val="116000"/>
              </a:lnSpc>
              <a:spcAft>
                <a:spcPts val="800"/>
              </a:spcAft>
              <a:buNone/>
            </a:pPr>
            <a:r>
              <a:rPr sz="152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правило скривено у комуникационом детаљу.</a:t>
            </a:r>
          </a:p>
        </p:txBody>
      </p:sp>
    </p:spTree>
    <p:extLst>
      <p:ext uri="{BB962C8B-B14F-4D97-AF65-F5344CB8AC3E}">
        <p14:creationId xmlns:p14="http://schemas.microsoft.com/office/powerpoint/2010/main" val="104407727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15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Типичне грешке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Ове грешке се најчешће понављају када се принцип површно примени.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Прекид везе се тумачи као трајни квар.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Две инстанце мењају исто стање без правила.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Пословно правило се сакрије у мрежни детаљ.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16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Како се принцип примењује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Кораци показују како се принцип препознаје и доследно спроводи у развоју.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Описати ауторитет за важно стање.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Разликовати оно што систем зна од онога што претпоставља.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Тестирати привремени прекид као очекиван сценарио.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17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Питање за дискусију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Одговор се образлаже failure сценаријем и тестом, а не описом срећног пута.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42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Које стање мора имати један јасан ауторитет и шта се види када тај ауторитет привремено није доступан?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41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26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41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38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ЗА ВЕЖБУ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62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Који податак или операција мора имати јасан ауторитет и како систем препознаје да је тај ауторитет привремено недоступан?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18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Задатак уз пример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Проширење примера уз вежбу; правило иде у домен, а доказ у тест.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Додати статус Draining за чвор који је најавио планирано гашење.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Такав чвор не сме постати Unreachable док траје најављени период.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Правило додати у NodeLivenessPolicy, увести нов код и покрити га тестом.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7611DAED-EF94-494A-8E63-0CA63F9E07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6095D443-4CF9-4C96-8C54-DC004B948DE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19540D67-AD0E-4EC9-A91F-DC69CB6D82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19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EE3828BD-CD18-437D-AE78-939DACB719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Примена на пројекат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87F68142-7441-499C-A5C1-9306811553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Принцип са вежбе примењује се на додељену пројектну целину.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AB92BB04-2657-4B11-AA3E-006FE13547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2402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01</a:t>
            </a:r>
          </a:p>
        </p:txBody>
      </p:sp>
      <p:sp>
        <p:nvSpPr>
          <p:cNvPr id="8" name="TextBox 7">
            <a:extLst xmlns:a="http://schemas.openxmlformats.org/drawingml/2006/main">
              <a:ext uri="{FF2B5EF4-FFF2-40B4-BE49-F238E27FC236}">
                <a16:creationId xmlns:a16="http://schemas.microsoft.com/office/drawing/2014/main" id="{D8B88988-6569-4F23-82BF-65AE6A5291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240280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Идентификовати конкретну дистрибуирану одлуку у својој целини.</a:t>
            </a:r>
          </a:p>
        </p:txBody>
      </p:sp>
      <p:sp>
        <p:nvSpPr>
          <p:cNvPr id="9" name="TextBox 8">
            <a:extLst xmlns:a="http://schemas.openxmlformats.org/drawingml/2006/main">
              <a:ext uri="{FF2B5EF4-FFF2-40B4-BE49-F238E27FC236}">
                <a16:creationId xmlns:a16="http://schemas.microsoft.com/office/drawing/2014/main" id="{9CEAC91F-58BE-4A56-A129-4620F2A437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2807208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02</a:t>
            </a:r>
          </a:p>
        </p:txBody>
      </p:sp>
      <p:sp>
        <p:nvSpPr>
          <p:cNvPr id="10" name="TextBox 9">
            <a:extLst xmlns:a="http://schemas.openxmlformats.org/drawingml/2006/main">
              <a:ext uri="{FF2B5EF4-FFF2-40B4-BE49-F238E27FC236}">
                <a16:creationId xmlns:a16="http://schemas.microsoft.com/office/drawing/2014/main" id="{531F9DFD-EB38-40E7-84AB-49FB3D3F2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2807208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Имплементирати је са стабилним кодом исхода.</a:t>
            </a:r>
          </a:p>
        </p:txBody>
      </p:sp>
      <p:sp>
        <p:nvSpPr>
          <p:cNvPr id="11" name="TextBox 10">
            <a:extLst xmlns:a="http://schemas.openxmlformats.org/drawingml/2006/main">
              <a:ext uri="{FF2B5EF4-FFF2-40B4-BE49-F238E27FC236}">
                <a16:creationId xmlns:a16="http://schemas.microsoft.com/office/drawing/2014/main" id="{71DBC0C2-C9A7-4EA3-BF66-436EBB5F7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38300" y="3374136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03</a:t>
            </a:r>
          </a:p>
        </p:txBody>
      </p:sp>
      <p:sp>
        <p:nvSpPr>
          <p:cNvPr id="12" name="TextBox 11">
            <a:extLst xmlns:a="http://schemas.openxmlformats.org/drawingml/2006/main">
              <a:ext uri="{FF2B5EF4-FFF2-40B4-BE49-F238E27FC236}">
                <a16:creationId xmlns:a16="http://schemas.microsoft.com/office/drawing/2014/main" id="{044071D5-0F9F-4BC3-979D-A4393EE727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24100" y="3374136"/>
            <a:ext cx="8229600" cy="329184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0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Припремити поновљив failure сценарио и тест који га доказује.</a:t>
            </a:r>
          </a:p>
        </p:txBody>
      </p:sp>
    </p:spTree>
    <p:extLst>
      <p:ext uri="{BB962C8B-B14F-4D97-AF65-F5344CB8AC3E}">
        <p14:creationId xmlns:p14="http://schemas.microsoft.com/office/powerpoint/2010/main" val="1529720913"/>
      </p:ext>
    </p:extLst>
  </p:cSld>
</p:sld>
</file>

<file path=ppt/slides/slide20.xml><?xml version="1.0" encoding="utf-8"?>
<p:sld xmlns:p="http://schemas.openxmlformats.org/presentationml/2006/main">
  <p:cSld>
    <p:bg>
      <p:bgPr>
        <a:solidFill xmlns:a="http://schemas.openxmlformats.org/drawingml/2006/main">
          <a:srgbClr val="FCFDFE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TextBox 1">
            <a:extLst xmlns:a="http://schemas.openxmlformats.org/drawingml/2006/main">
              <a:ext uri="{FF2B5EF4-FFF2-40B4-BE49-F238E27FC236}">
                <a16:creationId xmlns:a16="http://schemas.microsoft.com/office/drawing/2014/main" id="{D54FABB1-23B4-4B9A-83F3-D66FF66686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92608"/>
            <a:ext cx="2286000" cy="18288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900" b="0">
                <a:solidFill>
                  <a:srgbClr val="047857"/>
                </a:solidFill>
                <a:latin typeface="Aptos"/>
                <a:ea typeface="Aptos"/>
                <a:cs typeface="Aptos"/>
              </a:rPr>
              <a:t>Основе дистрибуираног програмирања</a:t>
            </a:r>
          </a:p>
        </p:txBody>
      </p:sp>
      <p:sp>
        <p:nvSpPr>
          <p:cNvPr id="3" name="Rectangle 2">
            <a:extLst xmlns:a="http://schemas.openxmlformats.org/drawingml/2006/main">
              <a:ext uri="{FF2B5EF4-FFF2-40B4-BE49-F238E27FC236}">
                <a16:creationId xmlns:a16="http://schemas.microsoft.com/office/drawing/2014/main" id="{2E5FEF71-9D3C-4D37-89CB-464442871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3776"/>
            <a:ext cx="10835640" cy="6858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47857"/>
          </a:solidFill>
          <a:ln xmlns:a="http://schemas.openxmlformats.org/drawingml/2006/main" w="9525">
            <a:solidFill>
              <a:srgbClr val="047857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4" name="TextBox 3">
            <a:extLst xmlns:a="http://schemas.openxmlformats.org/drawingml/2006/main">
              <a:ext uri="{FF2B5EF4-FFF2-40B4-BE49-F238E27FC236}">
                <a16:creationId xmlns:a16="http://schemas.microsoft.com/office/drawing/2014/main" id="{9B51C4FE-B85E-4625-8829-09066F7939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384280" y="6355080"/>
            <a:ext cx="502920" cy="2286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200" b="0">
                <a:solidFill>
                  <a:srgbClr val="87929E"/>
                </a:solidFill>
                <a:latin typeface="Aptos"/>
                <a:ea typeface="Aptos"/>
                <a:cs typeface="Aptos"/>
              </a:rPr>
              <a:t>20</a:t>
            </a:r>
          </a:p>
        </p:txBody>
      </p:sp>
      <p:sp>
        <p:nvSpPr>
          <p:cNvPr id="5" name="TextBox 4">
            <a:extLst xmlns:a="http://schemas.openxmlformats.org/drawingml/2006/main">
              <a:ext uri="{FF2B5EF4-FFF2-40B4-BE49-F238E27FC236}">
                <a16:creationId xmlns:a16="http://schemas.microsoft.com/office/drawing/2014/main" id="{B60E1818-E72D-4F4F-9E9B-E60BB82D7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914400"/>
            <a:ext cx="10363200" cy="68580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2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55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Резиме</a:t>
            </a:r>
          </a:p>
        </p:txBody>
      </p:sp>
      <p:sp>
        <p:nvSpPr>
          <p:cNvPr id="6" name="TextBox 5">
            <a:extLst xmlns:a="http://schemas.openxmlformats.org/drawingml/2006/main">
              <a:ext uri="{FF2B5EF4-FFF2-40B4-BE49-F238E27FC236}">
                <a16:creationId xmlns:a16="http://schemas.microsoft.com/office/drawing/2014/main" id="{2D66138E-62EC-4994-B832-C05FE2FC1A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1600200"/>
            <a:ext cx="10363200" cy="55245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1650" b="0">
                <a:solidFill>
                  <a:srgbClr val="657280"/>
                </a:solidFill>
                <a:latin typeface="Aptos"/>
                <a:ea typeface="Aptos"/>
                <a:cs typeface="Aptos"/>
              </a:rPr>
              <a:t>Тим најпре описује границе система, одговорност сваке компоненте и стање које је за њу ауторитативно.</a:t>
            </a:r>
          </a:p>
        </p:txBody>
      </p:sp>
      <p:sp>
        <p:nvSpPr>
          <p:cNvPr id="7" name="TextBox 6">
            <a:extLst xmlns:a="http://schemas.openxmlformats.org/drawingml/2006/main">
              <a:ext uri="{FF2B5EF4-FFF2-40B4-BE49-F238E27FC236}">
                <a16:creationId xmlns:a16="http://schemas.microsoft.com/office/drawing/2014/main" id="{C82F6DBE-024B-4650-AB84-1571B032CC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51560" y="2753160"/>
            <a:ext cx="8229600" cy="1463040"/>
          </a:xfrm>
          <a:prstGeom xmlns:a="http://schemas.openxmlformats.org/drawingml/2006/main" prst="rect">
            <a:avLst/>
          </a:prstGeom>
          <a:noFill xmlns:a="http://schemas.openxmlformats.org/drawingml/2006/main"/>
        </p:spPr>
        <p:txBody>
          <a:bodyPr xmlns:a="http://schemas.openxmlformats.org/drawingml/2006/main" wrap="square" lIns="0" tIns="0" rIns="0" bIns="0" anchor="t">
            <a:sp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8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sz="2100" b="1">
                <a:solidFill>
                  <a:srgbClr val="19222C"/>
                </a:solidFill>
                <a:latin typeface="Aptos Display"/>
                <a:ea typeface="Aptos Display"/>
                <a:cs typeface="Aptos Display"/>
              </a:rPr>
              <a:t>Процес и веза могу нестати, али пословно стање захтева јасан и стабилан ауторитет.</a:t>
            </a:r>
          </a:p>
        </p:txBody>
      </p:sp>
      <p:sp>
        <p:nvSpPr>
          <p:cNvPr id="8" name="Rectangle 7">
            <a:extLst xmlns:a="http://schemas.openxmlformats.org/drawingml/2006/main">
              <a:ext uri="{FF2B5EF4-FFF2-40B4-BE49-F238E27FC236}">
                <a16:creationId xmlns:a16="http://schemas.microsoft.com/office/drawing/2014/main" id="{541A1513-5A80-4E6E-95AD-42DE43CAFD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3740000"/>
            <a:ext cx="6949440" cy="10972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B8C2CC"/>
          </a:solidFill>
          <a:ln xmlns:a="http://schemas.openxmlformats.org/drawingml/2006/main" w="9525">
            <a:solidFill>
              <a:srgbClr val="B8C2CC"/>
            </a:solidFill>
            <a:prstDash val="solid"/>
          </a:ln>
        </p:spPr>
        <p:style>
          <a:lnRef xmlns:a="http://schemas.openxmlformats.org/drawingml/2006/main" idx="1">
            <a:schemeClr val="accent1"/>
          </a:lnRef>
          <a:fillRef xmlns:a="http://schemas.openxmlformats.org/drawingml/2006/main" idx="3">
            <a:schemeClr val="accent1"/>
          </a:fillRef>
          <a:effectRef xmlns:a="http://schemas.openxmlformats.org/drawingml/2006/main" idx="0"/>
          <a:fontRef xmlns:a="http://schemas.openxmlformats.org/drawingml/2006/main" idx="minor">
            <a:schemeClr val="lt1"/>
          </a:fontRef>
        </p:style>
        <p:txBody>
          <a:bodyPr xmlns:a="http://schemas.openxmlformats.org/drawingml/2006/main" anchor="ctr"/>
          <a:lstStyle xmlns:a="http://schemas.openxmlformats.org/drawingml/2006/main"/>
          <a:p xmlns:a="http://schemas.openxmlformats.org/drawingml/2006/main">
            <a:pPr algn="ctr">
              <a:buNone/>
            </a:pPr>
            <a:endParaRPr/>
          </a:p>
        </p:txBody>
      </p:sp>
      <p:sp>
        <p:nvSpPr>
          <p:cNvPr id="9" name="Rounded Rectangle 8">
            <a:extLst xmlns:a="http://schemas.openxmlformats.org/drawingml/2006/main">
              <a:ext uri="{FF2B5EF4-FFF2-40B4-BE49-F238E27FC236}">
                <a16:creationId xmlns:a16="http://schemas.microsoft.com/office/drawing/2014/main" id="{BA93529E-7E1B-4723-AF84-84BE7D5006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" y="4597200"/>
            <a:ext cx="10363200" cy="800100"/>
          </a:xfrm>
          <a:prstGeom xmlns:a="http://schemas.openxmlformats.org/drawingml/2006/main" prst="roundRect">
            <a:avLst>
              <a:gd name="adj" fmla="val 11905"/>
            </a:avLst>
          </a:prstGeom>
          <a:solidFill xmlns:a="http://schemas.openxmlformats.org/drawingml/2006/main">
            <a:srgbClr val="ECF6F1"/>
          </a:solidFill>
          <a:ln xmlns:a="http://schemas.openxmlformats.org/drawingml/2006/main" w="9525">
            <a:solidFill>
              <a:srgbClr val="BFDCCD"/>
            </a:solidFill>
            <a:prstDash val="solid"/>
          </a:ln>
        </p:spPr>
      </p:sp>
      <p:sp>
        <p:nvSpPr>
          <p:cNvPr id="10" name="Rounded Rectangle 9">
            <a:extLst xmlns:a="http://schemas.openxmlformats.org/drawingml/2006/main">
              <a:ext uri="{FF2B5EF4-FFF2-40B4-BE49-F238E27FC236}">
                <a16:creationId xmlns:a16="http://schemas.microsoft.com/office/drawing/2014/main" id="{031B1CAC-5669-4D31-AE90-79D9A5F688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85850" y="4749600"/>
            <a:ext cx="57150" cy="495300"/>
          </a:xfrm>
          <a:prstGeom xmlns:a="http://schemas.openxmlformats.org/drawingml/2006/main" prst="roundRect">
            <a:avLst>
              <a:gd name="adj" fmla="val 50000"/>
            </a:avLst>
          </a:prstGeom>
          <a:solidFill xmlns:a="http://schemas.openxmlformats.org/drawingml/2006/main">
            <a:srgbClr val="065F46"/>
          </a:solidFill>
          <a:ln xmlns:a="http://schemas.openxmlformats.org/drawingml/2006/main" w="0">
            <a:noFill/>
          </a:ln>
        </p:spPr>
      </p:sp>
      <p:sp>
        <p:nvSpPr>
          <p:cNvPr id="11" name="Rectangle 10">
            <a:extLst xmlns:a="http://schemas.openxmlformats.org/drawingml/2006/main">
              <a:ext uri="{FF2B5EF4-FFF2-40B4-BE49-F238E27FC236}">
                <a16:creationId xmlns:a16="http://schemas.microsoft.com/office/drawing/2014/main" id="{EB686595-B8B3-4A93-8853-AE773ADA8A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711500"/>
            <a:ext cx="2381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>
            <a:noAutofit/>
          </a:bodyPr>
          <a:lstStyle xmlns:a="http://schemas.openxmlformats.org/drawingml/2006/main"/>
          <a:p xmlns:a="http://schemas.openxmlformats.org/drawingml/2006/main">
            <a:pPr>
              <a:buNone/>
              <a:defRPr sz="975" b="1">
                <a:solidFill>
                  <a:srgbClr val="065F46"/>
                </a:solidFill>
                <a:latin typeface="Aptos"/>
                <a:ea typeface="Aptos"/>
                <a:cs typeface="Aptos"/>
              </a:defRPr>
            </a:pPr>
            <a:r>
              <a:rPr sz="975" b="1">
                <a:solidFill>
                  <a:srgbClr val="065F46"/>
                </a:solidFill>
                <a:latin typeface="Aptos"/>
                <a:ea typeface="Aptos"/>
                <a:cs typeface="Aptos"/>
              </a:rPr>
              <a:t>НАПОМЕНА</a:t>
            </a:r>
          </a:p>
        </p:txBody>
      </p:sp>
      <p:sp>
        <p:nvSpPr>
          <p:cNvPr id="12" name="Rectangle 11">
            <a:extLst xmlns:a="http://schemas.openxmlformats.org/drawingml/2006/main">
              <a:ext uri="{FF2B5EF4-FFF2-40B4-BE49-F238E27FC236}">
                <a16:creationId xmlns:a16="http://schemas.microsoft.com/office/drawing/2014/main" id="{5ED0E91B-80FA-4516-9A16-D9F2B50B54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33500" y="4959150"/>
            <a:ext cx="9601200" cy="2952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>
              <a:buNone/>
              <a:defRPr sz="1388" b="1">
                <a:solidFill>
                  <a:srgbClr val="1A202C"/>
                </a:solidFill>
                <a:latin typeface="Aptos"/>
                <a:ea typeface="Aptos"/>
                <a:cs typeface="Aptos"/>
              </a:defRPr>
            </a:pPr>
            <a:r>
              <a:rPr sz="1388" b="1">
                <a:solidFill>
                  <a:srgbClr val="19222C"/>
                </a:solidFill>
                <a:latin typeface="Aptos"/>
                <a:ea typeface="Aptos"/>
                <a:cs typeface="Aptos"/>
              </a:rPr>
              <a:t>Наредна вежба: Уговори, симулатори и поновљивост.</a:t>
            </a:r>
          </a:p>
        </p:txBody>
      </p:sp>
    </p:spTree>
    <p:extLst>
      <p:ext uri="{BB962C8B-B14F-4D97-AF65-F5344CB8AC3E}">
        <p14:creationId xmlns:p14="http://schemas.microsoft.com/office/powerpoint/2010/main" val="1162013719"/>
      </p:ext>
    </p:extLst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>
          <a:solidFill>
            <a:schemeClr val="phClr">
              <a:shade val="95000"/>
              <a:satMod val="105000"/>
            </a:schemeClr>
          </a:solidFill>
          <a:prstDash val="solid"/>
        </a:ln>
        <a:ln w="25400">
          <a:solidFill>
            <a:schemeClr val="phClr"/>
          </a:solidFill>
          <a:prstDash val="solid"/>
        </a:ln>
        <a:ln w="38100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2026-09-29T18:47:09.5960000Z</dcterms:created>
  <dcterms:modified xsi:type="dcterms:W3CDTF">2026-09-29T18:47:09.5960000Z</dcterms:modified>
</coreProperties>
</file>