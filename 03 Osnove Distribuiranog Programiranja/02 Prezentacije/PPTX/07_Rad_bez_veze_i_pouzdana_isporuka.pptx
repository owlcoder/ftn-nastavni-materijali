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60cfab57bf4f77" /><Relationship Type="http://schemas.openxmlformats.org/officeDocument/2006/relationships/extended-properties" Target="/docProps/app.xml" Id="R49c9529fcc4c420c" /><Relationship Type="http://schemas.openxmlformats.org/officeDocument/2006/relationships/officeDocument" Target="/ppt/presentation.xml" Id="R828be973178f4a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caa963ba27479a"/>
  </p:sldMasterIdLst>
  <p:notesMasterIdLst>
    <p:notesMasterId xmlns:r="http://schemas.openxmlformats.org/officeDocument/2006/relationships" r:id="R2489cc994d704656"/>
  </p:notesMasterIdLst>
  <p:sldIdLst>
    <p:sldId xmlns:r="http://schemas.openxmlformats.org/officeDocument/2006/relationships" id="256" r:id="R0e7a00b497744ffa"/>
    <p:sldId xmlns:r="http://schemas.openxmlformats.org/officeDocument/2006/relationships" id="257" r:id="Rc76555c1b0794c64"/>
    <p:sldId xmlns:r="http://schemas.openxmlformats.org/officeDocument/2006/relationships" id="258" r:id="R73f65e7ee9a04fe6"/>
    <p:sldId xmlns:r="http://schemas.openxmlformats.org/officeDocument/2006/relationships" id="259" r:id="Rc6607f6cc0e5475b"/>
    <p:sldId xmlns:r="http://schemas.openxmlformats.org/officeDocument/2006/relationships" id="260" r:id="Rd7a02c98daed4468"/>
    <p:sldId xmlns:r="http://schemas.openxmlformats.org/officeDocument/2006/relationships" id="261" r:id="Rcc19537e30504283"/>
    <p:sldId xmlns:r="http://schemas.openxmlformats.org/officeDocument/2006/relationships" id="262" r:id="R654bccc091fa4793"/>
    <p:sldId xmlns:r="http://schemas.openxmlformats.org/officeDocument/2006/relationships" id="263" r:id="Rd16bb96fe5b84872"/>
    <p:sldId xmlns:r="http://schemas.openxmlformats.org/officeDocument/2006/relationships" id="264" r:id="Rf1e9571ee0534d41"/>
    <p:sldId xmlns:r="http://schemas.openxmlformats.org/officeDocument/2006/relationships" id="265" r:id="R148696f04c2b49a3"/>
    <p:sldId xmlns:r="http://schemas.openxmlformats.org/officeDocument/2006/relationships" id="266" r:id="R39397aa93f544599"/>
    <p:sldId xmlns:r="http://schemas.openxmlformats.org/officeDocument/2006/relationships" id="267" r:id="R2423930af8604567"/>
    <p:sldId xmlns:r="http://schemas.openxmlformats.org/officeDocument/2006/relationships" id="268" r:id="Rb58dac61b973452c"/>
    <p:sldId xmlns:r="http://schemas.openxmlformats.org/officeDocument/2006/relationships" id="269" r:id="R42da0de10d924b2f"/>
    <p:sldId xmlns:r="http://schemas.openxmlformats.org/officeDocument/2006/relationships" id="270" r:id="R5a849799408b44c7"/>
    <p:sldId xmlns:r="http://schemas.openxmlformats.org/officeDocument/2006/relationships" id="271" r:id="R97059eb9fdf74f5a"/>
    <p:sldId xmlns:r="http://schemas.openxmlformats.org/officeDocument/2006/relationships" id="272" r:id="R701d2ecd64034039"/>
    <p:sldId xmlns:r="http://schemas.openxmlformats.org/officeDocument/2006/relationships" id="273" r:id="R5bb7112efbbd4c55"/>
    <p:sldId xmlns:r="http://schemas.openxmlformats.org/officeDocument/2006/relationships" id="274" r:id="R7c37bbe219cb4627"/>
    <p:sldId xmlns:r="http://schemas.openxmlformats.org/officeDocument/2006/relationships" id="275" r:id="Rc7292fd419e54e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835eb11af64655" /><Relationship Type="http://schemas.openxmlformats.org/officeDocument/2006/relationships/slideMaster" Target="/ppt/slideMasters/slideMaster1.xml" Id="R96caa963ba27479a" /><Relationship Type="http://schemas.openxmlformats.org/officeDocument/2006/relationships/notesMaster" Target="/ppt/notesMasters/notesMaster1.xml" Id="R2489cc994d704656" /><Relationship Type="http://schemas.openxmlformats.org/officeDocument/2006/relationships/presProps" Target="/ppt/presProps.xml" Id="Rfda48b9c7ab743ae" /><Relationship Type="http://schemas.openxmlformats.org/officeDocument/2006/relationships/viewProps" Target="/ppt/viewProps.xml" Id="R374ccc5731504551" /><Relationship Type="http://schemas.openxmlformats.org/officeDocument/2006/relationships/tableStyles" Target="/ppt/tableStyles.xml" Id="R520d0772ce644fe4" /><Relationship Type="http://schemas.openxmlformats.org/officeDocument/2006/relationships/slide" Target="/ppt/slides/slide1.xml" Id="R0e7a00b497744ffa" /><Relationship Type="http://schemas.openxmlformats.org/officeDocument/2006/relationships/slide" Target="/ppt/slides/slide2.xml" Id="Rc76555c1b0794c64" /><Relationship Type="http://schemas.openxmlformats.org/officeDocument/2006/relationships/slide" Target="/ppt/slides/slide3.xml" Id="R73f65e7ee9a04fe6" /><Relationship Type="http://schemas.openxmlformats.org/officeDocument/2006/relationships/slide" Target="/ppt/slides/slide4.xml" Id="Rc6607f6cc0e5475b" /><Relationship Type="http://schemas.openxmlformats.org/officeDocument/2006/relationships/slide" Target="/ppt/slides/slide5.xml" Id="Rd7a02c98daed4468" /><Relationship Type="http://schemas.openxmlformats.org/officeDocument/2006/relationships/slide" Target="/ppt/slides/slide6.xml" Id="Rcc19537e30504283" /><Relationship Type="http://schemas.openxmlformats.org/officeDocument/2006/relationships/slide" Target="/ppt/slides/slide7.xml" Id="R654bccc091fa4793" /><Relationship Type="http://schemas.openxmlformats.org/officeDocument/2006/relationships/slide" Target="/ppt/slides/slide8.xml" Id="Rd16bb96fe5b84872" /><Relationship Type="http://schemas.openxmlformats.org/officeDocument/2006/relationships/slide" Target="/ppt/slides/slide9.xml" Id="Rf1e9571ee0534d41" /><Relationship Type="http://schemas.openxmlformats.org/officeDocument/2006/relationships/slide" Target="/ppt/slides/slide10.xml" Id="R148696f04c2b49a3" /><Relationship Type="http://schemas.openxmlformats.org/officeDocument/2006/relationships/slide" Target="/ppt/slides/slide11.xml" Id="R39397aa93f544599" /><Relationship Type="http://schemas.openxmlformats.org/officeDocument/2006/relationships/slide" Target="/ppt/slides/slide12.xml" Id="R2423930af8604567" /><Relationship Type="http://schemas.openxmlformats.org/officeDocument/2006/relationships/slide" Target="/ppt/slides/slide13.xml" Id="Rb58dac61b973452c" /><Relationship Type="http://schemas.openxmlformats.org/officeDocument/2006/relationships/slide" Target="/ppt/slides/slide14.xml" Id="R42da0de10d924b2f" /><Relationship Type="http://schemas.openxmlformats.org/officeDocument/2006/relationships/slide" Target="/ppt/slides/slide15.xml" Id="R5a849799408b44c7" /><Relationship Type="http://schemas.openxmlformats.org/officeDocument/2006/relationships/slide" Target="/ppt/slides/slide16.xml" Id="R97059eb9fdf74f5a" /><Relationship Type="http://schemas.openxmlformats.org/officeDocument/2006/relationships/slide" Target="/ppt/slides/slide17.xml" Id="R701d2ecd64034039" /><Relationship Type="http://schemas.openxmlformats.org/officeDocument/2006/relationships/slide" Target="/ppt/slides/slide18.xml" Id="R5bb7112efbbd4c55" /><Relationship Type="http://schemas.openxmlformats.org/officeDocument/2006/relationships/slide" Target="/ppt/slides/slide19.xml" Id="R7c37bbe219cb4627" /><Relationship Type="http://schemas.openxmlformats.org/officeDocument/2006/relationships/slide" Target="/ppt/slides/slide20.xml" Id="Rc7292fd419e54e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abd3b6bab040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d18fe44aea4315" /><Relationship Type="http://schemas.openxmlformats.org/officeDocument/2006/relationships/notesMaster" Target="/ppt/notesMasters/notesMaster1.xml" Id="R63639ec1829d40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2085ee73b74e32" /><Relationship Type="http://schemas.openxmlformats.org/officeDocument/2006/relationships/notesMaster" Target="/ppt/notesMasters/notesMaster1.xml" Id="R48ae5278fe9e41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b99c2da9d54fc4" /><Relationship Type="http://schemas.openxmlformats.org/officeDocument/2006/relationships/notesMaster" Target="/ppt/notesMasters/notesMaster1.xml" Id="R2260ae7d6f3f44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b977b70bc44771" /><Relationship Type="http://schemas.openxmlformats.org/officeDocument/2006/relationships/notesMaster" Target="/ppt/notesMasters/notesMaster1.xml" Id="R4d4202ddbd0140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d5aae568884fd1" /><Relationship Type="http://schemas.openxmlformats.org/officeDocument/2006/relationships/notesMaster" Target="/ppt/notesMasters/notesMaster1.xml" Id="R6c46cd8b2caa43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d1bddd147048f7" /><Relationship Type="http://schemas.openxmlformats.org/officeDocument/2006/relationships/notesMaster" Target="/ppt/notesMasters/notesMaster1.xml" Id="R0011875fe85f47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0388ad5a374f8b" /><Relationship Type="http://schemas.openxmlformats.org/officeDocument/2006/relationships/notesMaster" Target="/ppt/notesMasters/notesMaster1.xml" Id="Rcdb4fae888d94c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894e4357224449" /><Relationship Type="http://schemas.openxmlformats.org/officeDocument/2006/relationships/notesMaster" Target="/ppt/notesMasters/notesMaster1.xml" Id="R7875852d5cac42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e147c477574184" /><Relationship Type="http://schemas.openxmlformats.org/officeDocument/2006/relationships/notesMaster" Target="/ppt/notesMasters/notesMaster1.xml" Id="R57966bd6083b46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48d9f8db3b4303" /><Relationship Type="http://schemas.openxmlformats.org/officeDocument/2006/relationships/notesMaster" Target="/ppt/notesMasters/notesMaster1.xml" Id="R0e427112380b41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480e57ae944f5e" /><Relationship Type="http://schemas.openxmlformats.org/officeDocument/2006/relationships/notesMaster" Target="/ppt/notesMasters/notesMaster1.xml" Id="R3aa5838a9bac470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a72fd6b5d340bd" /><Relationship Type="http://schemas.openxmlformats.org/officeDocument/2006/relationships/notesMaster" Target="/ppt/notesMasters/notesMaster1.xml" Id="Ra7b401a2395c40a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531045a7784b7e" /><Relationship Type="http://schemas.openxmlformats.org/officeDocument/2006/relationships/notesMaster" Target="/ppt/notesMasters/notesMaster1.xml" Id="R172b5c4c680244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1219b5c378a498b" /><Relationship Type="http://schemas.openxmlformats.org/officeDocument/2006/relationships/notesMaster" Target="/ppt/notesMasters/notesMaster1.xml" Id="R8534807fa4454db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cc79bb6c8840ab" /><Relationship Type="http://schemas.openxmlformats.org/officeDocument/2006/relationships/notesMaster" Target="/ppt/notesMasters/notesMaster1.xml" Id="Rc8b9de2a25144a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eabab904bc44757" /><Relationship Type="http://schemas.openxmlformats.org/officeDocument/2006/relationships/notesMaster" Target="/ppt/notesMasters/notesMaster1.xml" Id="R6ee3ffe6095c451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2d5f67e80684df5" /><Relationship Type="http://schemas.openxmlformats.org/officeDocument/2006/relationships/notesMaster" Target="/ppt/notesMasters/notesMaster1.xml" Id="R7e4b3e2064e24d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a8df404dde64dae" /><Relationship Type="http://schemas.openxmlformats.org/officeDocument/2006/relationships/notesMaster" Target="/ppt/notesMasters/notesMaster1.xml" Id="R4bf40db9bfb9445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c6fd767eb894450" /><Relationship Type="http://schemas.openxmlformats.org/officeDocument/2006/relationships/notesMaster" Target="/ppt/notesMasters/notesMaster1.xml" Id="R050c20555dac4ae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bb972a99e574f8a" /><Relationship Type="http://schemas.openxmlformats.org/officeDocument/2006/relationships/notesMaster" Target="/ppt/notesMasters/notesMaster1.xml" Id="Rafacb34dac904c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b8e0c8455647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4e7934eadc42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9a9503817a47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fb56b8ee954b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2ebc47bdd447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746ade87fe4a3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45e66f564e4db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3b8344d0bf465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dd80af5ac64d9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15cb7a2d9b4a4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3185d95ec45c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572677-C035-4CAE-BCE6-05BEC692841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FEF4AA4-0737-4A3B-B9ED-8F552F0399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B63479-5FF1-48D0-AA46-AD275705B6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30F68F-847A-452B-B9C6-842D494BDD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6B6E841-4093-474A-ACB0-0002410587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40B092-86DD-4B58-82EB-F9DB0943B3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F310BE2-A936-4016-BCED-65D59931F11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0D5F6FC-C168-4831-9622-F2005E5A1B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09C8A0-9454-42FB-A467-45DFA0E37D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02DF1C-7845-49DA-8EE5-1E0709A150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E49759-98EC-4EBA-9D28-FA6128D8D9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464175-ECFA-4E8D-B031-1D1BCB18F4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11F00B-33A1-4CF1-8295-20CC5D29E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D4EBB9-28FE-4968-AE72-4A304E71F7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472F-2947-48E1-B6BC-9D16C356A5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B3748C-3D23-450E-8890-78226C66C6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6ADCAA-ECA3-4791-9B5B-2D60BC44759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18706C7-35E1-4F6D-84E0-FAEA018A89C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E985691-82DC-42F2-9CD4-F548231D69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4E74DB-6930-408E-96C9-4E7F5B96B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064AECF-17A3-4777-BD94-5DBEF359D5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E8EFD5-196C-4004-8672-CDDE20FB77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DE6C90-7CEE-48CC-B2EB-7C60CA2F96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A4B5FA0-1158-4211-BBF1-60AF85CB530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4B951F9-66A8-4673-A40B-5E3E71F5D0D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8D58514-8EC7-4041-BC7D-0AD1DB69D67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2D07FD4-7D2D-433D-B3E3-8964FDA899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A1F6C7F-84CE-4F23-BC33-1C87F455C0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CDA99C0-7BEA-42B7-975A-4A4B76B07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98FD4C-A81D-4EC3-8281-52C982DF6D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5CBC1C2-2D8F-4DD3-A8C7-A11FD365DC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13533BC-E170-47F0-88F4-1CE03D6910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C04F9A3-5CE3-4943-BB5F-C214C9B3D7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9AA55B0-F069-48BF-8647-993835B8BC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983DDC2-D8BB-4D43-8481-DCBCADC182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4AE18AF-45AE-4C2A-9A8E-95FFD0CEAB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D4AAB0-A3FD-4942-959C-260F0EC61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93A4AB-4A1A-40FE-8353-F94E002500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139CDD4-DC7A-4FC1-9C64-B102D6CA86A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2713030-B818-4346-8C62-3F1F51515F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A7206FA-C872-4592-A122-BE5420CE1C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213FD85-0CEC-4161-9D94-3F44C355D7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649222-4E54-41AF-9CD9-9862C5528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508D99C-9B6A-4712-80A1-AE49DA15B3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5CD0793-AFC3-428A-A8FF-774FACECDB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E4C21C8-E71F-4B72-ACC2-18B48D83CC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41C55E4-BC79-4D91-9714-2DD57799AA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CEE5B3-68A1-438F-A1DC-4439D4ACD0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088E65-8B72-4122-8C89-B422197264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4839409-5569-4DC8-8818-62B6FE93AB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9581C0C-31F3-4846-8483-10293ED1B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11D516-5051-4648-963A-BB728DAD9F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914DF4-ECA6-4D7B-A52D-503BC310AF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23E32C4-1153-470A-8936-AAEB26A3DA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5780C3-3BA5-45EE-81BD-D82A840552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1CC6E19-D446-4965-9A94-F1A028726F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AC6035-7940-4737-AD61-18A2DDF7F8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99755CA-9BE2-412D-A79E-53560F0FCA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b5dfcc99d04216" /><Relationship Type="http://schemas.openxmlformats.org/officeDocument/2006/relationships/slideLayout" Target="/ppt/slideLayouts/slideLayout1.xml" Id="R5882b2bc4c8d4799" /><Relationship Type="http://schemas.openxmlformats.org/officeDocument/2006/relationships/slideLayout" Target="/ppt/slideLayouts/slideLayout2.xml" Id="R729683ec78934852" /><Relationship Type="http://schemas.openxmlformats.org/officeDocument/2006/relationships/slideLayout" Target="/ppt/slideLayouts/slideLayout3.xml" Id="R1b832a388f7a40d4" /><Relationship Type="http://schemas.openxmlformats.org/officeDocument/2006/relationships/slideLayout" Target="/ppt/slideLayouts/slideLayout4.xml" Id="Ra091e3b4fa24482c" /><Relationship Type="http://schemas.openxmlformats.org/officeDocument/2006/relationships/slideLayout" Target="/ppt/slideLayouts/slideLayout5.xml" Id="R870f2b16b0044062" /><Relationship Type="http://schemas.openxmlformats.org/officeDocument/2006/relationships/slideLayout" Target="/ppt/slideLayouts/slideLayout6.xml" Id="R87baf5510f214ad2" /><Relationship Type="http://schemas.openxmlformats.org/officeDocument/2006/relationships/slideLayout" Target="/ppt/slideLayouts/slideLayout7.xml" Id="Rdf5155ad44bf47f6" /><Relationship Type="http://schemas.openxmlformats.org/officeDocument/2006/relationships/slideLayout" Target="/ppt/slideLayouts/slideLayout8.xml" Id="R9d12880ce3954ba2" /><Relationship Type="http://schemas.openxmlformats.org/officeDocument/2006/relationships/slideLayout" Target="/ppt/slideLayouts/slideLayout9.xml" Id="R07208f6988e34740" /><Relationship Type="http://schemas.openxmlformats.org/officeDocument/2006/relationships/slideLayout" Target="/ppt/slideLayouts/slideLayout10.xml" Id="R62da69551eb140ce" /><Relationship Type="http://schemas.openxmlformats.org/officeDocument/2006/relationships/slideLayout" Target="/ppt/slideLayouts/slideLayout11.xml" Id="Refde3e61afac47b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25E6FA-F10D-4180-A707-1E332B8740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80AAC9-0BEE-43A1-9CC6-65E5BCA72D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EEF19-40E9-4C23-A5F0-A11394C302A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B121B7-6560-4CB5-AC08-7C9934D680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94C1EC-102B-4857-B4B1-861414E185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82b2bc4c8d4799"/>
    <p:sldLayoutId xmlns:r="http://schemas.openxmlformats.org/officeDocument/2006/relationships" id="2147483650" r:id="R729683ec78934852"/>
    <p:sldLayoutId xmlns:r="http://schemas.openxmlformats.org/officeDocument/2006/relationships" id="2147483651" r:id="R1b832a388f7a40d4"/>
    <p:sldLayoutId xmlns:r="http://schemas.openxmlformats.org/officeDocument/2006/relationships" id="2147483652" r:id="Ra091e3b4fa24482c"/>
    <p:sldLayoutId xmlns:r="http://schemas.openxmlformats.org/officeDocument/2006/relationships" id="2147483653" r:id="R870f2b16b0044062"/>
    <p:sldLayoutId xmlns:r="http://schemas.openxmlformats.org/officeDocument/2006/relationships" id="2147483654" r:id="R87baf5510f214ad2"/>
    <p:sldLayoutId xmlns:r="http://schemas.openxmlformats.org/officeDocument/2006/relationships" id="2147483655" r:id="Rdf5155ad44bf47f6"/>
    <p:sldLayoutId xmlns:r="http://schemas.openxmlformats.org/officeDocument/2006/relationships" id="2147483656" r:id="R9d12880ce3954ba2"/>
    <p:sldLayoutId xmlns:r="http://schemas.openxmlformats.org/officeDocument/2006/relationships" id="2147483657" r:id="R07208f6988e34740"/>
    <p:sldLayoutId xmlns:r="http://schemas.openxmlformats.org/officeDocument/2006/relationships" id="2147483658" r:id="R62da69551eb140ce"/>
    <p:sldLayoutId xmlns:r="http://schemas.openxmlformats.org/officeDocument/2006/relationships" id="2147483659" r:id="Refde3e61afac47b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f4ee6e1aa1455e" /><Relationship Type="http://schemas.openxmlformats.org/officeDocument/2006/relationships/notesSlide" Target="/ppt/notesSlides/notesSlide1.xml" Id="Rf8fab6ec708f4b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64927e6b9d4c9f" /><Relationship Type="http://schemas.openxmlformats.org/officeDocument/2006/relationships/notesSlide" Target="/ppt/notesSlides/notesSlide2.xml" Id="R5cb65aa9041b41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88748140404adf" /><Relationship Type="http://schemas.openxmlformats.org/officeDocument/2006/relationships/notesSlide" Target="/ppt/notesSlides/notesSlide3.xml" Id="R996482ecf2814a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2ccbac30614a5d" /><Relationship Type="http://schemas.openxmlformats.org/officeDocument/2006/relationships/notesSlide" Target="/ppt/notesSlides/notesSlide4.xml" Id="Rb9c892e1bf4b4a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b0d94fc702467e" /><Relationship Type="http://schemas.openxmlformats.org/officeDocument/2006/relationships/notesSlide" Target="/ppt/notesSlides/notesSlide5.xml" Id="R5861a9560da64f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b1e436fe404555" /><Relationship Type="http://schemas.openxmlformats.org/officeDocument/2006/relationships/notesSlide" Target="/ppt/notesSlides/notesSlide6.xml" Id="R9d5f35717d4d4f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198505750e4520" /><Relationship Type="http://schemas.openxmlformats.org/officeDocument/2006/relationships/notesSlide" Target="/ppt/notesSlides/notesSlide7.xml" Id="R5b0ac7aee0fb49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43aec3ea72435c" /><Relationship Type="http://schemas.openxmlformats.org/officeDocument/2006/relationships/notesSlide" Target="/ppt/notesSlides/notesSlide8.xml" Id="R56d796657eeb40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9900268f554ac4" /><Relationship Type="http://schemas.openxmlformats.org/officeDocument/2006/relationships/notesSlide" Target="/ppt/notesSlides/notesSlide9.xml" Id="Rf92d68cbd2bf4c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36922cea3d43f0" /><Relationship Type="http://schemas.openxmlformats.org/officeDocument/2006/relationships/notesSlide" Target="/ppt/notesSlides/notesSlide10.xml" Id="Rcaf7edbace6f48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c4a0ca12b94656" /><Relationship Type="http://schemas.openxmlformats.org/officeDocument/2006/relationships/notesSlide" Target="/ppt/notesSlides/notesSlide11.xml" Id="R88b5b563511747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aa5716efa64bb6" /><Relationship Type="http://schemas.openxmlformats.org/officeDocument/2006/relationships/notesSlide" Target="/ppt/notesSlides/notesSlide12.xml" Id="R8769944118b441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919de9b76048b4" /><Relationship Type="http://schemas.openxmlformats.org/officeDocument/2006/relationships/notesSlide" Target="/ppt/notesSlides/notesSlide13.xml" Id="Re3c61abbb29b42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7cbb74efb343f4" /><Relationship Type="http://schemas.openxmlformats.org/officeDocument/2006/relationships/notesSlide" Target="/ppt/notesSlides/notesSlide14.xml" Id="Rf868a315400545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660d6f26f54e5b" /><Relationship Type="http://schemas.openxmlformats.org/officeDocument/2006/relationships/notesSlide" Target="/ppt/notesSlides/notesSlide15.xml" Id="Rfe16e18b1b4a4a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b8ea73a32b4a73" /><Relationship Type="http://schemas.openxmlformats.org/officeDocument/2006/relationships/notesSlide" Target="/ppt/notesSlides/notesSlide16.xml" Id="R15f00caffd8e417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95645e06324883" /><Relationship Type="http://schemas.openxmlformats.org/officeDocument/2006/relationships/notesSlide" Target="/ppt/notesSlides/notesSlide17.xml" Id="Rc29d0acf50514e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1060e907084252" /><Relationship Type="http://schemas.openxmlformats.org/officeDocument/2006/relationships/notesSlide" Target="/ppt/notesSlides/notesSlide18.xml" Id="R4ec1f29db05849c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aafd43aa7b4b40" /><Relationship Type="http://schemas.openxmlformats.org/officeDocument/2006/relationships/notesSlide" Target="/ppt/notesSlides/notesSlide19.xml" Id="R82846399367c406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fb19ed692947aa" /><Relationship Type="http://schemas.openxmlformats.org/officeDocument/2006/relationships/notesSlide" Target="/ppt/notesSlides/notesSlide20.xml" Id="R0b9c91b1d5a348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83A25F-37BD-4231-9D6E-2A9ABE2C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D513671-EA34-46B6-88F6-931A7771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676A6B50-C194-495A-9AA5-7AA431F3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79CF6D-B7E7-4FFA-A3A6-2F572AB9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Рад без везе и поуздана испорука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646C55B-EEAA-4E8F-AF83-7013FDBB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Очување намере кроз прекид и reconnect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4EDF6DDF-0136-4784-8F77-9E5F089F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85F43A1-D28A-4CC8-9F27-1AA57AA5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56A31B7-07A9-4C44-BEB9-75718812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5949966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Тема и проблем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Разумети како buffer, outbox, дедупликација и replay раде заједно.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Прекид везе раздваја тренутак настанка поруке од тренутка пријема. Систем мора да изабере шта чува, шта понавља и како спречава дуплу обраду.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4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Поуздана испорука даје поруци видљив животни циклус, уместо да се ослања на претпоставку да мрежа неће направити грешку.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FEBCE0-5D39-439A-B23B-AE6C99F2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36BFDF5-828F-46EA-B247-49C91A46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3E5487-F032-48BD-93E3-DAC013A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F60E696-45AD-4CB4-A49B-62D861AE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Четири појма теме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26049FC-B773-499C-9635-9B59070A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Прекид везе не мора да заустави локални рад, али уводи питање шта се десило док друга страна није била доступна.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5C5E2BB-9CCD-4D7D-88BA-DF5F8B95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B6A5EA5-55E9-4716-8445-D68402C7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6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A27501-F896-40F0-94F6-3A976393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2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Локална намера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96A85B2-153F-4046-837F-CC6F8350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8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настаје и чува се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8893865-B2DE-4BB4-BCF3-5549D1E3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3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70AD31-7291-430C-ADFE-34318EE3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6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8FF44D6-C37A-49A9-B3E8-20580311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2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Outbox или buffer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1C681DC-1253-46CA-836C-CA6E5C25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8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чека сигурну испоруку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7143B27-0F84-4BC1-9697-6E862BA7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6951419-E683-466E-B3F8-540FF66A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2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B8CCAEE-4E80-4A60-B1F6-F6E50A71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8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Прималац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4FBBF91-6678-4721-8A5F-556A1EA0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4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памти обрађене поруке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7A057BC8-39A4-4515-AE9B-D9B972B8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0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1AAE99-EC91-4B82-A344-F11034C6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2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4B51607-A57E-4C44-A724-354FE6A5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8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DLQ и replay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454BEF5-7073-45A7-B6E0-190B6CDC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4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видљива корекција неуспеха</a:t>
            </a:r>
          </a:p>
        </p:txBody>
      </p:sp>
    </p:spTree>
    <p:extLst>
      <p:ext uri="{BB962C8B-B14F-4D97-AF65-F5344CB8AC3E}">
        <p14:creationId xmlns:p14="http://schemas.microsoft.com/office/powerpoint/2010/main" val="15175109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Локална намера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Када нема везе, систем најпре трајно чува намеру и њен идентитет. Тако корисникова радња не нестаје само зато што удаљени систем тренутно није доступан.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Трајно се чува пре покушаја испоруке.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Радња не нестаје због недоступности удаљеног система.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Има сопствени стабилан идентитет.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Outbox или buffer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Outbox или buffer чека нову прилику за испоруку уз ограничен капацитет и јасну политику када се пуни. Бесконачан ред само прикрива проблем.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Ограничен капацитет, не бесконачан ред.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Има јасну политику за случај попуњености.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Чека нову прилику за испоруку, не губи поруку.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Дедупликација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Прималац памти стабилан идентитет већ обрађене поруке. Тиме reconnect и поновна испорука не стварају други пословни ефекат.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Памти идентитет већ обрађене поруке.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Спречава други пословни ефекат при поновној испоруци.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Идентитет мора бити стабилан, не променљив податак.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Replay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Replay понавља видљиво неуспешну испоруку кроз исти ток валидације и аудита. Не сме бити пречица која заобилази правила зато што је порука стара.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Понавља испоруку кроз исти ток валидације.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заобилази правила зато што је порука стара.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Пролази и кроз audit као свака друга порука.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Пример: reconnect после локалног рада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Удаљена компонента наставља локални рад док нема везу и чува поруке за касније.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Buffer има ограничење и јасно правило када више нема простора.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Outbox чува намеру заједно са пословном променом коју представља.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Прималац води евиденцију обрађених порука, а dead-letter чува неуспехе за контролисан replay.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0970-0192-4F2D-84DC-84CACE1D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C8E2C96-FFDC-47B6-9812-ECD627AC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20DED7F-6D6D-4C25-A790-BAA5AE7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EE5D36-C3EB-42E3-802E-35191AE7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Шема рада без везе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4D4F1D-4B00-4296-91C7-CCCCDE53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Прекид везе мења тренутак испоруке, али не сме да избрише намеру нити да је произвољно удвостручи.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B5829D0-FCDE-4387-BD97-2E68898D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CCE4DDA-4696-4294-B77E-C29810B4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Елемент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F317C1C-E79F-4EA1-A9E2-9E4CC917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F4125A9-381D-4201-9E61-BCF36EC5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Улога у току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97B2D68-2365-4827-B5CA-5738AB86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0A51FC-304A-4110-8BC5-689E0E7D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Локална промена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503A131-3535-4ECE-8F53-BAEA6CC0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95035B3-7302-42D5-9ADD-3A51030A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настаје без мреже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3BACB54-4676-42EF-84A1-D542CFB7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18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CA4E2A1-18CF-483A-B3E0-0D0749A5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2785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Buffer или outbox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AA55C21-C234-435A-919F-9C4C779F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118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EE3D286-0FE1-485D-B279-F63D0BD2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2785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чува поруку и разлог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03AD6BA-BD6C-4C5E-AD61-278AF61F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61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3CC129C-24AE-4889-878A-B2A5AB84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7928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Reconnect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7AE78BF-B18B-45AF-98E4-A0C3724E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7261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81986C2-ED57-4623-9261-72327BD7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7928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понавља испоруку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EF5166D-208A-4B25-B0E2-36524628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05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DBBAB4F-F0A3-4459-B92F-81F1B5DB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3072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Inbox и резултат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60BB47C-9F81-458B-9E9E-C3028264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2405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CE46418-8866-4CAF-B2B3-F00857A9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3072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спречавају дупли ефекат</a:t>
            </a:r>
          </a:p>
        </p:txBody>
      </p:sp>
    </p:spTree>
    <p:extLst>
      <p:ext uri="{BB962C8B-B14F-4D97-AF65-F5344CB8AC3E}">
        <p14:creationId xmlns:p14="http://schemas.microsoft.com/office/powerpoint/2010/main" val="10507398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Покретање примера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Пример чува намеру кроз прекид везе.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1200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56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cd examples/odp-dotnet/vezba-07-rad-bez-veze-outbox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run --project src/Odp.Vezba07.ConsoleUi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test Odp.Vezba07.sln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Правило у коду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Упис мерења успева и када везе нема; слање је одвојен корак.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4020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33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FlushReport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Flush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pending = ordering.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PendingInOrder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(outbox.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All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(pending.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== 0)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(0, 0,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OutboxCodes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NothingPending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delivered = 0;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foreach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message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pending)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{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(!uplink.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TrySend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(message))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(delivered, pending.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 delivered,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OutboxCodes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DeliveryUnconfirmed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outbox.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MarkDelivered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(message.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Position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delivered++;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}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16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(delivered, 0,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OutboxCodes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Flushed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18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 који задаје квар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После повратка везе поруке стижу редом којим су настале.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4020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33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Flush_WhenAckIsLost_ResendsAndTheCenterAppliesTheMessageOnce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_record.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Record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"m-1"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"a"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_record.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Record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"m-2"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"b"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_uplink.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LoseNextAck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first = _flush.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Flush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second = _flush.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Flush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using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EnterMultipleScope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{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(first,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FlushReport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(0, 2,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OutboxCodes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DeliveryUnconfirmed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(second,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FlushReport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(2, 0,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OutboxCodes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Flushed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(_center.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AppliedPayloads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[] { </a:t>
            </a:r>
            <a:r>
              <a:rPr sz="1200" b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"a"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"b"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}));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(_center.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DuplicatesIgnored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(1));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}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18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Испис демонстрације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Изгубљена потврда изазива поновно слање, а центар поруку примењује једном.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3268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26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Veza je u prekidu.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merenje m-1 -&gt; message_queued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merenje m-2 -&gt; message_queued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merenje m-3 -&gt; message_queued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pokušaj slanja bez veze -&gt; delivery_unconfirmed, isporučeno 0, preostalo 3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Veza se vratila, ali se prva potvrda gubi.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prvi pokušaj posle povratka -&gt; delivery_unconfirmed, isporučeno 0, preostalo 3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drugi pokušaj -&gt; outbox_flushed, isporučeno 3, preostalo 0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Centar je primenio 3 poruke redom: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signal -91 dBm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signal -88 dBm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signal -97 dBm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Ignorisanih duplikata: 1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9115CD0-66BD-4F18-AEE2-AF3DF9D3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AB80A3-532C-4A8B-9304-CCC4E154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D239E8-FCEF-43C1-A24E-72B86652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E7141D9-6F9D-4761-9718-8DAC80BD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Принципи и замке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18757B-E3A5-4085-B709-A2854932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Принцип важи тек када је препозната и замка која га тихо поништава.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8FD8C37-AF9E-4822-B40B-0387FC0E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ПРИНЦИПИ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A01A62D-04DB-44D2-B568-30374143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Порука која не пролази не нестаје тихо, већ добија видљив разлог.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Поновљена испорука је очекивана и прималац је препознаје.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Локални капацитет и политика одбацивања морају бити експлицитни.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4E12D301-9554-48B9-9C03-A4F3E550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9EB4991-68DA-4EBA-93B9-E4BA92C1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ЗАМКЕ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AF6E6E0-B7CE-44A3-A05B-C4F27E42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13796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Buffer без ограничења и без политике при попуњености.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Replay који заобилази исту валидацију као први покушај.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Дедупликација ослоњена само на податак који се може променити.</a:t>
            </a:r>
          </a:p>
        </p:txBody>
      </p:sp>
    </p:spTree>
    <p:extLst>
      <p:ext uri="{BB962C8B-B14F-4D97-AF65-F5344CB8AC3E}">
        <p14:creationId xmlns:p14="http://schemas.microsoft.com/office/powerpoint/2010/main" val="10440772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Типичне грешке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Ове грешке се најчешће понављају када се принцип површно примени.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Buffer без ограничења.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Replay који заобилази валидацију.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Дедупликација заснована на променљивом податку.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Како се принцип примењује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Кораци показују како се принцип препознаје и доследно спроводи у развоју.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Одредити капацитет и политику при попуњености.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Поновити повезивање након прекида.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Пратити поруку до коначног исхода.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Питање за дискусију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Одговор се образлаже failure сценаријем и тестом, а не описом срећног пута.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Коју поруку бисте обавезно сачували док нема везе, а коју бисте смели да одбаците уз обавештење?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1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ЗА ВЕЖБУ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Коју поруку бисте морали сачувати током прекида везе, а коју бисте смели изгубити уз јасно обавештење? Зашто?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уз пример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Проширење примера уз вежбу; правило иде у домен, а доказ у тест.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Ограничити величину outbox-а (Capacity).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Када је пун, ново мерење се одбија кодом outbox_full уместо да се тихо изгуби старо.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Правило покрити тестом у коме веза остаје у прекиду.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Примена на пројекат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Принцип са вежбе примењује се на додељену пројектну целину.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Идентификовати конкретну дистрибуирану одлуку у својој целини.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Имплементирати је са стабилним кодом исхода.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поновљив failure сценарио и тест који га доказује.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најпре одлучује шта може да се задржи локално, колико дуго и шта се дешава при попуњеном капацитету.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75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Прекид везе мења тренутак испоруке, али не сме да избрише намеру нити да је произвољно удвостручи.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4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4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1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5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Наредна вежба: Координација, проток и евентуална конзистентност.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2026-09-29T18:47:09.5960000Z</dcterms:created>
  <dcterms:modified xsi:type="dcterms:W3CDTF">2026-09-29T18:47:09.5960000Z</dcterms:modified>
</coreProperties>
</file>