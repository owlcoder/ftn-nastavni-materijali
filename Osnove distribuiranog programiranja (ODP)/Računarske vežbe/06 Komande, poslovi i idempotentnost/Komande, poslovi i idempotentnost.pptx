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d0698f5b84fa3" /><Relationship Type="http://schemas.openxmlformats.org/officeDocument/2006/relationships/extended-properties" Target="/docProps/app.xml" Id="R43e7149ad4514486" /><Relationship Type="http://schemas.openxmlformats.org/officeDocument/2006/relationships/officeDocument" Target="/ppt/presentation.xml" Id="R1ecfe9b688d74d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ffb4a92c34c0d"/>
  </p:sldMasterIdLst>
  <p:notesMasterIdLst>
    <p:notesMasterId xmlns:r="http://schemas.openxmlformats.org/officeDocument/2006/relationships" r:id="R050d161084e2466e"/>
  </p:notesMasterIdLst>
  <p:sldIdLst>
    <p:sldId xmlns:r="http://schemas.openxmlformats.org/officeDocument/2006/relationships" id="256" r:id="R116b7e4ba5224d24"/>
    <p:sldId xmlns:r="http://schemas.openxmlformats.org/officeDocument/2006/relationships" id="257" r:id="R75d1aba29c714b7b"/>
    <p:sldId xmlns:r="http://schemas.openxmlformats.org/officeDocument/2006/relationships" id="258" r:id="R506f20b15df84796"/>
    <p:sldId xmlns:r="http://schemas.openxmlformats.org/officeDocument/2006/relationships" id="259" r:id="R979efcb35b7c4c9d"/>
    <p:sldId xmlns:r="http://schemas.openxmlformats.org/officeDocument/2006/relationships" id="260" r:id="R5b31c6367a0f4890"/>
    <p:sldId xmlns:r="http://schemas.openxmlformats.org/officeDocument/2006/relationships" id="261" r:id="R047d76188f3346fc"/>
    <p:sldId xmlns:r="http://schemas.openxmlformats.org/officeDocument/2006/relationships" id="262" r:id="R920a2352df72476d"/>
    <p:sldId xmlns:r="http://schemas.openxmlformats.org/officeDocument/2006/relationships" id="263" r:id="Raa907f65f2294e0c"/>
    <p:sldId xmlns:r="http://schemas.openxmlformats.org/officeDocument/2006/relationships" id="264" r:id="R2728aad831804d61"/>
    <p:sldId xmlns:r="http://schemas.openxmlformats.org/officeDocument/2006/relationships" id="265" r:id="R3b330b25d6df4a0a"/>
    <p:sldId xmlns:r="http://schemas.openxmlformats.org/officeDocument/2006/relationships" id="266" r:id="R5b209aa509354ab2"/>
    <p:sldId xmlns:r="http://schemas.openxmlformats.org/officeDocument/2006/relationships" id="267" r:id="Rf0f20265981146fc"/>
    <p:sldId xmlns:r="http://schemas.openxmlformats.org/officeDocument/2006/relationships" id="268" r:id="Rb5d5221daf5c46e6"/>
    <p:sldId xmlns:r="http://schemas.openxmlformats.org/officeDocument/2006/relationships" id="269" r:id="Rc4ce6d4cad4248a6"/>
    <p:sldId xmlns:r="http://schemas.openxmlformats.org/officeDocument/2006/relationships" id="270" r:id="R92550e0d05514d76"/>
    <p:sldId xmlns:r="http://schemas.openxmlformats.org/officeDocument/2006/relationships" id="271" r:id="Rbc1e60a936524404"/>
    <p:sldId xmlns:r="http://schemas.openxmlformats.org/officeDocument/2006/relationships" id="272" r:id="Rd795b1c217884eb2"/>
    <p:sldId xmlns:r="http://schemas.openxmlformats.org/officeDocument/2006/relationships" id="273" r:id="R83ae03ab4e0241a0"/>
    <p:sldId xmlns:r="http://schemas.openxmlformats.org/officeDocument/2006/relationships" id="274" r:id="Rac0980f281084aa7"/>
    <p:sldId xmlns:r="http://schemas.openxmlformats.org/officeDocument/2006/relationships" id="275" r:id="R66b62a38789c4b7b"/>
    <p:sldId xmlns:r="http://schemas.openxmlformats.org/officeDocument/2006/relationships" id="276" r:id="Rd3b3d110e0f14e5e"/>
    <p:sldId xmlns:r="http://schemas.openxmlformats.org/officeDocument/2006/relationships" id="277" r:id="R32985100ec7f46b3"/>
    <p:sldId xmlns:r="http://schemas.openxmlformats.org/officeDocument/2006/relationships" id="278" r:id="R144f3d316a864b6a"/>
    <p:sldId xmlns:r="http://schemas.openxmlformats.org/officeDocument/2006/relationships" id="279" r:id="R813b8f363e224bf8"/>
    <p:sldId xmlns:r="http://schemas.openxmlformats.org/officeDocument/2006/relationships" id="280" r:id="R5aab2fe5f89d4d67"/>
    <p:sldId xmlns:r="http://schemas.openxmlformats.org/officeDocument/2006/relationships" id="281" r:id="R7f7efc4b154a42ab"/>
    <p:sldId xmlns:r="http://schemas.openxmlformats.org/officeDocument/2006/relationships" id="282" r:id="Rd64cf90299a440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467a279cd4498" /><Relationship Type="http://schemas.openxmlformats.org/officeDocument/2006/relationships/slideMaster" Target="/ppt/slideMasters/slideMaster1.xml" Id="Re63ffb4a92c34c0d" /><Relationship Type="http://schemas.openxmlformats.org/officeDocument/2006/relationships/notesMaster" Target="/ppt/notesMasters/notesMaster1.xml" Id="R050d161084e2466e" /><Relationship Type="http://schemas.openxmlformats.org/officeDocument/2006/relationships/presProps" Target="/ppt/presProps.xml" Id="R60323d85410f4353" /><Relationship Type="http://schemas.openxmlformats.org/officeDocument/2006/relationships/tableStyles" Target="/ppt/tableStyles.xml" Id="Rcd229f6d286d45e8" /><Relationship Type="http://schemas.openxmlformats.org/officeDocument/2006/relationships/slide" Target="/ppt/slides/slide1.xml" Id="R116b7e4ba5224d24" /><Relationship Type="http://schemas.openxmlformats.org/officeDocument/2006/relationships/slide" Target="/ppt/slides/slide2.xml" Id="R75d1aba29c714b7b" /><Relationship Type="http://schemas.openxmlformats.org/officeDocument/2006/relationships/slide" Target="/ppt/slides/slide3.xml" Id="R506f20b15df84796" /><Relationship Type="http://schemas.openxmlformats.org/officeDocument/2006/relationships/slide" Target="/ppt/slides/slide4.xml" Id="R979efcb35b7c4c9d" /><Relationship Type="http://schemas.openxmlformats.org/officeDocument/2006/relationships/slide" Target="/ppt/slides/slide5.xml" Id="R5b31c6367a0f4890" /><Relationship Type="http://schemas.openxmlformats.org/officeDocument/2006/relationships/slide" Target="/ppt/slides/slide6.xml" Id="R047d76188f3346fc" /><Relationship Type="http://schemas.openxmlformats.org/officeDocument/2006/relationships/slide" Target="/ppt/slides/slide7.xml" Id="R920a2352df72476d" /><Relationship Type="http://schemas.openxmlformats.org/officeDocument/2006/relationships/slide" Target="/ppt/slides/slide8.xml" Id="Raa907f65f2294e0c" /><Relationship Type="http://schemas.openxmlformats.org/officeDocument/2006/relationships/slide" Target="/ppt/slides/slide9.xml" Id="R2728aad831804d61" /><Relationship Type="http://schemas.openxmlformats.org/officeDocument/2006/relationships/slide" Target="/ppt/slides/slide10.xml" Id="R3b330b25d6df4a0a" /><Relationship Type="http://schemas.openxmlformats.org/officeDocument/2006/relationships/slide" Target="/ppt/slides/slide11.xml" Id="R5b209aa509354ab2" /><Relationship Type="http://schemas.openxmlformats.org/officeDocument/2006/relationships/slide" Target="/ppt/slides/slide12.xml" Id="Rf0f20265981146fc" /><Relationship Type="http://schemas.openxmlformats.org/officeDocument/2006/relationships/slide" Target="/ppt/slides/slide13.xml" Id="Rb5d5221daf5c46e6" /><Relationship Type="http://schemas.openxmlformats.org/officeDocument/2006/relationships/slide" Target="/ppt/slides/slide14.xml" Id="Rc4ce6d4cad4248a6" /><Relationship Type="http://schemas.openxmlformats.org/officeDocument/2006/relationships/slide" Target="/ppt/slides/slide15.xml" Id="R92550e0d05514d76" /><Relationship Type="http://schemas.openxmlformats.org/officeDocument/2006/relationships/slide" Target="/ppt/slides/slide16.xml" Id="Rbc1e60a936524404" /><Relationship Type="http://schemas.openxmlformats.org/officeDocument/2006/relationships/slide" Target="/ppt/slides/slide17.xml" Id="Rd795b1c217884eb2" /><Relationship Type="http://schemas.openxmlformats.org/officeDocument/2006/relationships/slide" Target="/ppt/slides/slide18.xml" Id="R83ae03ab4e0241a0" /><Relationship Type="http://schemas.openxmlformats.org/officeDocument/2006/relationships/slide" Target="/ppt/slides/slide19.xml" Id="Rac0980f281084aa7" /><Relationship Type="http://schemas.openxmlformats.org/officeDocument/2006/relationships/slide" Target="/ppt/slides/slide20.xml" Id="R66b62a38789c4b7b" /><Relationship Type="http://schemas.openxmlformats.org/officeDocument/2006/relationships/slide" Target="/ppt/slides/slide21.xml" Id="Rd3b3d110e0f14e5e" /><Relationship Type="http://schemas.openxmlformats.org/officeDocument/2006/relationships/slide" Target="/ppt/slides/slide22.xml" Id="R32985100ec7f46b3" /><Relationship Type="http://schemas.openxmlformats.org/officeDocument/2006/relationships/slide" Target="/ppt/slides/slide23.xml" Id="R144f3d316a864b6a" /><Relationship Type="http://schemas.openxmlformats.org/officeDocument/2006/relationships/slide" Target="/ppt/slides/slide24.xml" Id="R813b8f363e224bf8" /><Relationship Type="http://schemas.openxmlformats.org/officeDocument/2006/relationships/slide" Target="/ppt/slides/slide25.xml" Id="R5aab2fe5f89d4d67" /><Relationship Type="http://schemas.openxmlformats.org/officeDocument/2006/relationships/slide" Target="/ppt/slides/slide26.xml" Id="R7f7efc4b154a42ab" /><Relationship Type="http://schemas.openxmlformats.org/officeDocument/2006/relationships/slide" Target="/ppt/slides/slide27.xml" Id="Rd64cf90299a4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3ddc640a7742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bda7b68aa34b56" /><Relationship Type="http://schemas.openxmlformats.org/officeDocument/2006/relationships/notesMaster" Target="/ppt/notesMasters/notesMaster1.xml" Id="Re47576a458a542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33a4fe6504724" /><Relationship Type="http://schemas.openxmlformats.org/officeDocument/2006/relationships/notesMaster" Target="/ppt/notesMasters/notesMaster1.xml" Id="Rabb5177d590a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b61cd4a3e4b61" /><Relationship Type="http://schemas.openxmlformats.org/officeDocument/2006/relationships/notesMaster" Target="/ppt/notesMasters/notesMaster1.xml" Id="R8ed1663ff8f74a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ccf42dfc564ea6" /><Relationship Type="http://schemas.openxmlformats.org/officeDocument/2006/relationships/notesMaster" Target="/ppt/notesMasters/notesMaster1.xml" Id="R9df4e695652048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890cbb6d94d0c" /><Relationship Type="http://schemas.openxmlformats.org/officeDocument/2006/relationships/notesMaster" Target="/ppt/notesMasters/notesMaster1.xml" Id="R46c28865cff945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791edcc8214334" /><Relationship Type="http://schemas.openxmlformats.org/officeDocument/2006/relationships/notesMaster" Target="/ppt/notesMasters/notesMaster1.xml" Id="R821a2b21cde845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9af2b9493f46c3" /><Relationship Type="http://schemas.openxmlformats.org/officeDocument/2006/relationships/notesMaster" Target="/ppt/notesMasters/notesMaster1.xml" Id="R7a67bd5e64c740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0af7caa4bc4ad4" /><Relationship Type="http://schemas.openxmlformats.org/officeDocument/2006/relationships/notesMaster" Target="/ppt/notesMasters/notesMaster1.xml" Id="Rd49af6ace06448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f92734167a4b6d" /><Relationship Type="http://schemas.openxmlformats.org/officeDocument/2006/relationships/notesMaster" Target="/ppt/notesMasters/notesMaster1.xml" Id="R08e81111f4d94e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4540a297514eff" /><Relationship Type="http://schemas.openxmlformats.org/officeDocument/2006/relationships/notesMaster" Target="/ppt/notesMasters/notesMaster1.xml" Id="R12702390ccb745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360cc674b045fe" /><Relationship Type="http://schemas.openxmlformats.org/officeDocument/2006/relationships/notesMaster" Target="/ppt/notesMasters/notesMaster1.xml" Id="R7acc0f0caf8c4c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b2597d0aad4289" /><Relationship Type="http://schemas.openxmlformats.org/officeDocument/2006/relationships/notesMaster" Target="/ppt/notesMasters/notesMaster1.xml" Id="R9ae90fe301e64e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a178f1894a4bac" /><Relationship Type="http://schemas.openxmlformats.org/officeDocument/2006/relationships/notesMaster" Target="/ppt/notesMasters/notesMaster1.xml" Id="Rf4dd115439f143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6b283c1e4445b5" /><Relationship Type="http://schemas.openxmlformats.org/officeDocument/2006/relationships/notesMaster" Target="/ppt/notesMasters/notesMaster1.xml" Id="Ra1e6b568d6ae47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66d6e2c3044fc4" /><Relationship Type="http://schemas.openxmlformats.org/officeDocument/2006/relationships/notesMaster" Target="/ppt/notesMasters/notesMaster1.xml" Id="Rc7064c118a8748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fa41baebdc4bc1" /><Relationship Type="http://schemas.openxmlformats.org/officeDocument/2006/relationships/notesMaster" Target="/ppt/notesMasters/notesMaster1.xml" Id="R009efecef78f4d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ad04649faf40d2" /><Relationship Type="http://schemas.openxmlformats.org/officeDocument/2006/relationships/notesMaster" Target="/ppt/notesMasters/notesMaster1.xml" Id="R0e3dfa12b84f4b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c17aa50ad24d19" /><Relationship Type="http://schemas.openxmlformats.org/officeDocument/2006/relationships/notesMaster" Target="/ppt/notesMasters/notesMaster1.xml" Id="Raad6bbe9d9bb4b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7181dd2a024d63" /><Relationship Type="http://schemas.openxmlformats.org/officeDocument/2006/relationships/notesMaster" Target="/ppt/notesMasters/notesMaster1.xml" Id="Rf5931fe32ac74d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1978c4872f47c7" /><Relationship Type="http://schemas.openxmlformats.org/officeDocument/2006/relationships/notesMaster" Target="/ppt/notesMasters/notesMaster1.xml" Id="Rb5b7eb1fefa64e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0838291e9c498a" /><Relationship Type="http://schemas.openxmlformats.org/officeDocument/2006/relationships/notesMaster" Target="/ppt/notesMasters/notesMaster1.xml" Id="R44759f4ae3374e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668ab018e74c91" /><Relationship Type="http://schemas.openxmlformats.org/officeDocument/2006/relationships/notesMaster" Target="/ppt/notesMasters/notesMaster1.xml" Id="Rdeaf66e9a8a44f3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eaabd34e9143ec" /><Relationship Type="http://schemas.openxmlformats.org/officeDocument/2006/relationships/notesMaster" Target="/ppt/notesMasters/notesMaster1.xml" Id="R3ca902fe88534d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98fb0e68fd41a6" /><Relationship Type="http://schemas.openxmlformats.org/officeDocument/2006/relationships/notesMaster" Target="/ppt/notesMasters/notesMaster1.xml" Id="R42e7de3e0f1c48a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3cc1b249ca4852" /><Relationship Type="http://schemas.openxmlformats.org/officeDocument/2006/relationships/notesMaster" Target="/ppt/notesMasters/notesMaster1.xml" Id="R5864ea33a8d04a5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7c80c4032e4fa2" /><Relationship Type="http://schemas.openxmlformats.org/officeDocument/2006/relationships/notesMaster" Target="/ppt/notesMasters/notesMaster1.xml" Id="R0cb982fe348b480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6612d8a8954207" /><Relationship Type="http://schemas.openxmlformats.org/officeDocument/2006/relationships/notesMaster" Target="/ppt/notesMasters/notesMaster1.xml" Id="R22a481898cb246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Поуздан напредак без сигурне потврде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Разумети како се команда и дуготрајан посао воде кроз retry, преузимање и касне одговоре.</a:t>
            </a:r>
          </a:p>
          <a:p xmlns:a="http://schemas.openxmlformats.org/drawingml/2006/main">
            <a:r>
              <a:t>Слање захтева не значи да је удаљена радња завршена. Поновни покушај може помоћи, али може и да понови пословни ефекат.</a:t>
            </a:r>
          </a:p>
          <a:p xmlns:a="http://schemas.openxmlformats.org/drawingml/2006/main">
            <a:r>
              <a:t>Идемпотентност чува значење поновљеног захтева, а ограничено власништво над послом спречава сукоб workera.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је захтев за промену света, а не обичан позив методе.</a:t>
            </a:r>
          </a:p>
          <a:p xmlns:a="http://schemas.openxmlformats.org/drawingml/2006/main">
            <a:r>
              <a:t>валидирана намера</a:t>
            </a:r>
          </a:p>
          <a:p xmlns:a="http://schemas.openxmlformats.org/drawingml/2006/main">
            <a:r>
              <a:t>рад у позадини</a:t>
            </a:r>
          </a:p>
          <a:p xmlns:a="http://schemas.openxmlformats.org/drawingml/2006/main">
            <a:r>
              <a:t>може каснити</a:t>
            </a:r>
          </a:p>
          <a:p xmlns:a="http://schemas.openxmlformats.org/drawingml/2006/main">
            <a:r>
              <a:t>једном забележен резултат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Захтев изражава пословну намеру и добија стабилан идентитет операције. Тај идентитет повезује поновљени покушај са истом намером, а не са новом радњом.</a:t>
            </a:r>
          </a:p>
          <a:p xmlns:a="http://schemas.openxmlformats.org/drawingml/2006/main">
            <a:r>
              <a:t>Носи стабилан идентитет операције, не случајан број.</a:t>
            </a:r>
          </a:p>
          <a:p xmlns:a="http://schemas.openxmlformats.org/drawingml/2006/main">
            <a:r>
              <a:t>Поновљени покушај се препознаје као иста намера.</a:t>
            </a:r>
          </a:p>
          <a:p xmlns:a="http://schemas.openxmlformats.org/drawingml/2006/main">
            <a:r>
              <a:t>Основа за идемпотентно руковање.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Дуготрајан посао може чекати ресурс, променити власника или бити преузет након пада workera. Његов статус мора остати видљив независно од једног процеса.</a:t>
            </a:r>
          </a:p>
          <a:p xmlns:a="http://schemas.openxmlformats.org/drawingml/2006/main">
            <a:r>
              <a:t>Статус видљив независно од једног процеса.</a:t>
            </a:r>
          </a:p>
          <a:p xmlns:a="http://schemas.openxmlformats.org/drawingml/2006/main">
            <a:r>
              <a:t>Може бити преузет након пада workera.</a:t>
            </a:r>
          </a:p>
          <a:p xmlns:a="http://schemas.openxmlformats.org/drawingml/2006/main">
            <a:r>
              <a:t>Два workera не смеју веровати да су оба власници.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Потврда може стићи након истека рока или након новог покушаја. Систем мора проверити да ли се односи на актуелно стање пре него што га измени.</a:t>
            </a:r>
          </a:p>
          <a:p xmlns:a="http://schemas.openxmlformats.org/drawingml/2006/main">
            <a:r>
              <a:t>Може стићи после истека рока или новог покушаја.</a:t>
            </a:r>
          </a:p>
          <a:p xmlns:a="http://schemas.openxmlformats.org/drawingml/2006/main">
            <a:r>
              <a:t>Проверава се према актуелном стању пре примене.</a:t>
            </a:r>
          </a:p>
          <a:p xmlns:a="http://schemas.openxmlformats.org/drawingml/2006/main">
            <a:r>
              <a:t>Не сме тихо преписати новије стање.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Идемпотентност чува један пословни исход за исту намеру, чак и када порука стигне више пута. Она не значи да се свака радња може безбедно понављати.</a:t>
            </a:r>
          </a:p>
          <a:p xmlns:a="http://schemas.openxmlformats.org/drawingml/2006/main">
            <a:r>
              <a:t>Један пословни исход без обзира на број покушаја.</a:t>
            </a:r>
          </a:p>
          <a:p xmlns:a="http://schemas.openxmlformats.org/drawingml/2006/main">
            <a:r>
              <a:t>Не значи да је свака радња безбедна за retry.</a:t>
            </a:r>
          </a:p>
          <a:p xmlns:a="http://schemas.openxmlformats.org/drawingml/2006/main">
            <a:r>
              <a:t>Retry има границу, не изводи се бесконачно.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Клијент не добија одговор на време и шаље исти захтев поново.</a:t>
            </a:r>
          </a:p>
          <a:p xmlns:a="http://schemas.openxmlformats.org/drawingml/2006/main">
            <a:r>
              <a:t>Поновни покушај користи исти идентитет операције када намера корисника није промењена.</a:t>
            </a:r>
          </a:p>
          <a:p xmlns:a="http://schemas.openxmlformats.org/drawingml/2006/main">
            <a:r>
              <a:t>Worker који преузима посао има ограничено време власништва и не може завршити рад након истека.</a:t>
            </a:r>
          </a:p>
          <a:p xmlns:a="http://schemas.openxmlformats.org/drawingml/2006/main">
            <a:r>
              <a:t>Касна потврда не сме преписати новије, завршено стање.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Retry повећава шансу да се радња заврши, док идемпотентност чува њено значење.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Скица приказује Run_WhenAckIsMissing_ResendsTheSameCommandAndTheDeviceExecutesItOnce. Тест проверава Deliveries 2 и ExecutedCommandIds само cmd-1. На овом слајду није претпостављено да timeout доказује неуспех удаљене радње.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води команду ка удаљеном уређају кроз неизвесност.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Правило у коду</a:t>
            </a:r>
          </a:p>
          <a:p xmlns:a="http://schemas.openxmlformats.org/drawingml/2006/main">
            <a:r>
              <a:t>Поновљени захтев са истим CommandId не шаље команду други пут.</a:t>
            </a:r>
          </a:p>
          <a:p xmlns:a="http://schemas.openxmlformats.org/drawingml/2006/main">
            <a:r>
              <a:t>Потврда помера Sent или TimedOut у Acknowledged, док поновљена потврда добија AckDuplicate.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Потврда помера Sent или TimedOut у Acknowledged, док поновљена потврда добија AckDuplicate.</a:t>
            </a:r>
          </a:p>
          <a:p xmlns:a="http://schemas.openxmlformats.org/drawingml/2006/main">
            <a:r>
              <a:t>Поновљени захтев са истим CommandId не шаље команду други пут.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истека се шаље иста команда, уређај је прима два пута, а извршава једном.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Потврда која стигне после одустајања исправља стање (late_ack_reconciled).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Статус команде описује знање система, не нагађање о удаљеном свету.</a:t>
            </a:r>
          </a:p>
          <a:p xmlns:a="http://schemas.openxmlformats.org/drawingml/2006/main">
            <a:r>
              <a:t>Idempotency кључ везује поновљене покушаје за исти пословни резултат.</a:t>
            </a:r>
          </a:p>
          <a:p xmlns:a="http://schemas.openxmlformats.org/drawingml/2006/main">
            <a:r>
              <a:t>Lease има рок и штити систем од закашњелог рада претходног власника.</a:t>
            </a:r>
          </a:p>
          <a:p xmlns:a="http://schemas.openxmlformats.org/drawingml/2006/main">
            <a:r>
              <a:t>Retry без границе и без разлога за престанак.</a:t>
            </a:r>
          </a:p>
          <a:p xmlns:a="http://schemas.openxmlformats.org/drawingml/2006/main">
            <a:r>
              <a:t>Две обраде које обе верују да су власници посла.</a:t>
            </a:r>
          </a:p>
          <a:p xmlns:a="http://schemas.openxmlformats.org/drawingml/2006/main">
            <a:r>
              <a:t>Касна потврда која преписује завршено стање.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Retry без границе.</a:t>
            </a:r>
          </a:p>
          <a:p xmlns:a="http://schemas.openxmlformats.org/drawingml/2006/main">
            <a:r>
              <a:t>Два workera верују да су власници.</a:t>
            </a:r>
          </a:p>
          <a:p xmlns:a="http://schemas.openxmlformats.org/drawingml/2006/main">
            <a:r>
              <a:t>Касна потврда преписује ново стање.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Раздвојити пријем, обраду и приказ исхода.</a:t>
            </a:r>
          </a:p>
          <a:p xmlns:a="http://schemas.openxmlformats.org/drawingml/2006/main">
            <a:r>
              <a:t>Везати понављање за идентитет операције.</a:t>
            </a:r>
          </a:p>
          <a:p xmlns:a="http://schemas.openxmlformats.org/drawingml/2006/main">
            <a:r>
              <a:t>Тестирати пад workera и касну потврду.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Која радња би имала неприхватљиву последицу ако се изврши два пута и шта је њен стабилни идентитет?</a:t>
            </a:r>
          </a:p>
          <a:p xmlns:a="http://schemas.openxmlformats.org/drawingml/2006/main">
            <a:r>
              <a:t>Која би последица дуплог извршења била неприхватљива и који идентитет операције спречава такав исход?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Додати одлагање између покушаја (RetryDelay) које расте са бројем покушаја.</a:t>
            </a:r>
          </a:p>
          <a:p xmlns:a="http://schemas.openxmlformats.org/drawingml/2006/main">
            <a:r>
              <a:t>Правило додати у CommandLifecycle и тестом показати да се поновно слање не дешава пре истека одлагања.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Трећа контролна тачка (Вежба 5–6) заокружује основни ниво система и поставља базну линију тестова пред следећу фазу рада.</a:t>
            </a:r>
          </a:p>
          <a:p xmlns:a="http://schemas.openxmlformats.org/drawingml/2006/main">
            <a:r>
              <a:t>Кључни use-case-ови имају тестове за успешне, негативне и failure сценарије.</a:t>
            </a:r>
          </a:p>
          <a:p xmlns:a="http://schemas.openxmlformats.org/drawingml/2006/main">
            <a:r>
              <a:t>Извештај о покривености је прегледан.</a:t>
            </a:r>
          </a:p>
          <a:p xmlns:a="http://schemas.openxmlformats.org/drawingml/2006/main">
            <a:r>
              <a:t>Најмање један bug је најпре репродукован тестом уз FailureSimulator.</a:t>
            </a:r>
          </a:p>
          <a:p xmlns:a="http://schemas.openxmlformats.org/drawingml/2006/main">
            <a:r>
              <a:t>Стабилна верзија језгра је означена Git tag-ом manual-core-baseline.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 раздваја пријем захтева, обраду у позадини и приказ исхода.</a:t>
            </a:r>
          </a:p>
          <a:p xmlns:a="http://schemas.openxmlformats.org/drawingml/2006/main">
            <a:r>
              <a:t>Retry повећава шансу да се радња заврши, док идемпотентност чува њено значење.</a:t>
            </a:r>
          </a:p>
          <a:p xmlns:a="http://schemas.openxmlformats.org/drawingml/2006/main">
            <a:r>
              <a:t>Наредна вежба: Рад без везе и поуздана испорука.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76cb760e14e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9a19c54484e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ab75aaa8140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b1dbf5b2247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0a1aa601d49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f635293ee4b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A870A-9AE8-4960-AC65-EC5C8198C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B473AF-C268-40FE-8078-7D53E69C92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95ABD3-FF53-49D6-9238-27F7A8944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69B36F-4EC7-4232-B516-201B762ED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9EDCDA-1DA7-4338-A071-915AE352DD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AC22C8-4A0F-46FB-B936-A0C3FC758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B85A2F-143A-454A-A681-547FC9B37F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CAFFC1-ED62-4537-AE1C-43AD55CF59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24FDA7-755D-4562-A584-7E9066CE53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FBD3F-06F1-4BA7-8A1B-B89166D8F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29ad2f58e84a68" /><Relationship Type="http://schemas.openxmlformats.org/officeDocument/2006/relationships/slideLayout" Target="/ppt/slideLayouts/slideLayout1.xml" Id="R93b38cbeb8604405" /><Relationship Type="http://schemas.openxmlformats.org/officeDocument/2006/relationships/slideLayout" Target="/ppt/slideLayouts/slideLayout2.xml" Id="R30a85797f4e54c03" /><Relationship Type="http://schemas.openxmlformats.org/officeDocument/2006/relationships/slideLayout" Target="/ppt/slideLayouts/slideLayout3.xml" Id="R97cd25e4a18b4ec2" /><Relationship Type="http://schemas.openxmlformats.org/officeDocument/2006/relationships/slideLayout" Target="/ppt/slideLayouts/slideLayout4.xml" Id="Rfdd1f63791ef43ba" /><Relationship Type="http://schemas.openxmlformats.org/officeDocument/2006/relationships/slideLayout" Target="/ppt/slideLayouts/slideLayout5.xml" Id="R228495df0aa3487f" /><Relationship Type="http://schemas.openxmlformats.org/officeDocument/2006/relationships/slideLayout" Target="/ppt/slideLayouts/slideLayout6.xml" Id="R110407966f5544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38cbeb8604405"/>
    <p:sldLayoutId xmlns:r="http://schemas.openxmlformats.org/officeDocument/2006/relationships" id="2147483650" r:id="R30a85797f4e54c03"/>
    <p:sldLayoutId xmlns:r="http://schemas.openxmlformats.org/officeDocument/2006/relationships" id="2147483651" r:id="R97cd25e4a18b4ec2"/>
    <p:sldLayoutId xmlns:r="http://schemas.openxmlformats.org/officeDocument/2006/relationships" id="2147483652" r:id="Rfdd1f63791ef43ba"/>
    <p:sldLayoutId xmlns:r="http://schemas.openxmlformats.org/officeDocument/2006/relationships" id="2147483653" r:id="R228495df0aa3487f"/>
    <p:sldLayoutId xmlns:r="http://schemas.openxmlformats.org/officeDocument/2006/relationships" id="2147483654" r:id="R110407966f5544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edd915d9c4e05" /><Relationship Type="http://schemas.openxmlformats.org/officeDocument/2006/relationships/notesSlide" Target="/ppt/notesSlides/notesSlide1.xml" Id="Ra0086470893543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982edd6d24e73" /><Relationship Type="http://schemas.openxmlformats.org/officeDocument/2006/relationships/notesSlide" Target="/ppt/notesSlides/notesSlide2.xml" Id="R1caa2fd1eeaf42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18dd39a3848c1" /><Relationship Type="http://schemas.openxmlformats.org/officeDocument/2006/relationships/notesSlide" Target="/ppt/notesSlides/notesSlide3.xml" Id="Ra2ab8c60e8cb43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fa1f3afb14da1" /><Relationship Type="http://schemas.openxmlformats.org/officeDocument/2006/relationships/notesSlide" Target="/ppt/notesSlides/notesSlide4.xml" Id="R47e4eb62b8014e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c8d2e78da4df9" /><Relationship Type="http://schemas.openxmlformats.org/officeDocument/2006/relationships/notesSlide" Target="/ppt/notesSlides/notesSlide5.xml" Id="R3942473a191848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63c460ea2468c" /><Relationship Type="http://schemas.openxmlformats.org/officeDocument/2006/relationships/notesSlide" Target="/ppt/notesSlides/notesSlide6.xml" Id="Re8cc68b7d0d3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b0c5b71ae434a" /><Relationship Type="http://schemas.openxmlformats.org/officeDocument/2006/relationships/notesSlide" Target="/ppt/notesSlides/notesSlide7.xml" Id="R693c8150f6624d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e4b056bad4bef" /><Relationship Type="http://schemas.openxmlformats.org/officeDocument/2006/relationships/notesSlide" Target="/ppt/notesSlides/notesSlide8.xml" Id="R9154310786bd48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436f7de554cbb" /><Relationship Type="http://schemas.openxmlformats.org/officeDocument/2006/relationships/notesSlide" Target="/ppt/notesSlides/notesSlide9.xml" Id="R5856149a8afc4f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b9045fbc748e2" /><Relationship Type="http://schemas.openxmlformats.org/officeDocument/2006/relationships/notesSlide" Target="/ppt/notesSlides/notesSlide10.xml" Id="R1cfdcc9726af4c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2ed9b7b99471c" /><Relationship Type="http://schemas.openxmlformats.org/officeDocument/2006/relationships/notesSlide" Target="/ppt/notesSlides/notesSlide11.xml" Id="Rd9cb1606ceb448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0d88c03cb4c74" /><Relationship Type="http://schemas.openxmlformats.org/officeDocument/2006/relationships/notesSlide" Target="/ppt/notesSlides/notesSlide12.xml" Id="Re6911594adfb47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a348777b141ff" /><Relationship Type="http://schemas.openxmlformats.org/officeDocument/2006/relationships/notesSlide" Target="/ppt/notesSlides/notesSlide13.xml" Id="R42fc0b02709446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f6d36b8914079" /><Relationship Type="http://schemas.openxmlformats.org/officeDocument/2006/relationships/notesSlide" Target="/ppt/notesSlides/notesSlide14.xml" Id="R673a21d4dae042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fe68e32974168" /><Relationship Type="http://schemas.openxmlformats.org/officeDocument/2006/relationships/notesSlide" Target="/ppt/notesSlides/notesSlide15.xml" Id="R04eddc44b26f42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05f63959d4fce" /><Relationship Type="http://schemas.openxmlformats.org/officeDocument/2006/relationships/notesSlide" Target="/ppt/notesSlides/notesSlide16.xml" Id="Rc83963aee10b49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6a386347f4154" /><Relationship Type="http://schemas.openxmlformats.org/officeDocument/2006/relationships/notesSlide" Target="/ppt/notesSlides/notesSlide17.xml" Id="R38ff4f6de8954d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9e2b1a3454cdc" /><Relationship Type="http://schemas.openxmlformats.org/officeDocument/2006/relationships/notesSlide" Target="/ppt/notesSlides/notesSlide18.xml" Id="Rd1d62da26f2643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3ea7646ce4cda" /><Relationship Type="http://schemas.openxmlformats.org/officeDocument/2006/relationships/notesSlide" Target="/ppt/notesSlides/notesSlide19.xml" Id="R92a7d8288b214a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53381ffce44cb" /><Relationship Type="http://schemas.openxmlformats.org/officeDocument/2006/relationships/notesSlide" Target="/ppt/notesSlides/notesSlide20.xml" Id="R38be9dc9be8f45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59ebfdcb6493c" /><Relationship Type="http://schemas.openxmlformats.org/officeDocument/2006/relationships/notesSlide" Target="/ppt/notesSlides/notesSlide21.xml" Id="R9b2dc805d0af46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1fc1a9331435e" /><Relationship Type="http://schemas.openxmlformats.org/officeDocument/2006/relationships/notesSlide" Target="/ppt/notesSlides/notesSlide22.xml" Id="R3b955f2a982340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2a073a7844648" /><Relationship Type="http://schemas.openxmlformats.org/officeDocument/2006/relationships/notesSlide" Target="/ppt/notesSlides/notesSlide23.xml" Id="R6291dea7639f48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a968e37ba42ae" /><Relationship Type="http://schemas.openxmlformats.org/officeDocument/2006/relationships/notesSlide" Target="/ppt/notesSlides/notesSlide24.xml" Id="R5b88c62ac14846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6685356034310" /><Relationship Type="http://schemas.openxmlformats.org/officeDocument/2006/relationships/notesSlide" Target="/ppt/notesSlides/notesSlide25.xml" Id="R3cf5c39a530048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ae4b85af34bff" /><Relationship Type="http://schemas.openxmlformats.org/officeDocument/2006/relationships/notesSlide" Target="/ppt/notesSlides/notesSlide26.xml" Id="R1fc10a94afa7433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54a4fd86d4e56" /><Relationship Type="http://schemas.openxmlformats.org/officeDocument/2006/relationships/notesSlide" Target="/ppt/notesSlides/notesSlide27.xml" Id="R777641e3b5a64c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1EC05-6CEF-4B6F-BAA3-754079CE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A78E49-E698-4531-8E9A-6F2099B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280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Команде, послови и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идемпотентност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40C02-A502-4924-AA88-9C386983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9841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Поуздан напредак без сигурне потврде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FB146C2B-ACBE-4210-A57C-4A2AB2E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1877739"/>
            <a:ext cx="1319377" cy="448332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37E49C4-1ACE-4521-8985-F50B9043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92" y="1922572"/>
            <a:ext cx="1191282" cy="358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Клијент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A93A4FE2-AF53-4F45-BF32-94D3C87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528" y="1877739"/>
            <a:ext cx="1319377" cy="448332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3E5F2"/>
          </a:solidFill>
          <a:ln xmlns:a="http://schemas.openxmlformats.org/drawingml/2006/main" w="19214">
            <a:solidFill>
              <a:srgbClr val="3A46A5"/>
            </a:solidFill>
            <a:prstDash val="solid"/>
          </a:ln>
        </p:spPr>
      </p:sp>
      <p:sp>
        <p:nvSpPr>
          <p:cNvPr id="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B6267B6-95B8-47E7-B183-5172299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576" y="1922572"/>
            <a:ext cx="1191282" cy="358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Уређај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2B9F0-0B96-4012-A9FF-15236F3B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10298" y="3357234"/>
            <a:ext cx="19854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49C94-3581-48F2-8E17-5CF0A3E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49482" y="3357234"/>
            <a:ext cx="19854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A9179-2E21-49A5-8C94-BF3454502296}"/>
              </a:ext>
            </a:extLst>
          </p:cNvPr>
          <p:cNvCxnSpPr/>
          <p:nvPr/>
        </p:nvCxnSpPr>
        <p:spPr>
          <a:xfrm xmlns:a="http://schemas.openxmlformats.org/drawingml/2006/main" rot="0">
            <a:off x="8541462" y="2703950"/>
            <a:ext cx="2062327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3A46A5"/>
            </a:solidFill>
            <a:prstDash val="solid"/>
            <a:tailEnd type="triangle" w="sm" len="sm"/>
          </a:ln>
        </p:spPr>
      </p:cxnSp>
      <p:sp>
        <p:nvSpPr>
          <p:cNvPr id="1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2C750967-DF1C-41AF-998A-D0D98638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365" y="2441356"/>
            <a:ext cx="1242520" cy="230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412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cmd-1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18D44-361F-4F27-BEB2-F66ADC78EE0C}"/>
              </a:ext>
            </a:extLst>
          </p:cNvPr>
          <p:cNvCxnSpPr/>
          <p:nvPr/>
        </p:nvCxnSpPr>
        <p:spPr>
          <a:xfrm xmlns:a="http://schemas.openxmlformats.org/drawingml/2006/main" rot="10800000">
            <a:off x="9668696" y="3273972"/>
            <a:ext cx="935092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E07B1F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21A41-AEB2-4C55-A688-EBC0F38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405191" y="3273972"/>
            <a:ext cx="1811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E07B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EEED6-3761-471F-AC39-E073ED97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9405191" y="3273972"/>
            <a:ext cx="1811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E07B1F"/>
            </a:solidFill>
            <a:prstDash val="solid"/>
          </a:ln>
        </p:spPr>
      </p:sp>
      <p:sp>
        <p:nvSpPr>
          <p:cNvPr id="1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848ABD7F-026A-463E-B321-F81CEF4E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889" y="3408472"/>
            <a:ext cx="1485900" cy="217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ACK није стигао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749BA-710A-459F-984B-0D7049032C0F}"/>
              </a:ext>
            </a:extLst>
          </p:cNvPr>
          <p:cNvCxnSpPr/>
          <p:nvPr/>
        </p:nvCxnSpPr>
        <p:spPr>
          <a:xfrm xmlns:a="http://schemas.openxmlformats.org/drawingml/2006/main" rot="0">
            <a:off x="8541462" y="4004113"/>
            <a:ext cx="2062327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3A46A5"/>
            </a:solidFill>
            <a:prstDash val="solid"/>
            <a:tailEnd type="triangle" w="sm" len="sm"/>
          </a:ln>
        </p:spPr>
      </p:cxnSp>
      <p:sp>
        <p:nvSpPr>
          <p:cNvPr id="1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D2635BA-770F-4C10-8109-05B41982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651" y="3715900"/>
            <a:ext cx="1549947" cy="24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311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retry • cmd-1</a:t>
            </a:r>
          </a:p>
        </p:txBody>
      </p:sp>
      <p:sp>
        <p:nvSpPr>
          <p:cNvPr id="1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2DB3369-64D8-47C4-84F9-05CFE8B5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4529302"/>
            <a:ext cx="3458560" cy="37147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3E5F2"/>
          </a:solidFill>
          <a:ln xmlns:a="http://schemas.openxmlformats.org/drawingml/2006/main" w="19214">
            <a:solidFill>
              <a:srgbClr val="3A46A5"/>
            </a:solidFill>
            <a:prstDash val="solid"/>
          </a:ln>
        </p:spPr>
      </p:sp>
      <p:sp>
        <p:nvSpPr>
          <p:cNvPr id="1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D1CF4F26-38A4-455C-B08B-4C62CE0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92" y="4574135"/>
            <a:ext cx="3330466" cy="28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2 испоруке • 1 извршење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18CCB-83F2-4631-87FA-CB8BEF3B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02352-1C3B-476A-A1A5-D0500EA9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12529-289F-49CC-BBA7-4CE0B545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1470037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8FF951-24CB-4628-9638-BDD84A04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8DC30-1402-4411-B914-9DD3302F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A6C2A2-99DB-4FC8-851B-F0C04D50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376B2-9A87-4FBE-BB32-ECEDAC0D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4987F-E235-44A0-BB37-E957FE0C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BA51D-77B7-4634-952A-5027103D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D37EF-A42C-43AF-98A4-A8C6CA56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9197F-6E80-4C21-A506-1A39B6D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5F703-E62B-42DC-A932-354E12D5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FFA72-4A30-42E8-A3EB-D0587CA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1A2C9-E89A-42C8-934B-2AF2874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7E381-AEE7-462E-AD53-A347DC20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AF124-9A2B-470F-A2A4-3B43B1B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A0E85-0CFE-474A-8E8E-2A559615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899D0-1028-4BF5-8DAA-03A536F6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F8665-C242-4057-9806-5AF97646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ABC9B-85D9-4B19-AC10-9BF5B402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284BF-0A87-4201-9386-50EB032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DC7BB-1226-44F9-8D8A-12DA0EFE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89629-B34F-41B6-87C3-DC843354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F6EF9-1AE8-4430-A96D-721D1E9D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D538B-D090-4B7C-B7C0-77A7CC5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A34C8-C752-41E0-9CA4-D879B086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AD799-99AF-45D9-AC05-293D91D9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4B71F-D3A1-4A7C-A027-CE3BBD7C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CC82F-C1CE-4E28-9192-53562C7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4A9A8-9894-4FD2-BF6B-C0187AB5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20–27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A8CEE-7742-4E89-A881-00BDA97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715F0-C360-4F11-9607-80D55DBB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D5FCEB2-444E-4C1F-8F8B-3DCFE33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8995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6E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24D45-7856-4350-98BF-4EC847E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DE9A0-49EE-443F-A216-57F3474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48976-7B37-4686-BA41-989E521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0019A-3CC9-4E23-84FD-9BB0502A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3ED71-E220-408B-A84F-AEE42FD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A3879-C438-4368-B3E9-3871643E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A1A1054-B2D6-47C9-B99D-1C259907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0043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CE026-9055-47A8-A14E-599F9F69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D372C-CACE-4B03-B793-F94266A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77528-5469-45EB-8011-582636C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820ADC0-872D-4D05-B9EE-20FD5C6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Разумети како се команда и дуготрајан посао воде кроз retry, преузимање и касне одговоре.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16599-2295-4380-A4AE-1748967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Слање захтева не значи да је удаљена радња завршена. Поновни покушај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може помоћи, али може и да понови пословни ефекат.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B95D3132-23DA-48AC-A2BF-CCADD89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6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D94D796A-4621-4667-A43E-3E01A10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28F85-C04E-43F9-BC9E-C66D423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42363-7C11-44DE-AD28-9847F1A0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Идемпотентност чува значење поновљеног захтева, а ограничено власништво над послом спречава сукоб workera.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6B35B-97A2-459E-9D7B-1868CCC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4F7CC-7321-4CC9-AD7F-3ADE550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7E12EDF-4B9C-44D8-BEEF-2625DC4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5482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B2179-B05C-44CE-BCF0-594DF39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F1267-D288-4C6B-9CBA-388AE8BB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F8FE32-E77B-4BC7-8174-00ED9874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3100155-E4AD-47CA-B810-3E5BFAC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Команда је захтев за промену света, а не обичан позив методе.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6995F-8006-4E31-B9D7-712614BF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CF636-B68C-4055-B1CE-A49D8DF3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1ABFD-9DD7-4508-A0ED-78F13325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Захтев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34724-7401-4169-A39E-37967CCD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валидирана намера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6571E-86C5-4563-97B1-AF7F3D9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6AD98-D789-47DB-8395-C33BDBF4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4CDFF-7C5B-4CE5-B36A-E807EB45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Извршење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0AE53-7BF3-4CA0-A00A-7D052F0A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 у позадини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8C321-12D1-4ECC-9C2B-F3991A08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247CB-49DE-49C6-9087-D608A75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7C9CE-1681-4232-A3CB-03910F53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Потврда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E6349-D600-46F7-918C-492B99C2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каснити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C0854-FF31-4148-AE12-9DD27F6D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B62D8-F6F4-4A08-821C-F63A8E6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F4713-7D09-4F9D-ACE5-F6B7E119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Исход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826F7-418C-483E-954B-C8BB75A4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једном забележен резултат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61B71-C950-4E78-B39F-CAB6022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3CE5D-D434-482B-B744-7427213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E4B2F6A-BD6C-4066-9F03-43A69D71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7728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D8335-E69F-4B5A-9F36-42A4BE4E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04A11-07D9-4A22-A4BE-E8FF1088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329228-3973-4E44-989A-1409392D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Захтев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285FEED-0431-4CFC-9459-F864E323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Захтев изражава пословну намеру и добија стабилан идентитет операције. Тај идентитет повезује поновљени покушај са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истом намером, а не са новом радњом.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61A24-636C-4030-A0BC-E79BD6D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7B6BC-2232-454D-B3EE-8BF5421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7FF7B-4221-4889-A97F-5B25720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Носи стабилан идентитет операције, не случајан број.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A60FF-7598-4CE4-9FDB-95964C50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71D53-2EB1-407E-8B33-4DE2EA5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A396B-E8B1-4058-8D31-C2A344A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Поновљени покушај се препознаје као иста намера.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1FEF8-76FA-40A7-AE8D-123D9D53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B0D95-3647-4EAC-A58C-3F814064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9A21D-C882-4F96-84BE-165F3B85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Основа за идемпотентно руковање.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C8D4-E096-469C-99A3-2A16C7B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27698-5147-4576-8A31-FBBE047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DCD4EC5-7E7A-486B-AC31-ADE84232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5605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C5DD7-A03A-4BA5-BDCC-0AB229C6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2C72-5377-4FBF-A630-DE9622A7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55E6D4-8E58-4095-B88E-415BEF0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Извршење посла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795D3271-59AD-4735-8CD7-6D6A3993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Дуготрајан посао може чекати ресурс, променити власника или бити преузет након пада workera. Његов статус мора остати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 независно од једног процеса.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1E948-5A4D-429D-8EBB-477C15CE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DEFF7-28DC-4F95-B447-64FA6DDA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35909-F3BC-4E7F-8A4C-15144FF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Статус видљив независно од једног процеса.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BCEEE-C133-45F4-95BE-A8645115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F2417-BE34-4EFB-B65A-388990D0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43C2F-2EC8-4568-90ED-CF5A4B37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бити преузет након пада workera.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B6B1F-3722-44D7-843A-00655A76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0D46A-CEFB-44C9-AFDE-D6D4D6B7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5C335-5BEB-4B31-B52A-298CC5A1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Два workera не смеју веровати да су оба власници.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2E427-4D49-411C-A1F0-E655DBC3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B0599-E99C-4062-9546-DA3BB350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60F7A66-BDC9-4538-9C9B-B049A4CF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0890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33CB8-860A-486F-9F91-EFF077F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28DA4-FC96-4C5D-B3B9-416DEEDA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3432D9-39F1-4FCD-ADC5-209089C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Касна потврда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C50DD3B-6A66-4646-8D3C-A091878D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Потврда може стићи након истека рока или након новог покушаја. Систем мора проверити да ли се односи на актуелно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стање пре него што га измени.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1AC56-2377-4EB6-87C7-DCFD558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DE7FB-9077-4F33-98FD-4C7BA13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82D13-F4A5-49A7-9166-BFEF3947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стићи после истека рока или новог покушаја.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4F800-E7F4-4E31-ACF2-37EB1A5D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27FD1-AF53-4AA1-9279-5F5B1417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B878A-A9CC-4F46-843A-05BA050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Проверава се према актуелном стању пре примене.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D9BF8-104A-4FC0-9E86-67BFC61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D6403-4F0D-4E99-851F-FCCCE624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CC021-1D61-4716-B8EC-E9AC380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сме тихо преписати новије стање.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B50C2-D8D6-43F8-BDA3-5356F539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58ED9-E331-4D7B-A987-3229EC78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212789B-7CDE-4584-8F28-C2E29497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789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E0D65-92ED-4F85-9E71-85D7D8AD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BF83C-4BA4-4FAB-91A4-8A72DAC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D676BF-7224-4D29-A448-B7138ABF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Јединствен исход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377F834-51AC-461D-8F4D-95C69CB0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Идемпотентност чува један пословни исход за исту намеру, чак и када порука стигне више пута. Она не значи да се свака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радња може безбедно понављати.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A63B3-9D9B-4ED0-B499-81E17057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0460A-7BF7-4C2C-8A73-12EF2D02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196E4-8684-468B-A8D4-3BEAD08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Један пословни исход без обзира на број покушаја.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C2D33-EB5D-4549-AD20-5B2A1DB1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F98A-AFAA-48B4-A747-F06BCCA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F21F5-361B-43EB-871F-24224F9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значи да је свака радња безбедна за retry.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FFD1E-9021-4FF2-AA7E-5857C02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4F23A-EEA0-4EE6-BA3F-8013C98B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AE0FE-623A-471F-8339-C91B7334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Retry има границу, не изводи се бесконачно.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7EECB-4D5B-40D3-B813-2D86E65A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4B79D-3EA7-4F8C-854C-B5310715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EC6AAAD-597D-47A9-B914-0750B12C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3879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AB34A-55B9-4BD5-AC03-80E91F38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2A057-4022-4033-BC5B-307EC4A8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00E666-B9D7-4228-8AD2-19564271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поновљен захтев за исту радњу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18F3C9C-F622-4AFC-AEB2-48A2D422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Клијент не добија одговор на време и шаље исти захтев поново.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A59BD-A4B6-433D-A897-E080EC6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B9F4F-E1D2-4D76-8A22-CD92EE8D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52B01-9F91-4DBA-8569-009AA1E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Поновни покушај користи исти идентитет операције када намера корисника није промењена.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C038B-5982-4BDC-93D6-5BC2F74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FDD2A-F413-4BD8-836E-BFA5B6B9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DDD0D-3318-4BE4-9DAD-179B3E97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Worker који преузима посао има ограничено време власништва и не може завршити рад након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истека.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EB862-9C94-4C54-BC13-212AE3C1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7719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0F1DE-E984-4F09-B1BC-FBE21CE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95725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59DA9-C050-448B-9106-2CFE8AFE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14775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Касна потврда не сме преписати новије, завршено стање.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D101E-6016-4B9E-8E0D-26A6C773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20341-1DFA-46FF-B2D9-39F6B760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CF396FD-D152-46A5-A5C7-6EBBB59A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7851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6E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1F192-71F2-4947-9651-1DFABD5C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9D0AD-12C5-4CD1-9D09-8641376A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178B6-3AA9-45C7-86FC-6F9385B9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153E3-9EA4-4C1A-A6CC-25B212BC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60019-E20D-464A-9AA3-021AD5B0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1D9AD-0F50-4813-9E8D-875C8805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C1859BE-EED6-4253-9295-1F646164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97959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FF7D0-60CF-4946-AE5D-E2D2FBDA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7093D-704A-41F3-B7AD-8189C2FB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C1E859-A42C-4EF1-944F-144C847C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поуздане команде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51E1534-7370-414A-B202-BF60DE7A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Retry повећава шансу да се радња заврши, док идемпотентност чува њено значење.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3284A-FFF6-4CBE-934E-6AE17487BDDA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E6E8EE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E6E8EE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Захтев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јединствена намера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Ред или посао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обрада у позадини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Lease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привремено власништво workera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Исход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једном забележен резултат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E60E1-2338-4346-AB66-7FD014B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9B9FC-B2FE-44E3-9400-9608CFB9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875ED19-C690-42E7-841E-35AC2CB1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344040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AE1CF-CF01-45AA-81CE-52254AB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15F40-7C96-42DA-812C-2B938848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43D23A-B6D9-4546-9295-B882F1E4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Изгубљена потврда не ствара нову намеру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C3B64F1-1931-4C18-8FBF-C856FC15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Поновни покушај користи исти CommandId, а прималац препознаје већ извршену команду.</a:t>
            </a:r>
          </a:p>
        </p:txBody>
      </p:sp>
      <p:sp>
        <p:nvSpPr>
          <p:cNvPr id="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1D95BF09-DBF6-47E3-BFBD-E082ACFF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56" y="2476500"/>
            <a:ext cx="3274219" cy="4762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37FCC55-97C6-47D7-B699-4BD3688B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2518172"/>
            <a:ext cx="3155156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Команда cmd-1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C1289DC-9A2C-4DD2-81DA-F6B71249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76500"/>
            <a:ext cx="3274219" cy="4762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3E5F2"/>
          </a:solidFill>
          <a:ln xmlns:a="http://schemas.openxmlformats.org/drawingml/2006/main" w="17859">
            <a:solidFill>
              <a:srgbClr val="3A46A5"/>
            </a:solidFill>
            <a:prstDash val="solid"/>
          </a:ln>
        </p:spPr>
      </p:sp>
      <p:sp>
        <p:nvSpPr>
          <p:cNvPr id="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5F6351EA-3CC4-4FE7-9772-F276E8B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906" y="2518172"/>
            <a:ext cx="3155156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Уређај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319CC-7753-4236-A116-5CE7B016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89484" y="4095750"/>
            <a:ext cx="2214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320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1DC59-EB05-45DB-B1D9-1E1BD18B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21203" y="4095750"/>
            <a:ext cx="2214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3202D"/>
            </a:solidFill>
            <a:prstDash val="solid"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484C1-42FF-49FE-B9FA-A3F99D83CEF4}"/>
              </a:ext>
            </a:extLst>
          </p:cNvPr>
          <p:cNvCxnSpPr/>
          <p:nvPr/>
        </p:nvCxnSpPr>
        <p:spPr>
          <a:xfrm xmlns:a="http://schemas.openxmlformats.org/drawingml/2006/main" rot="0">
            <a:off x="2732484" y="3309938"/>
            <a:ext cx="6060281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A46A5"/>
            </a:solidFill>
            <a:prstDash val="solid"/>
            <a:tailEnd type="triangle" w="sm" len="sm"/>
          </a:ln>
        </p:spPr>
      </p:cxnSp>
      <p:sp>
        <p:nvSpPr>
          <p:cNvPr id="1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D502A55E-96E3-44FE-BF72-1C1DD266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469" y="3006328"/>
            <a:ext cx="250031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6" b="0">
                <a:solidFill>
                  <a:srgbClr val="3A46A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06" b="0">
                <a:solidFill>
                  <a:srgbClr val="3A46A5"/>
                </a:solidFill>
                <a:latin typeface="IBM Plex Sans"/>
                <a:ea typeface="IBM Plex Sans"/>
                <a:cs typeface="IBM Plex Sans"/>
              </a:defRPr>
            </a:pPr>
            <a:r>
              <a:rPr sz="1406" b="0">
                <a:solidFill>
                  <a:srgbClr val="3A46A5"/>
                </a:solidFill>
                <a:latin typeface="IBM Plex Sans"/>
                <a:ea typeface="IBM Plex Sans"/>
                <a:cs typeface="IBM Plex Sans"/>
              </a:rPr>
              <a:t>прва испорука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F818B-46B1-4001-A932-7ADAD25A4F87}"/>
              </a:ext>
            </a:extLst>
          </p:cNvPr>
          <p:cNvCxnSpPr/>
          <p:nvPr/>
        </p:nvCxnSpPr>
        <p:spPr>
          <a:xfrm xmlns:a="http://schemas.openxmlformats.org/drawingml/2006/main" rot="10800000">
            <a:off x="6316266" y="3929063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07B1F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F96F3-0B1C-4917-8255-C3DD9B60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859072" y="3929063"/>
            <a:ext cx="2357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07B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607D7-7174-401D-B771-199DE88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5859072" y="3929063"/>
            <a:ext cx="2357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07B1F"/>
            </a:solidFill>
            <a:prstDash val="solid"/>
          </a:ln>
        </p:spPr>
      </p:sp>
      <p:sp>
        <p:nvSpPr>
          <p:cNvPr id="1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5E2E413F-8A8C-4BA0-9038-31A5F0AF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732609"/>
            <a:ext cx="2595563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9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59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359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ACK није стигао до рока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686BB-9E46-47D3-9AFE-169C14FB46A2}"/>
              </a:ext>
            </a:extLst>
          </p:cNvPr>
          <p:cNvCxnSpPr/>
          <p:nvPr/>
        </p:nvCxnSpPr>
        <p:spPr>
          <a:xfrm xmlns:a="http://schemas.openxmlformats.org/drawingml/2006/main" rot="0">
            <a:off x="2732484" y="4661297"/>
            <a:ext cx="6060281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A46A5"/>
            </a:solidFill>
            <a:prstDash val="solid"/>
            <a:tailEnd type="triangle" w="sm" len="sm"/>
          </a:ln>
        </p:spPr>
      </p:cxnSp>
      <p:sp>
        <p:nvSpPr>
          <p:cNvPr id="1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80E9E9D-9E51-4CD0-A1FB-82AAA8C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4344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3A46A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3A46A5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3A46A5"/>
                </a:solidFill>
                <a:latin typeface="IBM Plex Sans"/>
                <a:ea typeface="IBM Plex Sans"/>
                <a:cs typeface="IBM Plex Sans"/>
              </a:rPr>
              <a:t>retry са истим CommandId</a:t>
            </a:r>
          </a:p>
        </p:txBody>
      </p:sp>
      <p:sp>
        <p:nvSpPr>
          <p:cNvPr id="1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2BE559D-19C6-4967-8369-8C8C8D89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3266"/>
            <a:ext cx="4667250" cy="404813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3E5F2"/>
          </a:solidFill>
          <a:ln xmlns:a="http://schemas.openxmlformats.org/drawingml/2006/main" w="17859">
            <a:solidFill>
              <a:srgbClr val="3A46A5"/>
            </a:solidFill>
            <a:prstDash val="solid"/>
          </a:ln>
        </p:spPr>
      </p:sp>
      <p:sp>
        <p:nvSpPr>
          <p:cNvPr id="2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DF7E871B-26F8-405C-B626-CCD47238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31" y="5214938"/>
            <a:ext cx="4548188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94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Две испоруке → једно извршење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DA778-4908-49ED-B959-A5361D8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012DD-9526-4266-831F-8BD6AF8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F10CFA1-4CB4-4BE3-A60A-21F9B1BC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14305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6E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716F1-C65B-4411-94AE-E832EEAB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A322B-9560-4BC2-B65C-701E94C4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37313-3EF1-4291-90A3-E75996E5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AA04-8006-44A6-82BE-B0454B5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3C099-29EB-4A1B-BCFB-FC0FD70C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1437B-917B-4FA1-ADB3-90E2BFB2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ABACC6D-8E37-43DC-B4C4-9AA5967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04144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30CF6-CE5F-4688-8710-42DB1AB6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51F25-9DC7-4A5A-B25F-0BFF57A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F8F3BE-F1A0-4B46-BF6C-FFB5368B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84019E5-1095-4B25-BD2E-9DEC7F5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води команду ка удаљеном уређају кроз неизвесност.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B38F353F-C773-412D-869B-704D9B1A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29627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2DC96-B59B-46C4-A970-FBFE9819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93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4D67-9A54-45BC-A6AA-5CA3591F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93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3106C10-1DE6-4ED1-9F8E-E36F8180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B4329478-8DC7-4A79-A243-88735044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Primeri/06 Komande idempotentnost"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3C2C8AE-CDF8-4C3A-9380-C2F8F2EC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BD06F357-F417-44BF-AC84-D106EB8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src/Odp.Vezba06.ConsoleUi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AEFD129-6422-49A9-AD38-42FFA464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C2E61CCE-B44C-4DC0-83D8-627DE57C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Odp.Vezba06.sln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E147C-EC3B-489B-ABD9-7224430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B7FC2-EAFE-49A3-A6E4-2FF89F18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C9CFBF1-E040-4C50-801C-2AD3998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338359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14A64-AF9A-42F6-9408-2F67EB9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DCECE-15D9-44B8-8E28-A45E0B0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820F4E-7483-4103-8051-21EFEE9C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 сценарија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B594192-79D1-4465-81F6-5CE0D348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1C595-343B-48DF-AEC3-8B02A85F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Поновљени захтев са истим CommandId не шаље команду други пут.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C9223B8C-FABF-4684-91E9-69978EF4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6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9BDB84AB-3AB4-41CA-AD97-57CE504C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53BBF-AFF6-45A1-869C-41A78A56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ПРИКАЗАНИ ПРИМЕР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0994-FB37-4FBE-B7E6-79AD8C76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Потврда помера Sent или TimedOut у Acknowledged, док поновљена потврда добија AckDuplicate.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F7183-EAB2-4D8D-8188-F1519867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EAB3B-B16B-4EB7-BDC8-D322D20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F43A369-D6F2-4B7E-BB75-D333B689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968642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7D827-3892-4F25-A23E-A2736DD1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7114E-DFD5-410A-AE6D-EEA0E4AC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8107D0-1371-4E5E-9901-26DCCFBA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BB1EA3E-FDF7-4AB9-9995-35C2180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Потврда помера Sent или TimedOut у Acknowledged, док поновљена потврда добија AckDuplicate.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BCBAF6E4-CFA2-44F3-89FD-C756DB9E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850755" cy="2425065"/>
          </a:xfrm>
          <a:prstGeom xmlns:a="http://schemas.openxmlformats.org/drawingml/2006/main" prst="roundRect">
            <a:avLst>
              <a:gd name="adj" fmla="val 392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8753A-B62A-486D-83FD-658EA08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4888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71F34-30B4-41D6-9129-C9720FD5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4888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9331FF9-E4ED-4B3D-B47D-E16FB939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3C1352AE-FF62-44AE-973A-6D37C35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(DeviceCommand Command, 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Code) Acknowledge(DeviceCommand command) =&gt;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A6E8361-880E-4B8C-99DF-985A5409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605BE480-25D2-45A6-9273-7B4F03F5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command.State 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switch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BC76094-B21C-49A3-983D-380AE7B5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E47EB0EA-A146-4103-98D9-5374D087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2A15ECE-7FBC-4DD5-A7C0-2BE46B7D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58E88D6A-AE43-462D-A9A1-699569CF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CommandState.Sent =&gt;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B837999-76AD-4C08-8F1B-3697931F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BFF23B02-E251-4A38-BF8C-1C5A667F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(command with { State = CommandState.Acknowledged }, CommandCodes.Acknowledged),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94DD085-2A02-4105-9CBA-A3388B6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3430813D-7703-42CB-B160-FB40A440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CommandState.TimedOut =&gt;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6DD4430-765C-4FE3-82AD-60063919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22E3FBDA-9324-48BC-B0BC-C3B42DB8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(command with { State = CommandState.Acknowledged }, CommandCodes.LateAckReconciled),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0252C75-2B39-4F72-8CC0-D83F719E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38B5998A-49D8-4739-B067-116E15FF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_ =&gt; (command, CommandCodes.AckDuplicate)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FBCD386-3AD2-4DD5-8408-FA293A82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18F5148B-4FFF-4706-9EBC-1A2668EE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9060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76D9A-BE31-4A51-A3AD-764A023A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D6648-C499-43D1-9E6B-6DEBCC2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2332061-5C0A-4D06-B2EA-93552752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513359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FEC6F6-D4BD-4C96-8624-EA8578C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AF5F9-A631-40E2-8FD5-0A75BEB5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F2BC78-457F-4133-8CA2-DD0ED9D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36515FE-0A1E-422E-873E-AD56B80A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После истека се шаље иста команда, уређај је прима два пута, а извршава једном.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5CBAF55D-95AD-4BE4-91E7-2A612E8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0216515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DE0CD-A694-4C3E-A87F-C69CE578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8545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6E89F-50C5-4FEB-B512-69D61A3E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8545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33D2BA7-E783-48D6-BE68-96907F32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B2E43716-F6B7-4835-9848-DC27816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CFD3F29-3F9B-4A6F-A2C6-CF671AE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DC1AE22B-37EE-4FDD-8ED3-BF3BD4F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Run_WhenAckIsMissing_ResendsTheSameCommandAndTheDeviceExecutesItOnce()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79CF43A-F1DC-4B2D-8618-4158C30D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FB2B7E02-AB53-413F-A8A4-EA6536F9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1031568-CDE6-48AA-A005-F91FE154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B8A6B6EF-ECF9-4ECC-836C-45F28E7D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_dispatch.Dispatch(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"cmd-1"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"antena-1"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"rotate:120"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62C5D1E-6B69-4920-B121-011B285E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A283B5D0-8BA1-42FC-86C2-808DE8F7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_clock.Advance(TimeSpan.FromSeconds(12));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B9873E0-CF6B-43D8-82A1-19D9ED66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920CE7DC-650D-485D-8614-DDE6723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outcomes = _retry.Run();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0E53228-4A97-4D1C-9804-A7AB7BB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34EC516B-C70C-4379-BEF1-1F112EDA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3A78DD8-32B2-420A-B4E6-5AE23C6B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E2F88678-EE43-4FE8-8C5D-0A9DCF36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2D38364-BCD8-4CB9-A82D-E4EEFA81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B15468CA-1F72-4E4B-BE6D-62339E09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Assert.That(outcomes, Is.EqualTo(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[] { 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RetryOutcome(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"cmd-1"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CommandCodes.Retried) }));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19CE5BE-3C58-471F-904D-851D3DF2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24F71BE4-0DB7-4F83-88C0-E7448683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Assert.That(_device.Deliveries, Is.EqualTo(2));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D73624C-3318-43EE-B73D-1C4389A6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789865F3-809A-4316-9CF3-1B49FDC6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Assert.That(_device.ExecutedCommandIds, Is.EqualTo(</a:t>
            </a:r>
            <a:r>
              <a:rPr sz="120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[] {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"cmd-1"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}));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0F3D466-7F7F-4D45-A841-B353B39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D8180BFB-6B5F-4E5E-A930-9BE097F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F8E4341-788B-4837-8377-EAD4F1F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CFE39F3C-72B1-4DB0-A393-6760E701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94259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BDA9E-D798-4CDD-A0EB-00A2FFB0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44A63D-CC2C-4255-8EE7-3BBCCC6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6544A2C-2639-4993-98B6-7077EA40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510658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24A1E-053E-4125-AEBB-34A462F3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63118-FAD6-482A-B534-8AA2B0A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34439E-CF57-448E-B046-1CBB5FD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67B7C2A-53C9-4F63-A726-678F2E7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Потврда која стигне после одустајања исправља стање (late_ack_reconciled).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AF6182FB-9AD7-4F03-A665-9A7225C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473315" cy="1998345"/>
          </a:xfrm>
          <a:prstGeom xmlns:a="http://schemas.openxmlformats.org/drawingml/2006/main" prst="roundRect">
            <a:avLst>
              <a:gd name="adj" fmla="val 4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16AD1-7D4A-492B-8E5C-1493E2A6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1113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4664A-FCCA-45E1-929C-72EFBD87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1113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29712C1-F6A8-4800-AC56-212C5B34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4C591A40-979C-4999-9EC0-05A1CAF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operator šalje komandu -&gt; command_sent (pokušaj 1)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75DAEA0-0E16-4F09-8225-EF673F5C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EA0F9B10-F79A-4293-9021-06C3DC4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operator ponavlja isti zahtev -&gt; command_already_dispatched (pokušaj 1)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DBDA04D-427B-459C-B082-872A8A1D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1E9EA93D-A12F-4CE7-853D-4D063D4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potvrda nije stigla 12 s -&gt; cmd-7: command_retried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6F9602B-75A9-4CDF-AAC4-8A503C19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0D5591DA-8958-4A6A-9871-3E36272C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potvrda nije stigla još 12 s -&gt; cmd-7: attempts_exhausted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A61412E-B8BE-459E-8452-456822C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677BB32A-550A-49C8-9AED-2224CE02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zakasnela potvrda -&gt; late_ack_reconciled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F878190-AC7A-407C-A927-5DED185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2705D40C-6036-4428-98B5-E335CEE1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ista potvrda ponovo -&gt; ack_duplicate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0EB1B6D-DF87-4074-8E60-081552E7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F16C41FD-B5A5-4DBA-AB8C-7A020543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682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Uređaj je primio 2 isporuke, a izvršio 1 komandu.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57361-5EBE-44D3-8D0D-221B05C1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1BD8C-1147-4BC3-90E2-F38E6AE5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7D6683E-85CC-4EBB-9948-0BABBFAD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350145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6E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B1FF0-3CE6-4340-A254-66DAE2E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18E92-1B1E-4036-B8E6-AF0555F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8D28B-FC0B-45B0-BA57-8D5A76AB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9FA2E-C8E0-4178-9541-9C6027B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B18FA-0F42-4E7E-A4D0-DD1729B5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D0D4A-7CED-4934-8C91-31235513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84E3157-B972-41BF-B77D-6E378B1D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870916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DFB9F-47E2-4F91-9BCC-002856AA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4AE3A-C7AB-4AA4-B5A6-83DFACEB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C54341-1B35-4382-AE15-70E14903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CB09475-839B-40A1-9E31-790D3EF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19D2D-A419-4249-9863-D36376FD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3C8BD-CBF0-4969-AB28-224FC534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0216C-2864-4C95-B0F7-85585123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C4673-0A12-4AC5-B666-EC783E2C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Статус команде описује знање система, не нагађање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 удаљеном свету.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37512-E7CF-4748-979D-5309D70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A0617-38DA-46EF-B309-13A3593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Idempotency кључ везује поновљене покушаје за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пословни резултат.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B4BF2-E8EF-4ED1-A3D1-B1436CBD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EDA5B-8CA1-4679-B381-3A2E4AF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Lease има рок и штити систем од закашњелог рада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претходног власника.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D22B7-0A49-429D-9B37-EA5DEA4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992630"/>
          </a:xfrm>
          <a:prstGeom xmlns:a="http://schemas.openxmlformats.org/drawingml/2006/main" prst="roundRect">
            <a:avLst>
              <a:gd name="adj" fmla="val 478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4BCC5-840F-4381-9613-9B7F0C58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234EC-D759-47C0-9F6F-E563E05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DFE44-DE3D-4E44-88C2-4E997A37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Retry без границе и без разлога за престанак.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6396C-EB9E-428F-B834-6C5F2700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568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E0F85-F377-4F34-9D47-353E7D3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8518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Две обраде које обе верују да су власници посла.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B8FEC-542E-4BA3-8989-A9520016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76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7BE40-1537-48B9-83CB-BFCD1E2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2714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Касна потврда која преписује завршено стање.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F596F-C775-4B94-8D23-686423B6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DD6F8-A685-4711-81A7-96BDECEA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42E2E5B-DAB2-445E-8DC5-9A28B729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128859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444EA-C65C-4699-AEB8-DA61979E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C4B67-73AF-4C7E-96B4-9F436BAD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849A73-DCF9-46ED-BAA8-7AD422B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7C888C8-14C9-48CF-85D3-A3665825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A2BCE-6A58-40AF-B81E-AD6B0D6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075AF-3608-4A54-A466-1313379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772E6-90E8-4DC6-89B7-E9563700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Retry без границе.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3FD33-D9B7-49B9-9D24-1534E9AE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70C13-F659-4B5A-9FE6-FAAE5909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66157-B174-40F2-B257-53914DE0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Два workera верују да су власници.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3C24D-7E8D-4537-B6A2-DACDBFF4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24D38-7C7F-4055-848D-AF1E98FA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C6E31-41FC-48CB-A364-B298DF3B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Касна потврда преписује ново стање.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192A7-93EE-4AA2-B9E7-20FCE4C3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3E056-F20F-4545-8282-695F24F0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DB2ADAB-C1D9-4AE1-BC13-12DA4ACC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825395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497F5-449A-4490-B554-E6EDF473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4285F-6522-4CF2-BA76-B7D1852D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22D5B1-2F0E-4F3F-AFA3-1E09D94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517CC48-16A1-4454-BD0A-9E7AC491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26D58-9F1B-4EE5-B471-14D653B6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68E10-D0A4-4E6B-A1DB-92393BBB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3C75B-1703-4597-AC6B-05778DF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Раздвојити пријем, обраду и приказ исхода.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C02C9-9E02-4C1E-B639-FDBCC541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2B51A-2869-4F1A-BD56-E435FF2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D0F61-F817-4FF9-A3BC-148642AC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Везати понављање за идентитет операције.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DC07E-42B8-44FC-BD6B-5056F3F1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8B2B1-783D-416A-9D87-E0D63EC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16472-83EE-4F23-8C40-8869B348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Тестирати пад workera и касну потврду.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8A212-76CB-4B5F-A133-A338E423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D1D18-0032-4B7A-AB12-B6570B92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9F6DEC3-E5EC-4576-8DBB-09D34D42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162600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3D6AC-8A82-4645-BC4C-65F83C79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33351-33C9-4DDA-9391-1F81974C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92094-443A-421C-8E72-A8F6E9C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B1C25E9-A8E4-426D-8B6A-F900B46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1C467-22BB-4A61-8F00-C8D894F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Која радња би имала неприхватљиву последицу ако се изврши два пута 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шта је њен стабилни идентитет?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D21A04AB-2445-40BB-8564-F439CB55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6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939710DE-7111-4798-B968-75F4D5C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909B1-F104-478A-8FCD-F29B102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08F1E-19A1-44C3-8577-8424B7C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Која би последица дуплог извршења била неприхватљива и који идентитет операције спречава такав исход?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E1D9-E634-488F-A21E-FEC47E54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E11B3-B117-4C9E-B38A-586DA67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70055B-B607-42FA-A65A-02206FEC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306059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3F34B-E861-43CE-AF3B-62CF9357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0B9BF-3B07-4E47-9628-7EF8DC1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1AF5C4-AC3E-4852-BBD6-5FC88EEF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600C9FD-F22E-4B52-B547-A43DAC1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BAD6F-A98E-4874-8AF4-5B355591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633D3-0FB3-4944-8C64-B07471A1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63666-92E2-4CDE-BF14-0D6D0943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Додати одлагање између покушаја (RetryDelay) које расте са бројем покушаја.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631BF-C3A0-41D5-83C7-BD6E9ED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0D6EE-D368-4B6F-A87F-16EB4CA6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55019-EC4D-4767-9964-2DA271D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додати у CommandLifecycle и тестом показати да се поновно слање не дешава пре истека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одлагања.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677B2-A0B9-4CBF-AC60-76A6F11E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4D688-F317-40F3-9F67-DE7513E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DDE94BC-A817-4D8C-97FB-2B32938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513422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F25D0-BB12-4B44-9F0C-504E1C3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01A23-E9F5-41DB-B0C6-A21900C2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B098E7-3A99-4CE1-99CE-6280592E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Контролна тачка P3 (07.04.)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D6EC103-AA60-4E98-8B89-E5FC0ED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Трећа контролна тачка (Вежба 5–6) заокружује основни ниво система и поставља базну линију тестова пред следећу фазу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05AB1-763F-47AC-98E9-D6B85DE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B30F3-A0DF-4C29-BE5C-814E4BA2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5BFA1-1D3F-4461-AD5A-E64D9509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use-case-ови имају тестове за успешне, негативне и failure сценарије.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63986-5A43-458A-975D-9598419D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F9554-3718-4F12-BA0A-6FE2BF1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718B0-38E9-40F9-A4EA-2BB5C95B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Извештај о покривености је прегледан.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FE2AF-D655-4FDB-B20E-6209779E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21FB0-6DBE-4CF2-9278-28EFAB22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CD1ED-670D-48FC-9C52-735EFA6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Најмање један bug је најпре репродукован тестом уз FailureSimulator.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FDD6B-F6AF-4026-9249-F0A53661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40221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C348A-BD6D-4F76-8943-8E177988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60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3A46A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8B7F8-D4E3-48C5-9785-8F7EE97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50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Стабилна верзија језгра је означена Git tag-ом manual-core-baseline.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0584A-181E-4AE3-901E-40CB253D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B450A-CA46-4922-82A4-9363ED26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2F5D80F-D2EB-4FC0-8D10-60CABA4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961700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3A46A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67572-8CBE-411F-913E-0A737886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02C1F-6199-4E19-B76B-096F925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154BF9-8A56-4446-B55C-FC3BD0DF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9D10A5F-616B-476E-A8DE-B268BE85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Тим раздваја пријем захтева, обраду у позадини и приказ исхода.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6A8CB-7F25-4AA5-A5F8-A8A82FD5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Retry повећава шансу да се радња заврши, док идемпотентност чува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њено значење.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CD76560A-DDDD-4DEF-80E9-5C84A9E3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545E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9F922A67-3CDF-492B-BFB5-EF8A7C12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BDD50-A664-4BD0-BF5B-308E16C6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8E365-6048-419E-8703-ADF0302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Наредна вежба: Рад без везе и поуздана испорука.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4EAAE-86B7-4B79-9328-2ED24709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6F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BF7A7-FF32-43CA-80B9-B2325576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040FF3C-C02E-4D79-A6C1-E2C6892E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4425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2026-10-10T19:18:11.1830000Z</dcterms:created>
  <dcterms:modified xsi:type="dcterms:W3CDTF">2026-10-10T19:18:11.1830000Z</dcterms:modified>
</coreProperties>
</file>