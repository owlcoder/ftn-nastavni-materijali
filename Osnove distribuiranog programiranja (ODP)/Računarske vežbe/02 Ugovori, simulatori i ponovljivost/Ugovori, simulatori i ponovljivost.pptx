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e82ff877fd422d" /><Relationship Type="http://schemas.openxmlformats.org/officeDocument/2006/relationships/extended-properties" Target="/docProps/app.xml" Id="R20d87b115fa5484a" /><Relationship Type="http://schemas.openxmlformats.org/officeDocument/2006/relationships/officeDocument" Target="/ppt/presentation.xml" Id="R301c1409b76a40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e1c5aed0244d08"/>
  </p:sldMasterIdLst>
  <p:notesMasterIdLst>
    <p:notesMasterId xmlns:r="http://schemas.openxmlformats.org/officeDocument/2006/relationships" r:id="R36e0ab68dfcf4851"/>
  </p:notesMasterIdLst>
  <p:sldIdLst>
    <p:sldId xmlns:r="http://schemas.openxmlformats.org/officeDocument/2006/relationships" id="256" r:id="Rea96e43cab694600"/>
    <p:sldId xmlns:r="http://schemas.openxmlformats.org/officeDocument/2006/relationships" id="257" r:id="R660f3f4965a74ae8"/>
    <p:sldId xmlns:r="http://schemas.openxmlformats.org/officeDocument/2006/relationships" id="258" r:id="R804033b127914801"/>
    <p:sldId xmlns:r="http://schemas.openxmlformats.org/officeDocument/2006/relationships" id="259" r:id="R7eca997d1e884ad6"/>
    <p:sldId xmlns:r="http://schemas.openxmlformats.org/officeDocument/2006/relationships" id="260" r:id="Rfca5210bae6e45c8"/>
    <p:sldId xmlns:r="http://schemas.openxmlformats.org/officeDocument/2006/relationships" id="261" r:id="R0483c8f8c02740f2"/>
    <p:sldId xmlns:r="http://schemas.openxmlformats.org/officeDocument/2006/relationships" id="262" r:id="Re0773a9655c942c4"/>
    <p:sldId xmlns:r="http://schemas.openxmlformats.org/officeDocument/2006/relationships" id="263" r:id="R2a0cd4353e724b16"/>
    <p:sldId xmlns:r="http://schemas.openxmlformats.org/officeDocument/2006/relationships" id="264" r:id="Rde8aa6e4d65d4ae0"/>
    <p:sldId xmlns:r="http://schemas.openxmlformats.org/officeDocument/2006/relationships" id="265" r:id="Rc52dc923a2a04a51"/>
    <p:sldId xmlns:r="http://schemas.openxmlformats.org/officeDocument/2006/relationships" id="266" r:id="R490be1c2938f4a44"/>
    <p:sldId xmlns:r="http://schemas.openxmlformats.org/officeDocument/2006/relationships" id="267" r:id="R17c722347ffb429b"/>
    <p:sldId xmlns:r="http://schemas.openxmlformats.org/officeDocument/2006/relationships" id="268" r:id="Rd44926269b2f46b1"/>
    <p:sldId xmlns:r="http://schemas.openxmlformats.org/officeDocument/2006/relationships" id="269" r:id="Rc27efc136b43478a"/>
    <p:sldId xmlns:r="http://schemas.openxmlformats.org/officeDocument/2006/relationships" id="270" r:id="Rc9646fb929a54e0d"/>
    <p:sldId xmlns:r="http://schemas.openxmlformats.org/officeDocument/2006/relationships" id="271" r:id="R0d8f747d59b44cf9"/>
    <p:sldId xmlns:r="http://schemas.openxmlformats.org/officeDocument/2006/relationships" id="272" r:id="R47149c2eb01a4847"/>
    <p:sldId xmlns:r="http://schemas.openxmlformats.org/officeDocument/2006/relationships" id="273" r:id="R51a39735eff2470b"/>
    <p:sldId xmlns:r="http://schemas.openxmlformats.org/officeDocument/2006/relationships" id="274" r:id="Rbca58a8908654058"/>
    <p:sldId xmlns:r="http://schemas.openxmlformats.org/officeDocument/2006/relationships" id="275" r:id="R3ee21a9de0624076"/>
    <p:sldId xmlns:r="http://schemas.openxmlformats.org/officeDocument/2006/relationships" id="276" r:id="Ra7b40bda6eb7480e"/>
    <p:sldId xmlns:r="http://schemas.openxmlformats.org/officeDocument/2006/relationships" id="277" r:id="R2c36ae1da1d84be3"/>
    <p:sldId xmlns:r="http://schemas.openxmlformats.org/officeDocument/2006/relationships" id="278" r:id="Rd74a042ee01148cc"/>
    <p:sldId xmlns:r="http://schemas.openxmlformats.org/officeDocument/2006/relationships" id="279" r:id="Rbbd3a125df5d40cc"/>
    <p:sldId xmlns:r="http://schemas.openxmlformats.org/officeDocument/2006/relationships" id="280" r:id="R4a86952631694f77"/>
    <p:sldId xmlns:r="http://schemas.openxmlformats.org/officeDocument/2006/relationships" id="281" r:id="R9fd37580a78241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6adb4e963496e" /><Relationship Type="http://schemas.openxmlformats.org/officeDocument/2006/relationships/slideMaster" Target="/ppt/slideMasters/slideMaster1.xml" Id="Rfde1c5aed0244d08" /><Relationship Type="http://schemas.openxmlformats.org/officeDocument/2006/relationships/notesMaster" Target="/ppt/notesMasters/notesMaster1.xml" Id="R36e0ab68dfcf4851" /><Relationship Type="http://schemas.openxmlformats.org/officeDocument/2006/relationships/presProps" Target="/ppt/presProps.xml" Id="R65299e97f4a6469c" /><Relationship Type="http://schemas.openxmlformats.org/officeDocument/2006/relationships/tableStyles" Target="/ppt/tableStyles.xml" Id="R7ac43c9d94e54199" /><Relationship Type="http://schemas.openxmlformats.org/officeDocument/2006/relationships/slide" Target="/ppt/slides/slide1.xml" Id="Rea96e43cab694600" /><Relationship Type="http://schemas.openxmlformats.org/officeDocument/2006/relationships/slide" Target="/ppt/slides/slide2.xml" Id="R660f3f4965a74ae8" /><Relationship Type="http://schemas.openxmlformats.org/officeDocument/2006/relationships/slide" Target="/ppt/slides/slide3.xml" Id="R804033b127914801" /><Relationship Type="http://schemas.openxmlformats.org/officeDocument/2006/relationships/slide" Target="/ppt/slides/slide4.xml" Id="R7eca997d1e884ad6" /><Relationship Type="http://schemas.openxmlformats.org/officeDocument/2006/relationships/slide" Target="/ppt/slides/slide5.xml" Id="Rfca5210bae6e45c8" /><Relationship Type="http://schemas.openxmlformats.org/officeDocument/2006/relationships/slide" Target="/ppt/slides/slide6.xml" Id="R0483c8f8c02740f2" /><Relationship Type="http://schemas.openxmlformats.org/officeDocument/2006/relationships/slide" Target="/ppt/slides/slide7.xml" Id="Re0773a9655c942c4" /><Relationship Type="http://schemas.openxmlformats.org/officeDocument/2006/relationships/slide" Target="/ppt/slides/slide8.xml" Id="R2a0cd4353e724b16" /><Relationship Type="http://schemas.openxmlformats.org/officeDocument/2006/relationships/slide" Target="/ppt/slides/slide9.xml" Id="Rde8aa6e4d65d4ae0" /><Relationship Type="http://schemas.openxmlformats.org/officeDocument/2006/relationships/slide" Target="/ppt/slides/slide10.xml" Id="Rc52dc923a2a04a51" /><Relationship Type="http://schemas.openxmlformats.org/officeDocument/2006/relationships/slide" Target="/ppt/slides/slide11.xml" Id="R490be1c2938f4a44" /><Relationship Type="http://schemas.openxmlformats.org/officeDocument/2006/relationships/slide" Target="/ppt/slides/slide12.xml" Id="R17c722347ffb429b" /><Relationship Type="http://schemas.openxmlformats.org/officeDocument/2006/relationships/slide" Target="/ppt/slides/slide13.xml" Id="Rd44926269b2f46b1" /><Relationship Type="http://schemas.openxmlformats.org/officeDocument/2006/relationships/slide" Target="/ppt/slides/slide14.xml" Id="Rc27efc136b43478a" /><Relationship Type="http://schemas.openxmlformats.org/officeDocument/2006/relationships/slide" Target="/ppt/slides/slide15.xml" Id="Rc9646fb929a54e0d" /><Relationship Type="http://schemas.openxmlformats.org/officeDocument/2006/relationships/slide" Target="/ppt/slides/slide16.xml" Id="R0d8f747d59b44cf9" /><Relationship Type="http://schemas.openxmlformats.org/officeDocument/2006/relationships/slide" Target="/ppt/slides/slide17.xml" Id="R47149c2eb01a4847" /><Relationship Type="http://schemas.openxmlformats.org/officeDocument/2006/relationships/slide" Target="/ppt/slides/slide18.xml" Id="R51a39735eff2470b" /><Relationship Type="http://schemas.openxmlformats.org/officeDocument/2006/relationships/slide" Target="/ppt/slides/slide19.xml" Id="Rbca58a8908654058" /><Relationship Type="http://schemas.openxmlformats.org/officeDocument/2006/relationships/slide" Target="/ppt/slides/slide20.xml" Id="R3ee21a9de0624076" /><Relationship Type="http://schemas.openxmlformats.org/officeDocument/2006/relationships/slide" Target="/ppt/slides/slide21.xml" Id="Ra7b40bda6eb7480e" /><Relationship Type="http://schemas.openxmlformats.org/officeDocument/2006/relationships/slide" Target="/ppt/slides/slide22.xml" Id="R2c36ae1da1d84be3" /><Relationship Type="http://schemas.openxmlformats.org/officeDocument/2006/relationships/slide" Target="/ppt/slides/slide23.xml" Id="Rd74a042ee01148cc" /><Relationship Type="http://schemas.openxmlformats.org/officeDocument/2006/relationships/slide" Target="/ppt/slides/slide24.xml" Id="Rbbd3a125df5d40cc" /><Relationship Type="http://schemas.openxmlformats.org/officeDocument/2006/relationships/slide" Target="/ppt/slides/slide25.xml" Id="R4a86952631694f77" /><Relationship Type="http://schemas.openxmlformats.org/officeDocument/2006/relationships/slide" Target="/ppt/slides/slide26.xml" Id="R9fd37580a78241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b0e9c6915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bb7d8935f14ccd" /><Relationship Type="http://schemas.openxmlformats.org/officeDocument/2006/relationships/notesMaster" Target="/ppt/notesMasters/notesMaster1.xml" Id="R76614081d38d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0433ca2e94d85" /><Relationship Type="http://schemas.openxmlformats.org/officeDocument/2006/relationships/notesMaster" Target="/ppt/notesMasters/notesMaster1.xml" Id="R69cdd43fec63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086fffb154123" /><Relationship Type="http://schemas.openxmlformats.org/officeDocument/2006/relationships/notesMaster" Target="/ppt/notesMasters/notesMaster1.xml" Id="Rdb44ed485eb646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8fb68f1234b27" /><Relationship Type="http://schemas.openxmlformats.org/officeDocument/2006/relationships/notesMaster" Target="/ppt/notesMasters/notesMaster1.xml" Id="R94391e31f8e5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d445c032d2493e" /><Relationship Type="http://schemas.openxmlformats.org/officeDocument/2006/relationships/notesMaster" Target="/ppt/notesMasters/notesMaster1.xml" Id="Rb686ef8deb1f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a9dae2eadc43d2" /><Relationship Type="http://schemas.openxmlformats.org/officeDocument/2006/relationships/notesMaster" Target="/ppt/notesMasters/notesMaster1.xml" Id="Ree5fa778f8ab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75dd926089484a" /><Relationship Type="http://schemas.openxmlformats.org/officeDocument/2006/relationships/notesMaster" Target="/ppt/notesMasters/notesMaster1.xml" Id="R6419e6c70684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b1940d38f74e3b" /><Relationship Type="http://schemas.openxmlformats.org/officeDocument/2006/relationships/notesMaster" Target="/ppt/notesMasters/notesMaster1.xml" Id="R15cd497e53784c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8256a9c8674818" /><Relationship Type="http://schemas.openxmlformats.org/officeDocument/2006/relationships/notesMaster" Target="/ppt/notesMasters/notesMaster1.xml" Id="R08be11db121947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1cf903f2e04f08" /><Relationship Type="http://schemas.openxmlformats.org/officeDocument/2006/relationships/notesMaster" Target="/ppt/notesMasters/notesMaster1.xml" Id="R475d1de14af148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ad8d255b9c421e" /><Relationship Type="http://schemas.openxmlformats.org/officeDocument/2006/relationships/notesMaster" Target="/ppt/notesMasters/notesMaster1.xml" Id="R39257235a54d44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14c2c0c8f4f5d" /><Relationship Type="http://schemas.openxmlformats.org/officeDocument/2006/relationships/notesMaster" Target="/ppt/notesMasters/notesMaster1.xml" Id="Rd6d8d4a3157c45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6cfcefe5244f93" /><Relationship Type="http://schemas.openxmlformats.org/officeDocument/2006/relationships/notesMaster" Target="/ppt/notesMasters/notesMaster1.xml" Id="R84658d89369746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b71339b4434400" /><Relationship Type="http://schemas.openxmlformats.org/officeDocument/2006/relationships/notesMaster" Target="/ppt/notesMasters/notesMaster1.xml" Id="Rf1d91fca19fe43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6a35d506f44b2d" /><Relationship Type="http://schemas.openxmlformats.org/officeDocument/2006/relationships/notesMaster" Target="/ppt/notesMasters/notesMaster1.xml" Id="R4efe317873b349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7e4b85e9664e60" /><Relationship Type="http://schemas.openxmlformats.org/officeDocument/2006/relationships/notesMaster" Target="/ppt/notesMasters/notesMaster1.xml" Id="Rb2009137d96348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8972ac95204370" /><Relationship Type="http://schemas.openxmlformats.org/officeDocument/2006/relationships/notesMaster" Target="/ppt/notesMasters/notesMaster1.xml" Id="R1ce4176e824445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02c9f4afd2456c" /><Relationship Type="http://schemas.openxmlformats.org/officeDocument/2006/relationships/notesMaster" Target="/ppt/notesMasters/notesMaster1.xml" Id="Rb0ef8505d78049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a21a1f2b494d00" /><Relationship Type="http://schemas.openxmlformats.org/officeDocument/2006/relationships/notesMaster" Target="/ppt/notesMasters/notesMaster1.xml" Id="Rdbe35d8ead224f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ecd7a759e7432d" /><Relationship Type="http://schemas.openxmlformats.org/officeDocument/2006/relationships/notesMaster" Target="/ppt/notesMasters/notesMaster1.xml" Id="Rb310f3fa0c3643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0b1af3ad7545b5" /><Relationship Type="http://schemas.openxmlformats.org/officeDocument/2006/relationships/notesMaster" Target="/ppt/notesMasters/notesMaster1.xml" Id="Rdc69ffb1fc0d44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3d59a632fb492f" /><Relationship Type="http://schemas.openxmlformats.org/officeDocument/2006/relationships/notesMaster" Target="/ppt/notesMasters/notesMaster1.xml" Id="R18ac5501d7e04c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e2e0efe0de495d" /><Relationship Type="http://schemas.openxmlformats.org/officeDocument/2006/relationships/notesMaster" Target="/ppt/notesMasters/notesMaster1.xml" Id="R965295b10a7942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c9a02e2c364993" /><Relationship Type="http://schemas.openxmlformats.org/officeDocument/2006/relationships/notesMaster" Target="/ppt/notesMasters/notesMaster1.xml" Id="R7ad2fd904cd84d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8530c4c8f54aea" /><Relationship Type="http://schemas.openxmlformats.org/officeDocument/2006/relationships/notesMaster" Target="/ppt/notesMasters/notesMaster1.xml" Id="Ra33ec4e452b54c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f99787b1e894f8d" /><Relationship Type="http://schemas.openxmlformats.org/officeDocument/2006/relationships/notesMaster" Target="/ppt/notesMasters/notesMaster1.xml" Id="R491daf290f51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Заједничко значење поруке и контролисан експеримент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како уговор и поновљив симулатор омогућавају независну промену компоненти.</a:t>
            </a:r>
          </a:p>
          <a:p xmlns:a="http://schemas.openxmlformats.org/drawingml/2006/main">
            <a:r>
              <a:t>Порука без стабилног облика и значења тера примаоца да нагађа, а непоновљив сценарио не даје поуздан доказ поправке.</a:t>
            </a:r>
          </a:p>
          <a:p xmlns:a="http://schemas.openxmlformats.org/drawingml/2006/main">
            <a:r>
              <a:t>Уговори штите сарадњу компоненти.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Компоненте могу да сарађују само ако деле уговор о облику поруке и очекиваном понашању.</a:t>
            </a:r>
          </a:p>
          <a:p xmlns:a="http://schemas.openxmlformats.org/drawingml/2006/main">
            <a:r>
              <a:t>облик и значење поруке</a:t>
            </a:r>
          </a:p>
          <a:p xmlns:a="http://schemas.openxmlformats.org/drawingml/2006/main">
            <a:r>
              <a:t>шаље према уговору</a:t>
            </a:r>
          </a:p>
          <a:p xmlns:a="http://schemas.openxmlformats.org/drawingml/2006/main">
            <a:r>
              <a:t>понавља познат сценарио</a:t>
            </a:r>
          </a:p>
          <a:p xmlns:a="http://schemas.openxmlformats.org/drawingml/2006/main">
            <a:r>
              <a:t>валидира и тумачи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Уговор описује облик поруке, њено значење и дозвољене вредности. Он спречава да прималац нагађа шта је извор хтео да пошаље.</a:t>
            </a:r>
          </a:p>
          <a:p xmlns:a="http://schemas.openxmlformats.org/drawingml/2006/main">
            <a:r>
              <a:t>Описује облик, значење и дозвољене вредности поруке.</a:t>
            </a:r>
          </a:p>
          <a:p xmlns:a="http://schemas.openxmlformats.org/drawingml/2006/main">
            <a:r>
              <a:t>Спречава нагађање о намери пошиљаоца.</a:t>
            </a:r>
          </a:p>
          <a:p xmlns:a="http://schemas.openxmlformats.org/drawingml/2006/main">
            <a:r>
              <a:t>Промена захтева верзију, не тиху измену.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 шаље поруку према договореном уговору и бира верзију коју прималац може да разуме. Слање није исто што и потврђен пословни исход.</a:t>
            </a:r>
          </a:p>
          <a:p xmlns:a="http://schemas.openxmlformats.org/drawingml/2006/main">
            <a:r>
              <a:t>Шаље према договореном уговору, не произвољно.</a:t>
            </a:r>
          </a:p>
          <a:p xmlns:a="http://schemas.openxmlformats.org/drawingml/2006/main">
            <a:r>
              <a:t>Бира верзију коју прималац разуме.</a:t>
            </a:r>
          </a:p>
          <a:p xmlns:a="http://schemas.openxmlformats.org/drawingml/2006/main">
            <a:r>
              <a:t>Слање ≠ потврђен пословни исход.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Симулатор намерно производи познат ток и сметње. Његова вредност је у томе што тим може исти сценарио да понови без спољне опреме.</a:t>
            </a:r>
          </a:p>
          <a:p xmlns:a="http://schemas.openxmlformats.org/drawingml/2006/main">
            <a:r>
              <a:t>Производи познат, поновљив ток и сметње.</a:t>
            </a:r>
          </a:p>
          <a:p xmlns:a="http://schemas.openxmlformats.org/drawingml/2006/main">
            <a:r>
              <a:t>Замењује реалну опрему контролисаним експериментом.</a:t>
            </a:r>
          </a:p>
          <a:p xmlns:a="http://schemas.openxmlformats.org/drawingml/2006/main">
            <a:r>
              <a:t>Не сме преузети пословну логику система.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Прималац валидира поруку пре обраде и јасно одбија оно што не разуме. Тако непозната промена не постаје тиха грешка у пословном стању.</a:t>
            </a:r>
          </a:p>
          <a:p xmlns:a="http://schemas.openxmlformats.org/drawingml/2006/main">
            <a:r>
              <a:t>Валидира пре обраде, не после.</a:t>
            </a:r>
          </a:p>
          <a:p xmlns:a="http://schemas.openxmlformats.org/drawingml/2006/main">
            <a:r>
              <a:t>Јасно одбија оно што не разуме.</a:t>
            </a:r>
          </a:p>
          <a:p xmlns:a="http://schemas.openxmlformats.org/drawingml/2006/main">
            <a:r>
              <a:t>Непозната промена не сме тихо проћи у пословно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Пошиљалац проширује поруку новим пољем и сматра да промена нема последице.</a:t>
            </a:r>
          </a:p>
          <a:p xmlns:a="http://schemas.openxmlformats.org/drawingml/2006/main">
            <a:r>
              <a:t>Верзија говори примаоцу како да тумачи поруку.</a:t>
            </a:r>
          </a:p>
          <a:p xmlns:a="http://schemas.openxmlformats.org/drawingml/2006/main">
            <a:r>
              <a:t>Симулатор може поновити исти ток са старим и новим примаоцем.</a:t>
            </a:r>
          </a:p>
          <a:p xmlns:a="http://schemas.openxmlformats.org/drawingml/2006/main">
            <a:r>
              <a:t>Нејасна или непозната порука добија контролисан исход, а не произвољно тумачење.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Стабилан уговор омогућава компонентама да се мењају без нагађања о значењу поруке.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Emit_WithTheSameScenario_ProducesTheSameMessages прави два ScriptedStationSimulator-а са истим Scenario-ом и пореди њихове поруке. Не уводити пословну логику у симулатор.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показује две ствари које омогућавају да се компоненте развијају независно.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Уговор се проверава на улазу, а свако одбијање има стабилан код.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Исти сценарио (исти Seed) даје исте поруке, па се и грешка може поновити.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Симулатор је adapter иза порта IStationSimulator, правила не знају да станица није права.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Објављена верзија уговора чува очекивања постојећих корисника.</a:t>
            </a:r>
          </a:p>
          <a:p xmlns:a="http://schemas.openxmlformats.org/drawingml/2006/main">
            <a:r>
              <a:t>Валидација одбија поруку коју систем не разуме, уместо да јој нагађа значење.</a:t>
            </a:r>
          </a:p>
          <a:p xmlns:a="http://schemas.openxmlformats.org/drawingml/2006/main">
            <a:r>
              <a:t>Симулатор одваја стварни проблем система од случајности спољног света.</a:t>
            </a:r>
          </a:p>
          <a:p xmlns:a="http://schemas.openxmlformats.org/drawingml/2006/main">
            <a:r>
              <a:t>Промена поруке без верзије и без размишљања о примаоцима.</a:t>
            </a:r>
          </a:p>
          <a:p xmlns:a="http://schemas.openxmlformats.org/drawingml/2006/main">
            <a:r>
              <a:t>Симулатор који садржи пословну логику централног система.</a:t>
            </a:r>
          </a:p>
          <a:p xmlns:a="http://schemas.openxmlformats.org/drawingml/2006/main">
            <a:r>
              <a:t>Тест који зависи од случајног времена или спољне услуге.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Промена поруке без верзије.</a:t>
            </a:r>
          </a:p>
          <a:p xmlns:a="http://schemas.openxmlformats.org/drawingml/2006/main">
            <a:r>
              <a:t>Симулатор преузима пословну логику система.</a:t>
            </a:r>
          </a:p>
          <a:p xmlns:a="http://schemas.openxmlformats.org/drawingml/2006/main">
            <a:r>
              <a:t>Тест зависи од случајног времена или спољне услуге.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Одредити мали скуп кључних порука.</a:t>
            </a:r>
          </a:p>
          <a:p xmlns:a="http://schemas.openxmlformats.org/drawingml/2006/main">
            <a:r>
              <a:t>Поновити исти сценарио са познатим улазом.</a:t>
            </a:r>
          </a:p>
          <a:p xmlns:a="http://schemas.openxmlformats.org/drawingml/2006/main">
            <a:r>
              <a:t>Одбити поруку коју компонента не разуме.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Која порука најпре треба да постане стабилан уговор и какав симулатор би проверио њено значење?</a:t>
            </a:r>
          </a:p>
          <a:p xmlns:a="http://schemas.openxmlformats.org/drawingml/2006/main">
            <a:r>
              <a:t>Коју поруку бисте најпре претворили у стабилан уговор и који сценарио симулатора би најбоље открио неспоразум између пошиљаоца и примаоца?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у сценарио кашњење поруке (DelayEvery), тако да свака Н-та порука носи MeasuredAt старији од претходне.</a:t>
            </a:r>
          </a:p>
          <a:p xmlns:a="http://schemas.openxmlformats.org/drawingml/2006/main">
            <a:r>
              <a:t>Увести правило уговора које такву поруку одбија новим кодом и покрити га тестом.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Прва контролна тачка (Вежба 1–2) проверава основне ентитете, поновљив симулатор и прве стабилне уговоре.</a:t>
            </a:r>
          </a:p>
          <a:p xmlns:a="http://schemas.openxmlformats.org/drawingml/2006/main">
            <a:r>
              <a:t>Mission/GroundStation/StationNode имплементирани са основним статусима и heartbeat провером.</a:t>
            </a:r>
          </a:p>
          <a:p xmlns:a="http://schemas.openxmlformats.org/drawingml/2006/main">
            <a:r>
              <a:t>Поновљив DeviceSimulator са најмање два профила понашања.</a:t>
            </a:r>
          </a:p>
          <a:p xmlns:a="http://schemas.openxmlformats.org/drawingml/2006/main">
            <a:r>
              <a:t>Најмање један pull request показује преглед diff-а.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записује мали скуп порука и сценарија који представљају кључне токове.</a:t>
            </a:r>
          </a:p>
          <a:p xmlns:a="http://schemas.openxmlformats.org/drawingml/2006/main">
            <a:r>
              <a:t>Стабилан уговор омогућава компонентама да се мењају без нагађања о значењу поруке.</a:t>
            </a:r>
          </a:p>
          <a:p xmlns:a="http://schemas.openxmlformats.org/drawingml/2006/main">
            <a:r>
              <a:t>Наредна вежба: Идентитет, audit, observability и конфигурација.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f58f955074d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dc108e4a844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28f4d70ec44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b0fac87c44b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7affc689c4f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4340ff516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639A71-85B2-4181-9F42-BDB84B4F6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FBE4AC-03D4-4C6B-B210-10E82D674E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34305F-69CC-4D57-A19A-15578EBF6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63E777-ACE3-415B-A518-4BABBCA32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FC4DB8-5D5A-4140-9464-FB610976A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FC8ED3-3037-44E8-ADC0-D5AB87B0B6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1CE4C9-9FC0-4AEF-B022-3B75264CDC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7131A3-0F52-4F1D-B152-5FFE617D9E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1D1D10-6F37-425C-A55A-0E3CDD10B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A5996A-95AF-48BF-B0C2-5C204FF99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2105a889a428f" /><Relationship Type="http://schemas.openxmlformats.org/officeDocument/2006/relationships/slideLayout" Target="/ppt/slideLayouts/slideLayout1.xml" Id="R937713c93523440d" /><Relationship Type="http://schemas.openxmlformats.org/officeDocument/2006/relationships/slideLayout" Target="/ppt/slideLayouts/slideLayout2.xml" Id="R64ac591252454137" /><Relationship Type="http://schemas.openxmlformats.org/officeDocument/2006/relationships/slideLayout" Target="/ppt/slideLayouts/slideLayout3.xml" Id="Rbcd8bbce7ab34964" /><Relationship Type="http://schemas.openxmlformats.org/officeDocument/2006/relationships/slideLayout" Target="/ppt/slideLayouts/slideLayout4.xml" Id="R44d15adbd4b94c11" /><Relationship Type="http://schemas.openxmlformats.org/officeDocument/2006/relationships/slideLayout" Target="/ppt/slideLayouts/slideLayout5.xml" Id="R13809e203f4a429a" /><Relationship Type="http://schemas.openxmlformats.org/officeDocument/2006/relationships/slideLayout" Target="/ppt/slideLayouts/slideLayout6.xml" Id="Re92da1e286cc47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713c93523440d"/>
    <p:sldLayoutId xmlns:r="http://schemas.openxmlformats.org/officeDocument/2006/relationships" id="2147483650" r:id="R64ac591252454137"/>
    <p:sldLayoutId xmlns:r="http://schemas.openxmlformats.org/officeDocument/2006/relationships" id="2147483651" r:id="Rbcd8bbce7ab34964"/>
    <p:sldLayoutId xmlns:r="http://schemas.openxmlformats.org/officeDocument/2006/relationships" id="2147483652" r:id="R44d15adbd4b94c11"/>
    <p:sldLayoutId xmlns:r="http://schemas.openxmlformats.org/officeDocument/2006/relationships" id="2147483653" r:id="R13809e203f4a429a"/>
    <p:sldLayoutId xmlns:r="http://schemas.openxmlformats.org/officeDocument/2006/relationships" id="2147483654" r:id="Re92da1e286cc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722a52e564743" /><Relationship Type="http://schemas.openxmlformats.org/officeDocument/2006/relationships/notesSlide" Target="/ppt/notesSlides/notesSlide1.xml" Id="R7b30da23c2d340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c5a2ed4994939" /><Relationship Type="http://schemas.openxmlformats.org/officeDocument/2006/relationships/notesSlide" Target="/ppt/notesSlides/notesSlide2.xml" Id="Rb65197d8ee59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65a63025e40d6" /><Relationship Type="http://schemas.openxmlformats.org/officeDocument/2006/relationships/notesSlide" Target="/ppt/notesSlides/notesSlide3.xml" Id="Rbb045b979db949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160dc3f4a45ea" /><Relationship Type="http://schemas.openxmlformats.org/officeDocument/2006/relationships/notesSlide" Target="/ppt/notesSlides/notesSlide4.xml" Id="R10bea8bcb152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4887557814b93" /><Relationship Type="http://schemas.openxmlformats.org/officeDocument/2006/relationships/notesSlide" Target="/ppt/notesSlides/notesSlide5.xml" Id="R2085108e1e72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266cd8adc4ad4" /><Relationship Type="http://schemas.openxmlformats.org/officeDocument/2006/relationships/notesSlide" Target="/ppt/notesSlides/notesSlide6.xml" Id="Rf28723a452fb4d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d867860a7458e" /><Relationship Type="http://schemas.openxmlformats.org/officeDocument/2006/relationships/notesSlide" Target="/ppt/notesSlides/notesSlide7.xml" Id="R51cd281580f04d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a0f5e1e2e4753" /><Relationship Type="http://schemas.openxmlformats.org/officeDocument/2006/relationships/notesSlide" Target="/ppt/notesSlides/notesSlide8.xml" Id="R355e69b7616544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c2c0691804566" /><Relationship Type="http://schemas.openxmlformats.org/officeDocument/2006/relationships/notesSlide" Target="/ppt/notesSlides/notesSlide9.xml" Id="R12b818d07995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0e85f022341fe" /><Relationship Type="http://schemas.openxmlformats.org/officeDocument/2006/relationships/notesSlide" Target="/ppt/notesSlides/notesSlide10.xml" Id="R013b5da6ee8046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228287d454efa" /><Relationship Type="http://schemas.openxmlformats.org/officeDocument/2006/relationships/notesSlide" Target="/ppt/notesSlides/notesSlide11.xml" Id="Re291f027ba004e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89cad47824c3d" /><Relationship Type="http://schemas.openxmlformats.org/officeDocument/2006/relationships/notesSlide" Target="/ppt/notesSlides/notesSlide12.xml" Id="R1f0d9f3727844d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ab4f2214043e4" /><Relationship Type="http://schemas.openxmlformats.org/officeDocument/2006/relationships/notesSlide" Target="/ppt/notesSlides/notesSlide13.xml" Id="R67e795eb0f694e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358b319d4436e" /><Relationship Type="http://schemas.openxmlformats.org/officeDocument/2006/relationships/notesSlide" Target="/ppt/notesSlides/notesSlide14.xml" Id="R9897c0bd745040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3ea5567b14441" /><Relationship Type="http://schemas.openxmlformats.org/officeDocument/2006/relationships/notesSlide" Target="/ppt/notesSlides/notesSlide15.xml" Id="R4fcf1fe1520e48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47b1e9bba4a42" /><Relationship Type="http://schemas.openxmlformats.org/officeDocument/2006/relationships/notesSlide" Target="/ppt/notesSlides/notesSlide16.xml" Id="R903a596d788640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a416b0aec4161" /><Relationship Type="http://schemas.openxmlformats.org/officeDocument/2006/relationships/notesSlide" Target="/ppt/notesSlides/notesSlide17.xml" Id="Rf14d9a3e190d49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f68001fbd4643" /><Relationship Type="http://schemas.openxmlformats.org/officeDocument/2006/relationships/notesSlide" Target="/ppt/notesSlides/notesSlide18.xml" Id="R4c47b21d4c8b43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5ecb8cb7845c4" /><Relationship Type="http://schemas.openxmlformats.org/officeDocument/2006/relationships/notesSlide" Target="/ppt/notesSlides/notesSlide19.xml" Id="Rbf0782f8935047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8817f4e4a4030" /><Relationship Type="http://schemas.openxmlformats.org/officeDocument/2006/relationships/notesSlide" Target="/ppt/notesSlides/notesSlide20.xml" Id="Rbe5073ec57f143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a3d80224a4dba" /><Relationship Type="http://schemas.openxmlformats.org/officeDocument/2006/relationships/notesSlide" Target="/ppt/notesSlides/notesSlide21.xml" Id="R2fe46f19b60a4f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aadf97ea34c16" /><Relationship Type="http://schemas.openxmlformats.org/officeDocument/2006/relationships/notesSlide" Target="/ppt/notesSlides/notesSlide22.xml" Id="R1af5bd6779594d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38415f3fa4fff" /><Relationship Type="http://schemas.openxmlformats.org/officeDocument/2006/relationships/notesSlide" Target="/ppt/notesSlides/notesSlide23.xml" Id="R8f8831e1b3ea4c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d57f08c614320" /><Relationship Type="http://schemas.openxmlformats.org/officeDocument/2006/relationships/notesSlide" Target="/ppt/notesSlides/notesSlide24.xml" Id="R11c03328ec3147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be1bf944f4784" /><Relationship Type="http://schemas.openxmlformats.org/officeDocument/2006/relationships/notesSlide" Target="/ppt/notesSlides/notesSlide25.xml" Id="Rb57b94802f5442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f9c781944f7e" /><Relationship Type="http://schemas.openxmlformats.org/officeDocument/2006/relationships/notesSlide" Target="/ppt/notesSlides/notesSlide26.xml" Id="R882acbeeed8144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B4453-D3DC-4FB8-91FB-C30F1797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5B6203-7596-4D44-B2D9-CE50E24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28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Уговори, симулатори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поновљивост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2E935-B7CD-4C56-AF42-A20CDEE1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9841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Заједничко значење поруке и контролисан експеримент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E971CCF3-B56F-4332-9E7F-0187DE9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535" y="2249214"/>
            <a:ext cx="1242520" cy="525189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6A45524-3EAC-4243-9CC6-E54084E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3" y="2294047"/>
            <a:ext cx="1114425" cy="43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Станица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FBE3D14-7E9F-44F5-9E2F-30A15BD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535" y="3952875"/>
            <a:ext cx="1242520" cy="525189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BEA"/>
          </a:solidFill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41EBC98-9DB1-41BA-BC6E-CA1F9E1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3" y="3997708"/>
            <a:ext cx="1114425" cy="43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Симулатор</a:t>
            </a:r>
          </a:p>
        </p:txBody>
      </p:sp>
      <p:sp>
        <p:nvSpPr>
          <p:cNvPr id="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4DCD5969-B59D-4580-9F5D-4FEF072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244" y="3094640"/>
            <a:ext cx="1050378" cy="576427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CF20EAF-06F8-47F8-B953-EFE71EC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291" y="3139473"/>
            <a:ext cx="922283" cy="48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Порт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68825-F7DA-47B2-81A6-F399590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1484" y="2511808"/>
            <a:ext cx="256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9A62C-480C-4186-ADE0-00783A5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80186" y="2899295"/>
            <a:ext cx="7749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EAD5B-B1FF-4E12-A046-1010B9D291A4}"/>
              </a:ext>
            </a:extLst>
          </p:cNvPr>
          <p:cNvCxnSpPr/>
          <p:nvPr/>
        </p:nvCxnSpPr>
        <p:spPr>
          <a:xfrm xmlns:a="http://schemas.openxmlformats.org/drawingml/2006/main" rot="0">
            <a:off x="9367673" y="3286782"/>
            <a:ext cx="192142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34BE8-B21F-4EA6-B1B3-D6D2409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1484" y="4215469"/>
            <a:ext cx="256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A40DB-692B-42EB-8DF1-E9D6AA9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999401" y="3847197"/>
            <a:ext cx="7365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CB42B-ED71-4BF3-BF90-F8FCA90BA851}"/>
              </a:ext>
            </a:extLst>
          </p:cNvPr>
          <p:cNvCxnSpPr/>
          <p:nvPr/>
        </p:nvCxnSpPr>
        <p:spPr>
          <a:xfrm xmlns:a="http://schemas.openxmlformats.org/drawingml/2006/main" rot="0">
            <a:off x="9367673" y="3478924"/>
            <a:ext cx="192142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1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D950869-2296-4018-890A-25D587D2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672" y="1980215"/>
            <a:ext cx="1524328" cy="819807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8AD77B7-2EF7-4149-A6F7-45B5DA4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958" y="2069881"/>
            <a:ext cx="1293758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1">
                <a:solidFill>
                  <a:srgbClr val="0E6E6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1">
                <a:solidFill>
                  <a:srgbClr val="0E6E68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1">
                <a:solidFill>
                  <a:srgbClr val="0E6E68"/>
                </a:solidFill>
                <a:latin typeface="IBM Plex Sans"/>
                <a:ea typeface="IBM Plex Sans"/>
                <a:cs typeface="IBM Plex Sans"/>
              </a:rPr>
              <a:t>Уговор 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26BA7-C292-4034-91C1-5B401104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1624" y="2466975"/>
            <a:ext cx="9479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632A4-A044-4CCB-B1B9-562130D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1624" y="2620689"/>
            <a:ext cx="6660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CB506-78F8-4D1A-AF44-D597134C356D}"/>
              </a:ext>
            </a:extLst>
          </p:cNvPr>
          <p:cNvCxnSpPr/>
          <p:nvPr/>
        </p:nvCxnSpPr>
        <p:spPr>
          <a:xfrm xmlns:a="http://schemas.openxmlformats.org/drawingml/2006/main" rot="5400000">
            <a:off x="10027362" y="2947331"/>
            <a:ext cx="217761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F751D-742A-4129-841A-D9C4C8E3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382853"/>
            <a:ext cx="4995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5178B-A971-47F8-9B12-7115857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49348" y="4020125"/>
            <a:ext cx="12745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E6E68"/>
            </a:solidFill>
            <a:prstDash val="solid"/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A215B-58E9-438A-9B3D-6FC82762229F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0482098" y="4657397"/>
            <a:ext cx="704522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2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54C8301-80FE-431A-944F-10AAC73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149" y="4426826"/>
            <a:ext cx="973521" cy="4611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2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3353A57-551F-49AB-8189-C759E08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197" y="4471659"/>
            <a:ext cx="84542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Прималац</a:t>
            </a:r>
          </a:p>
        </p:txBody>
      </p:sp>
      <p:sp>
        <p:nvSpPr>
          <p:cNvPr id="2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AAF4686-C4AE-402C-8136-DDFF9F8F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916" y="3158687"/>
            <a:ext cx="1434662" cy="230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0E6E6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0E6E68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0E6E68"/>
                </a:solidFill>
                <a:latin typeface="IBM Plex Sans"/>
                <a:ea typeface="IBM Plex Sans"/>
                <a:cs typeface="IBM Plex Sans"/>
              </a:rPr>
              <a:t>исти интерфејс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AB772-44A9-4DCB-9918-B2D13605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30C2D-CB2D-4CA0-8D2F-DE4FD0E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5AD71-A8BA-4785-8F70-A73CA77B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822109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8024D-4071-49BC-85A0-9FB94D6F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190B-5AEE-4E47-833C-2AE9FAF8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B5352E-FE81-4D5E-9C8A-17DC1AD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52E13-C74D-41AA-A221-01E01D5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C27C8-CE4D-4B0C-9304-5590FAC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BF87-5ED1-475E-B899-CF14AD13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57B1E-200A-4481-8423-A0EE531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34F3D-CEBC-4AF1-94E9-E3E6419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9F38D-35C2-49C1-B3F7-A03CCFEE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C0C07-B3C0-4647-A398-52E004D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7F0D4-39C5-4A48-8791-165E16FB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09E4-3DD3-464A-9C80-83BEEF5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AB0BE-03BF-4ECB-BB9F-3F6F1755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35BA6-1128-4304-91A6-B92C1CD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14FE-B209-4BB5-820F-18A266F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16550-6DF8-4AF4-BF95-F5A4370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1869-9D13-4C67-AF2B-AA9114D3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EE9C9-40DF-44D8-807F-7629E67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4D4FD-AA86-4225-BD64-A9624A49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A8388-90D4-4E78-BE55-AECEA4D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4F964-DCD6-4C15-B451-6292BC22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A6DCA-9037-4D59-8ABE-7602CC1C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D09C3-9772-474D-AD81-3BA9FEC0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C68BC-1FB3-489A-BE4D-508A406A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664FD-53CE-4158-8382-AB72693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7A416-94C8-43F4-9CB1-23496A7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F85EC-0719-4367-B780-AB0E114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19–26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B565C-EBCD-4B39-B56C-5C19E94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A4053-8A24-43A7-A14E-338C4AA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B3FBD01-85DD-4DB7-B662-FAF3886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4867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DAB4-EC0D-40D9-B4AE-9451E48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17E0-2633-45D6-8DEA-2CA8BDC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2862D-659D-4DBF-85B4-71F96CE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6EF03-0753-4127-BEF5-CCCE7BFA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A92F7-0898-4F12-A00D-2D32945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1169F-CB6A-4741-8187-CDF90F69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AC09DE-E8F2-4DCB-B3D6-5FE03DB0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8800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8681-C266-45A5-B2FA-8E34F5C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FD0A0-D37E-4087-961B-E20833C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8704C5-5E13-489F-81B0-AEACC2C6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9C1EF2-F7D2-48CF-AFE3-94121480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како уговор и поновљив симулатор омогућавају независну промену компоненти.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70E09-1E24-44D4-A442-A9BD5DC4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Порука без стабилног облика и значења тера примаоца да нагађа, 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непоновљив сценарио не даје поуздан доказ поправке.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AE52F207-46FD-4D2F-905E-56BBAA1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5CBEA37A-AE0C-4EFD-BF3A-6EE99D3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ED737-52D1-47E7-BB9C-1C18DE8C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59D05-9348-42FD-92A2-35294C2F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Уговори штите сарадњу компоненти.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1A8E6-E320-4A03-9C1B-6E9BEA0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26DAC-7A78-42CC-A9F7-80043E9A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A81A71F-098F-49C4-9C6D-32225DF2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1087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EB032-6CF2-448B-BA5F-5A2C3D7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6C3B2-BEFD-496E-BEFF-C997E78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40805D-EC9D-4EB8-81A8-2B7A0EB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A227B7F-6565-433B-A444-A62C0A3F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Компоненте могу да сарађују само ако деле уговор о облику поруке и очекиваном понашању.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E0A3-14C2-4EF8-B602-1158B40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EC75B-8ED0-472C-913C-850D597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BC38F-E357-4D04-BEA5-A9347F3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Уговор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DA129-634D-4D7D-991C-8C249216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облик и значење поруке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B899A-4340-436B-ADB4-9667833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2F969-BAD0-415D-B255-85CCBA7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C71CC-DBA6-455B-99B6-35E3CCBF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11CD6-427D-4319-95AF-EB73EB7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шаље према уговору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A97DF-810B-469B-A04D-E871733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F42BF-B66F-4D09-B59C-8E92FE9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08A70-E791-403A-8428-4CF9AE4A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Симулатор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2AEC7-6AE2-4F3E-AC2C-97D3B489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понавља познат сценарио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53CC9-48F7-4ADC-B10F-BFDFF4F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C884C-81B3-44CB-8E18-7ED7BA1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21320-06A8-4F33-BFB7-E45CCDCB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Прималац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51C46-A88B-4D47-A1F9-96DFFFF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валидира и тумачи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74132-13F9-4253-9349-C210A061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0A080-8116-4ECF-8322-33FF024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F6FB182-B70C-4350-81A7-927B090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4981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A36E1-3857-46FC-97F8-E42912ED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77B52-B507-476B-BC6F-58AA1CE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2A3CE3-A5A7-450F-87B2-35B2EB73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Уговор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54A1444-5F60-4667-8622-D8D3444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Уговор описује облик поруке, њено значење и дозвољене вредности. Он спречава да прималац нагађа шта је извор хтео да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пошаље.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A459F-E8F8-48DA-BB07-69F6CB6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74650-5AC3-48E9-A1CB-2AFA69D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C5E0B-8237-4B67-877D-AEB5E53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Описује облик, значење и дозвољене вредности поруке.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4F135-1009-42FC-B185-E954BE8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04D81-30DF-4800-A93D-06F0982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B98B0-AA88-47C4-9220-D191144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Спречава нагађање о намери пошиљаоца.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1B9C9-CF73-413D-B1CC-7BCF612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F1CA5-5697-4633-8DE4-3C99162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F8636-9D61-44BE-9F29-0FFFDCB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захтева верзију, не тиху измену.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4C736-8B93-4B4B-A8A1-9580A3FA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3FB3E-165D-43DF-B1C1-84AF4A73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FE6C88-7ECD-4424-8CF2-C5FB6C7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9203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A2980-26B1-4ECA-9C3B-12F19DA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BA6F5-37EA-444B-A6DA-5C927A5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E28659-FF4D-4885-A0B7-1F721893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Извор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4A0927E-B70C-45F7-A70E-6A25DF7A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Извор шаље поруку према договореном уговору и бира верзију коју прималац може да разуме. Слање није исто што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потврђен пословни исход.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86B23-E1DF-4B45-8FB4-27F4D2D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F008C-87AB-4D8E-B0D4-14711E33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FBCE9-A962-4B7F-B172-58E24CAB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Шаље према договореном уговору, не произвољно.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06633-8CAA-410E-899C-503FF69E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D4E96-2B94-4E25-B46C-A03C7CD7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4C438-9B19-4467-8E5F-AD664CC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Бира верзију коју прималац разуме.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1CAE2-5BF0-4050-AD17-D1374A99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3E013-622C-481F-8DB6-8CE050D8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A25F8-1C24-42D7-B092-724A5FA4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Слање ≠ потврђен пословни исход.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72EA2-4009-4A24-AD23-FFB51367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CAAEF-DF4A-4AFA-A6C5-88CFAE9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3AE4052-404B-4C42-A137-DDAFE686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4818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67828-B917-4C74-8259-B1EC89AE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3D9B9-C88B-4AA7-B854-E637262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F08C8C-DA1D-4557-BE95-9C49891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Симулатор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78E631F-AC1E-45E9-982E-7E5CBBFF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намерно производи познат ток и сметње. Његова вредност је у томе што тим може исти сценарио да понови без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спољне опреме.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F9A8E-D582-435E-9FB9-71AB7187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98AE4-2C33-4078-9786-F8B6A4F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87707-6D38-4AEE-B938-31717F3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Производи познат, поновљив ток и сметње.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11144-78B5-42A1-983D-47882884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30598-3746-40F2-B3F0-CE0EDE6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C835F-28E4-4596-A20C-2003023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Замењује реалну опрему контролисаним експериментом.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74015-DEDE-48EB-84C1-B462365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5495B-17D0-43DD-ADF2-FEBCD4C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4FD23-F1D8-48C5-89D3-A106871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сме преузети пословну логику система.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D1DC4-A3BA-477F-AF84-28351F9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87648-FBA4-4686-8D20-C11D8959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2E37B96-8C5F-4E51-BF4D-F40BE7E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6395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50280-5B08-44C6-9BF5-E7A7FEE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1FBFB-E50A-472B-8A69-90301D5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F682F-3B7D-4669-BF79-14E98751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Прималац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2E6B7A7-8807-4498-94F8-D28A545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Прималац валидира поруку пре обраде и јасно одбија оно што не разуме. Тако непозната промена не постаје тиха грешка 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пословном стању.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06124-6E58-4251-84C4-890C05BC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9A374-DF7B-4FE6-8EE3-01EBB6A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0DD8A-30D6-4F8D-9A1A-85EAB706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Валидира пре обраде, не после.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F3792-8FD9-43A2-943A-59E7C34F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C5C56-C695-4879-9E28-FCA9F7B3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9EFE6-9FD3-4CE4-BC60-F56107F3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Јасно одбија оно што не разуме.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53038-A1A5-4282-A8FA-8AD2FAB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D710F-0C52-4B40-A92A-BE17B6F4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E5BE0-E580-4FCF-8DAD-0696C51D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Непозната промена не сме тихо проћи у пословно стање.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C556-8C4E-44FE-8568-C955A5F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9E29F-FB7C-44BB-A804-BF288075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1E773E6-CB1C-4ED4-B2E2-E36A8C1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333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AFD5A-18B6-477C-A08D-C502F84C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79783-DEA1-4F3B-B624-D0418D9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52B663-F108-415E-A2BB-206C4A67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прималац не разуме нову поруку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BEBA2D4-D5BC-4049-8598-0C67E86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Пошиљалац проширује поруку новим пољем и сматра да промена нема последице.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8EAA-176C-45EF-A5E6-5A173D67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2AF5A-42FE-4973-8F97-14F899A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C5763-1AC1-45BE-AC6A-25345E9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Верзија говори примаоцу како да тумачи поруку.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9A037-3711-4B04-AEAB-BF6E0C7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DA2E-BFDC-4099-9CE4-E1E506FF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EF16E-844D-4D6D-8C7F-30AE6F9E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може поновити исти ток са старим и новим примаоцем.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0B8E-B7F2-4EFA-9A32-E456292A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D038D-035C-46AA-B4EB-0953063F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AD48E-9951-404F-AB73-FFD4E86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Нејасна или непозната порука добија контролисан исход, а не произвољно тумачење.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5497B-ABEC-4B1A-BCEA-028B1A0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75966-506A-48C8-AFAC-0BF87D9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DE36A39-3BBD-4BA0-9D81-284C858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1781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15FB9-1293-4EFD-BF22-B2C949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2462B-D2E2-48F8-B20A-3316BA2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3B473-9866-4404-806F-0DE2DB2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AAA34-21C5-4815-97A8-41C04C4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7DFFC-E1AE-46C3-8DCF-22712B44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E341C-9A12-4405-B686-940E860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0349039-B836-4EB2-B2B5-FB2F7E9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5393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EC0DF-921A-4ACC-9CEF-6E0A0F6A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ED1B8-C312-45F2-A95B-1D4FEE9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672FB-2B52-4674-9827-15D037D6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уговора између компоненти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955B96A-6AB7-4A43-8CAC-460903F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Стабилан уговор омогућава компонентама да се мењају без нагађања о значењу поруке.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A31FD-9FCC-4C40-B42F-424A2A289CC3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2EBE9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2EBE9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Пошиљалац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ствара поруку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Уговор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облик, значење и верзија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Симулатор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поновљив сценарио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Прималац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валидира и обрађује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E56C-7ABB-4926-AECA-D23BF8F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90A9B-A45C-40A9-9E5E-66BB6FE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9F56AD9-02C2-421E-B5C7-77B3DC11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12926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F3A52B-DD93-4B20-AC94-479A7C77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BFD8C-EA0D-4A7E-B73D-1266D8F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FB69C0-E3AD-4B46-AE5C-8B02A93F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Поновљив сценарио даје упоредив резултат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57CF955-2FCB-4902-9E2F-24FC946B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Seed одређује исти улаз, па тест може да пореди два покретања.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A11B2CEC-6776-437B-959E-BAFAC759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4" y="2833688"/>
            <a:ext cx="1654969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8734AED-A4EA-42F7-9393-6B3DC6D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75359"/>
            <a:ext cx="153590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A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7D7AE94-9FE3-4BAB-A6BA-BCA9D0E9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833688"/>
            <a:ext cx="1500188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BEA"/>
          </a:solidFill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FE0C401-1CD0-4D67-A9FC-7021D35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5359"/>
            <a:ext cx="1381125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Исти Seed</a:t>
            </a:r>
          </a:p>
        </p:txBody>
      </p:sp>
      <p:sp>
        <p:nvSpPr>
          <p:cNvPr id="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366DD2E-2B84-4816-9A44-6A30213B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2833688"/>
            <a:ext cx="2345531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2B84AC1-7FF3-4997-B8FD-5426EF44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2875359"/>
            <a:ext cx="222646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Исти ток порука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1C9BA-BB82-46F5-91E0-ADCA33BAF732}"/>
              </a:ext>
            </a:extLst>
          </p:cNvPr>
          <p:cNvCxnSpPr/>
          <p:nvPr/>
        </p:nvCxnSpPr>
        <p:spPr>
          <a:xfrm xmlns:a="http://schemas.openxmlformats.org/drawingml/2006/main" rot="0">
            <a:off x="2726531" y="3119438"/>
            <a:ext cx="369094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D5B5A-1D00-416B-AF03-F6E2C6EB73AF}"/>
              </a:ext>
            </a:extLst>
          </p:cNvPr>
          <p:cNvCxnSpPr/>
          <p:nvPr/>
        </p:nvCxnSpPr>
        <p:spPr>
          <a:xfrm xmlns:a="http://schemas.openxmlformats.org/drawingml/2006/main" rot="0">
            <a:off x="4667250" y="3119438"/>
            <a:ext cx="41671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13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D011833-20CE-485C-87CE-8530E39F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4" y="4179094"/>
            <a:ext cx="1654969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42E53B4-54DE-44BE-97CA-E549EBBC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20766"/>
            <a:ext cx="153590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B</a:t>
            </a:r>
          </a:p>
        </p:txBody>
      </p:sp>
      <p:sp>
        <p:nvSpPr>
          <p:cNvPr id="1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E382756-A1C9-40AD-961E-16FA97B7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179094"/>
            <a:ext cx="1500188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BEA"/>
          </a:solidFill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sp>
        <p:nvSpPr>
          <p:cNvPr id="1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CAEF14F-E323-4DF4-9404-D6FC2EB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0766"/>
            <a:ext cx="1381125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Исти Seed</a:t>
            </a:r>
          </a:p>
        </p:txBody>
      </p:sp>
      <p:sp>
        <p:nvSpPr>
          <p:cNvPr id="1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8D28FE9-5506-4749-B954-CA12863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4179094"/>
            <a:ext cx="2345531" cy="571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E395414-AB90-460E-98A1-6D42358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0766"/>
            <a:ext cx="222646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Исти ток порука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91C65-CC23-4C1E-8149-33C4E53D0357}"/>
              </a:ext>
            </a:extLst>
          </p:cNvPr>
          <p:cNvCxnSpPr/>
          <p:nvPr/>
        </p:nvCxnSpPr>
        <p:spPr>
          <a:xfrm xmlns:a="http://schemas.openxmlformats.org/drawingml/2006/main" rot="0">
            <a:off x="2726531" y="4464844"/>
            <a:ext cx="369094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03FC7-75A2-4C80-8626-B398DAB8ABB1}"/>
              </a:ext>
            </a:extLst>
          </p:cNvPr>
          <p:cNvCxnSpPr/>
          <p:nvPr/>
        </p:nvCxnSpPr>
        <p:spPr>
          <a:xfrm xmlns:a="http://schemas.openxmlformats.org/drawingml/2006/main" rot="0">
            <a:off x="4667250" y="4464844"/>
            <a:ext cx="41671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74C08-2636-427D-8654-31C8A52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938" y="3119438"/>
            <a:ext cx="3929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A4164-D758-4873-9271-A6CA8E71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7492" y="3455789"/>
            <a:ext cx="6727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46581-A0FD-4703-8117-097485F6154E}"/>
              </a:ext>
            </a:extLst>
          </p:cNvPr>
          <p:cNvCxnSpPr/>
          <p:nvPr/>
        </p:nvCxnSpPr>
        <p:spPr>
          <a:xfrm xmlns:a="http://schemas.openxmlformats.org/drawingml/2006/main" rot="0">
            <a:off x="7893844" y="3792141"/>
            <a:ext cx="369094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BCCD1-004C-4DBC-9678-523B079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938" y="4464844"/>
            <a:ext cx="3929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407FA-E1B3-4C7C-9A01-AD7CCBC8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646789" y="4217789"/>
            <a:ext cx="494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52435-C14E-4DC5-9C10-B99B58665E12}"/>
              </a:ext>
            </a:extLst>
          </p:cNvPr>
          <p:cNvCxnSpPr/>
          <p:nvPr/>
        </p:nvCxnSpPr>
        <p:spPr>
          <a:xfrm xmlns:a="http://schemas.openxmlformats.org/drawingml/2006/main" rot="0">
            <a:off x="7893844" y="3970734"/>
            <a:ext cx="369094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0E6E68"/>
            </a:solidFill>
            <a:prstDash val="solid"/>
            <a:tailEnd type="triangle" w="sm" len="sm"/>
          </a:ln>
        </p:spPr>
      </p:cxnSp>
      <p:sp>
        <p:nvSpPr>
          <p:cNvPr id="2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EFD5722C-96CD-41BB-8C5E-36393740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656" y="3488531"/>
            <a:ext cx="2083594" cy="785813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BEA"/>
          </a:solidFill>
          <a:ln xmlns:a="http://schemas.openxmlformats.org/drawingml/2006/main" w="17859">
            <a:solidFill>
              <a:srgbClr val="0E6E68"/>
            </a:solidFill>
            <a:prstDash val="solid"/>
          </a:ln>
        </p:spPr>
      </p:sp>
      <p:sp>
        <p:nvSpPr>
          <p:cNvPr id="2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9FA8455-EE25-4D8A-B6CC-BEAC4D4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3530203"/>
            <a:ext cx="1964531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Једнак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</a:t>
            </a:r>
          </a:p>
        </p:txBody>
      </p:sp>
      <p:sp>
        <p:nvSpPr>
          <p:cNvPr id="2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A314904-63EC-4F38-BB9E-1C5B043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4" y="5125641"/>
            <a:ext cx="9334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Познат сценарио омогућава да се грешка понови после измене.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8FF6E-285F-403B-BBD9-E7E4487D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B1BC7-47D2-4C9F-93FC-683919F8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100D91E-AC8B-4197-BCDD-4EB6E769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8022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ACBC-302E-4C81-B14A-5AFC2201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AC05D-7566-4066-8469-6479FBD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F171-E93D-4E9F-A46A-37C1355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2B013-0141-4AD6-8B4A-62C28D2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89473-9A15-4F51-A2FB-1828433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36CD9-76F1-4119-AECB-A7CCDBD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D1E1E19-0F26-4F9D-A5D0-A6E5E0F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282630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6E55B-1319-42F1-9F85-C0FA16CE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67A2B-8F48-424D-BC32-33AC4893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6B3CC5-2133-4CCD-846A-54DFE78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39F6ECC-0F59-464A-A7AF-75D2A1D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показује две ствари које омогућавају да се компоненте развијају независно.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67A9A78-5A96-475C-BCCD-94F8D9ED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83907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39EA5-D28B-4A1D-9274-7162F87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47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A450D-AB7F-4E87-99AA-8ABF33A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47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1C27FC6-3B61-4263-AFBF-1ECB687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61C279EA-D8DA-4B00-8D55-1918FEC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Primeri/02 Ugovori simulator"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F36C9D-4C79-4CB9-9A27-1F431BD3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AD746DAF-0BCA-4D6D-8CFD-BC4ACCD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src/Odp.Vezba02.ConsoleUi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1D2587C-E72F-4F91-A763-8530705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9E9BF1CD-A016-4BC2-B0A4-2A52521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0485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Odp.Vezba02.sln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6CE3F-FB86-4CB0-930A-20531598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5603A-B72C-47A2-82FA-2B148855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4F9B8EB-9518-4A13-BD59-5C19146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770638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8F9A3-0098-4853-A5B1-6B9E2AF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4B264-4E18-48A2-9465-E41375CE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076DF3-E9A7-45FC-AC06-AEEC9AF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B312D4-E8E1-4748-B1D8-15F06E3D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Уговор се проверава на улазу, а свако одбијање има стабилан код.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F12557D3-8AC6-4B72-97D0-5DCBBDE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74763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F024-73C1-429B-B9BE-2418AAC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3856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67C45-D007-4024-A34E-3BE0E660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3856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64398E1-A16F-4293-8BD1-FACCFC9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473FC32F-D6F2-4832-94A6-A85AFD36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 Validate(TelemetryMessage message)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4A43500-7286-4101-9590-9E061FF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00FD8238-1194-4570-841D-1120C86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4B7F63E-1A84-43FE-A4FC-DEEE37F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4D038749-90AD-44B8-AFAA-313788E3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ArgumentNullException.ThrowIfNull(message);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C9E2AA-9E6C-47E7-AD0D-79BF321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2F49323C-F5BE-493B-9D20-7F92DCD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(message.ContractVersion != TelemetryContract.Version)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612820D-F3FA-4C71-A8E8-C9BFD773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F6CBB703-BE2A-4550-AED4-CA1E268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Result.Fail(ContractErrorCodes.UnsupportedVersion);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7B00189-6712-474D-BE50-42EC8D26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336FF665-FF35-4400-A84C-2741D66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.IsNullOrWhiteSpace(message.StationId))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F7C9C7D-8F21-4982-AF11-3FA1E6F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60DB03AF-DB44-455B-A787-3BA9296F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Result.Fail(ContractErrorCodes.StationIdRequired);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2901EAC-C70C-441C-BF1A-7164490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1C0F2DCF-9E87-43B9-9823-312B5A90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(message.Sequence &lt;= 0)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67D78B2-300D-4E5E-B5FB-68F5DB7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64C6BB6A-68A7-4E7B-8895-18EC4B1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Result.Fail(ContractErrorCodes.SequenceMustBePositive);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DFAD891-1AEF-437A-84BD-B94C8F09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4B05551F-61F7-48A3-A65E-3666519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(message.SignalStrengthDbm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is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&lt; TelemetryContract.MinSignalDbm or &gt;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65A5E03-F896-4159-A793-3F3AAFF9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41EF5137-8BDF-4CC2-B604-38D40728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TelemetryContract.MaxSignalDbm)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8C2A97A-0933-420F-B739-728357F2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7DCDF5F7-8C61-499C-AEA3-90BCBA9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Result.Fail(ContractErrorCodes.SignalOutOfRange);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331BE72-D9F0-44EF-8AD0-472F240D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07DDCBC8-C627-4A8B-8AF9-FE38365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Result.Ok();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9CC63AD-AA7F-4F85-9064-E3EFD52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0E5C87F4-F16E-442E-8F88-7EE71C28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69570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B7FFAF-B8FC-42AF-B123-C246943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E0D279-A01E-46D5-A13E-57698017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1E3E3EC-13E1-4B0F-B898-1EDEC7C9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300511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7518D-3611-470C-8AC1-06FA945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3E250-F26D-4D18-A5A9-0EF9B959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D290EB-F5DD-4DEC-83C6-9679595A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03F6100-0F53-4A34-BFD2-E75DC97D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сценарио (исти Seed) даје исте поруке, па се и грешка може поновити.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E8B510F2-10AF-4CAF-A327-0069674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1998345"/>
          </a:xfrm>
          <a:prstGeom xmlns:a="http://schemas.openxmlformats.org/drawingml/2006/main" prst="roundRect">
            <a:avLst>
              <a:gd name="adj" fmla="val 4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6BE79-BA90-4E71-8355-D0685452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390C4-FA1A-40E5-A53A-48D0434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2A7654A-BC73-456E-975B-FFA4C2E4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3AC05AE3-A289-4095-90A0-5CFEA81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EBDC552-4D01-4C79-9609-3C54E92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4419FEC7-9445-48E7-AC22-E831DB5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Emit_WithTheSameScenario_ProducesTheSameMessages()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23C783C-69F8-4DDE-826D-1396358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8C1BCB96-80B8-44CA-A735-556041F0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43CE760-8389-4E5F-8188-7CBF5025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F0CC393-4D43-48DF-B365-FAF96EFB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first =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ScriptedStationSimulator(Scenario).Emit(20);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5D8C3D4-40CC-4FCA-9B39-FE4E1E4A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B3C3D4D5-5718-492E-8F38-A6181D1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second = </a:t>
            </a:r>
            <a:r>
              <a:rPr sz="120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ScriptedStationSimulator(Scenario).Emit(20);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245CE32-67C4-4F33-BE46-CE3CD6D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2A7D01FE-5C11-4811-9441-DC78326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Assert.That(second, Is.EqualTo(first));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06F3714-C674-4BF4-9C06-230B7CA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82871B56-5E39-4AD3-9AA3-A6BF52F4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F1589-AF72-4687-B280-1BFCC6E2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1C00D-C264-4FBD-95A0-0D9BF450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C2A656A-9445-4A18-A836-831BF14E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820157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2BF0CE-53EF-4D71-BC41-FE802700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1D850-0D5E-4BBC-A6A3-2583BBD3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CC92F3-DBA3-46DD-B2FF-30E27AA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04334E5-C3BB-473D-9006-6F632B9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је adapter иза порта IStationSimulator, правила не знају да станица није права.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3E5FB098-00EF-42DA-9774-6DE2895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CB1B6-EA22-4C93-8BB8-6AA25DBC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A05C-A427-4070-9357-CE19781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AE195D9-D6E5-4C54-82E0-92975B1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4BBF4301-3B81-4B30-91F6-C592FFF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Poruke simulatora: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DC6D92-45F7-4E4B-A4EF-F33B83D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6B8CA3F1-C968-43E7-9C58-8C921982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#1 09:00:00  -83.0 dBm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BD7FEF9-1B8F-4737-8F80-A51FA9E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89CAA558-5C36-429A-9BA0-D083185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#2 09:00:05 -105.0 dBm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F04B136-B5F6-41A5-B639-884CD1A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FCEAC1B6-7BF2-4C0D-903E-341FC8D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#3 09:00:10 -105.0 dBm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CA5C7C6-33DA-4504-A3D7-A25734C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EFC84938-8145-49BB-91E7-D173A20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#4 09:00:15    5.0 dBm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0A8C744-2F59-43C2-8B63-D80DBCB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02C00278-D833-4910-8CC5-70B7A95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#5 09:00:20 -104.0 dBm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6FEDF41-A3D5-4AC0-98D1-CA77C3F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EBA33967-2C53-42F2-B6E1-9F74CD1A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#6 09:00:25 -100.0 dBm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0F6FC1A-25B9-470B-AE3F-71C6A764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F3DFA235-B99F-41D6-90DA-61193F93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#7 09:00:30  -81.0 dBm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B5F918A-5597-4A2A-998A-9972644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F3616C10-55CD-42C4-9F32-10BEE57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#8 09:00:35    5.0 dBm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DC9D198-334C-4ECC-BDB5-3A10E164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918940C6-2300-4C01-930A-AF8036F9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Prihvaćeno: 6, odbijeno: 2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592A67F-D8D8-432C-B855-10C5FBD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F0E9D230-2F62-43DF-93C9-C769194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#4 -&gt; signal_out_of_range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64D19AD-7F52-4588-9CCC-A0590271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245211B2-6700-45CF-81E0-16CB485F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#8 -&gt; signal_out_of_range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8D8509B-FEC5-4AED-857A-540C444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E7936578-D043-4378-B154-49CA9C35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Ponovljeno pokretanje daje isti ishod: True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E00CF8-15D3-49A2-97FA-900413E9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0ABAD4-50FB-4DF4-83FA-B7DE5EBE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482EA6D-9F60-4D53-BC9F-250DBB5C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63492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51E11-4279-4E09-A466-6056F9D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B6CB7-0476-41ED-8C6D-0DDDDDA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FB122-9A7D-4D60-8046-2E517F5B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87F7-0DA5-44DE-8743-100103C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9CFF2-02A7-4738-BE88-A87306A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5ACA-94C2-4885-A5AD-7C52BFC4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2F53AE1-2A17-431C-88A2-5354703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97882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9A915-72DB-40A1-AB3A-125A3C8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52758-AFA9-48D9-93A6-BA11FBAA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5CBF9-C909-4948-A253-9192FF4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CF6D889-B115-4A9A-876F-F0B2AED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FE6AE-CBC0-4BE4-9B56-7882420A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F1A1-D929-4268-BB5C-1945458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65CB6-2E40-4F60-8855-956FF2C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8A525-7977-4DDD-A9B3-CECA516B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Објављена верзија уговора чува очекивања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постојећих корисника.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B5C02-40E9-4E7D-BFBA-B8A1FAE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8F58B-9389-4469-89E2-EE9ABAE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Валидација одбија поруку коју систем не разуме,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уместо да јој нагађа значење.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B1133-8B36-4B2F-952B-7F6892A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EB66C-2EC4-4516-A080-3FE7DEC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одваја стварни проблем система од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случајности спољног света.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1E235-454F-4CB3-889D-28BE8D56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4A9B8-B1A3-4F1A-9CCF-86C4D05A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CE2B3-007C-46BE-A475-8AE1D74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8835D-4E65-428D-9C18-1FAB2E7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поруке без верзије и без размишљања о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примаоцима.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618F7-FC97-42BE-85A2-2EB1346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E71E3-0EA6-464C-AA99-D74BABCC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који садржи пословну логику централног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3F9A3-4FD4-4026-A842-100BCE3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C9923-C8D8-4DF3-B281-C8494C3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који зависи од случајног времена или спољне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услуге.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EA17A-3A10-48B1-9D6D-C760483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5D62B-2E3D-4218-8563-68B32B8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209D985-429B-43F6-A686-51D630B8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831961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B2AE0-2A8A-47F9-A8B3-CA72F04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0F8B-6605-4002-8ABD-5FA9D16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73EDED-F05E-4F41-87F8-D2972DAA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A106646-184F-4BB3-AA60-0C22F6E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8CBA2-26D6-4C06-8AC5-75D3E94E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46330-17C4-45CB-84BE-56A9E9C1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5CE52-6945-4D6B-9EB5-2D6AA90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поруке без верзије.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DD799-77F0-4C7E-90C6-C1D5BCB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9B22-E5DE-4845-AEF3-006EDA24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02D86-8E6D-42D4-B8C8-908672B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Симулатор преузима пословну логику система.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06E8B-0005-47EB-8E98-A751948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5580-34A9-431C-B2A9-2ACBC8A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70449-535C-4020-9866-B3CF34F0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зависи од случајног времена или спољне услуге.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2DEDE-6BB8-4DF4-A5A7-7A1A39C2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205CE-DFF6-4A62-B9DD-8204E0CD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9AC95C-C64C-4009-839E-3E9C516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54028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40A6A-E281-4A71-A558-E090FA2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AB0CE-A5CE-4FBB-A8EB-C44B6FBC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6EF5E3-1635-4436-A922-00ED9FB2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39E07C6-647A-4343-B124-DB8A9F5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186ED-EE65-4DBC-9CD3-E894668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99921-C20B-49D0-A7E8-A397318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51CB6-1835-4E4E-BF47-CEF59C9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Одредити мали скуп кључних порука.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BC5C-6EDE-4F29-B5B7-3F6826FC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199BB-2654-48DE-B322-A7DBF27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B89A4-EF30-414C-A031-322F350C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Поновити исти сценарио са познатим улазом.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D235D-2965-447A-85C7-80EC7B2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2DD21-E96E-4356-A5A2-0B436567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2797B-70F0-4BF9-A355-175B07B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Одбити поруку коју компонента не разуме.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A700D-C9E9-42FB-A26C-5AAD3B5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2AC5B-360E-46EC-A4EE-B7B9EB39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DD0B3D3-DCFD-4215-A3C5-3948E13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335990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5D85-ED88-4B8C-B42C-501C392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4F3F6-8DDB-45B5-95E4-6096D9F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BE400-08FD-4E95-9172-BA09DEE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231B7FA-B328-4BE4-9132-A7C660D0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6356D-06F1-4BB6-938C-277D69F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Која порука најпре треба да постане стабилан уговор и какав симулатор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би проверио њено значење?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B0DB2A5C-DA84-4010-BA5E-BF4685EC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216E541-8537-49D3-BA0C-0DF0BD4A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7036E-CE36-4C35-BE6F-2854556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3236D-DF03-4EF7-9EFC-405723E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Коју поруку бисте најпре претворили у стабилан уговор и који сценарио симулатора би најбоље открио неспоразум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између пошиљаоца и примаоца?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65915-426A-42CC-B33B-8EFF82F3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E3937-D146-450A-B4DC-0FF3CDC8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8171A71-7981-4404-9406-0EA9C8D8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375491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F45B4-94B0-4808-A7B9-CC4B9F7D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5D50F-9DDB-4A82-967B-A28DAC0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61ACA-8F1D-42BB-B3DD-C75B1D6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1472F0-3596-4792-A461-C4DAADC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356C0-A793-418C-A359-A811A84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B3098-0D45-4FD7-8E1C-8954982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635BF-C0BC-49A8-92AC-7995B89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у сценарио кашњење поруке (DelayEvery), тако да свака Н-та порука носи MeasuredAt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старији од претходне.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D3D08-EEC0-4F0D-B4CE-E25A1D0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AE7F-0C50-4458-946D-41595DD4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01182-98CB-45E6-8149-952DDC7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Увести правило уговора које такву поруку одбија новим кодом и покрити га тестом.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3A46A-C3C5-40B3-B86D-4AE5DD4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EB862-07CA-4C23-AE67-178AC89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A8B277-296B-4467-86D8-437490DC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66544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9EECC-6555-4D87-9236-A8B2CE5F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68AE-6101-4D21-B815-017078B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4DBCAC-6B01-456D-BDEF-01484EB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Контролна тачка P1 (10.02.)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499EFA4-4BCF-4536-94A1-D4382697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Прва контролна тачка (Вежба 1–2) проверава основне ентитете, поновљив симулатор и прве стабилне уговоре.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33C3E-CC20-47EF-AF9E-BC87857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EE010-A93B-4972-9632-E59E978E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8725-F02A-471B-9CB8-C2F8A514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Mission/GroundStation/StationNode имплементирани са основним статусима и heartbeat провером.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197D4-C2FC-4ED0-94C7-270A0314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F997-76EF-492E-828E-54A7A25D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0329-B121-4C85-89C7-B209F69D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Поновљив DeviceSimulator са најмање два профила понашања.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AF346-D1C2-40F9-A0E4-7DA7618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7719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D9C00-3D71-4ACF-A61A-8C420DF3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D12B6-C1ED-4B86-863E-0B61EF9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1477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Најмање један pull request показује преглед diff-а.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1EEEA-FFE6-4EBA-9370-38CF45ED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2675D-ABCC-4404-AA66-BFEBB2B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9ACD813-1E14-43A9-BAF3-BD419B8D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098404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E6E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2A27D-8928-43C1-9D5F-4444CED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41ADE-E7F5-4C90-B263-6489897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26BA7B-EB07-47C5-84D0-733DA8F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87E450E-EAE6-4B69-9281-34916A0E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записује мали скуп порука и сценарија који представљају кључне токове.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201E-5551-42A8-BD6B-1017229B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Стабилан уговор омогућава компонентама да се мењају без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нагађања о значењу поруке.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83725EF4-ED67-4560-9731-BE9041C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2D8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0D0B3C0E-534C-48F6-8A68-4DAFA18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DB899-0269-4BB1-818C-06249F17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D4AB4-E359-4922-B5BF-676EF1F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Идентитет, audit, observability и конфигурација.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BEDB9-82C0-49F9-8F02-815F932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8E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C146C-CAF6-4E1E-8CE4-B18011B1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A862ADE-4519-47E6-A651-2D4211EE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25703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2026-10-10T19:17:56.0590000Z</dcterms:created>
  <dcterms:modified xsi:type="dcterms:W3CDTF">2026-10-10T19:17:56.0590000Z</dcterms:modified>
</coreProperties>
</file>